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3.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4.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5.xml" ContentType="application/vnd.openxmlformats-officedocument.theme+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6.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theme/theme7.xml" ContentType="application/vnd.openxmlformats-officedocument.theme+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theme/theme8.xml" ContentType="application/vnd.openxmlformats-officedocument.theme+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theme/theme9.xml" ContentType="application/vnd.openxmlformats-officedocument.theme+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theme/theme10.xml" ContentType="application/vnd.openxmlformats-officedocument.theme+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2" r:id="rId2"/>
    <p:sldMasterId id="2147483695" r:id="rId3"/>
    <p:sldMasterId id="2147483727" r:id="rId4"/>
    <p:sldMasterId id="2147483730" r:id="rId5"/>
    <p:sldMasterId id="2147483762" r:id="rId6"/>
    <p:sldMasterId id="2147483778" r:id="rId7"/>
    <p:sldMasterId id="2147483807" r:id="rId8"/>
    <p:sldMasterId id="2147483810" r:id="rId9"/>
    <p:sldMasterId id="2147483839" r:id="rId10"/>
    <p:sldMasterId id="2147483842" r:id="rId11"/>
  </p:sldMasterIdLst>
  <p:notesMasterIdLst>
    <p:notesMasterId r:id="rId25"/>
  </p:notesMasterIdLst>
  <p:sldIdLst>
    <p:sldId id="256" r:id="rId12"/>
    <p:sldId id="258" r:id="rId13"/>
    <p:sldId id="259" r:id="rId14"/>
    <p:sldId id="267" r:id="rId15"/>
    <p:sldId id="260" r:id="rId16"/>
    <p:sldId id="262" r:id="rId17"/>
    <p:sldId id="261" r:id="rId18"/>
    <p:sldId id="268" r:id="rId19"/>
    <p:sldId id="269" r:id="rId20"/>
    <p:sldId id="266" r:id="rId21"/>
    <p:sldId id="263" r:id="rId22"/>
    <p:sldId id="271" r:id="rId23"/>
    <p:sldId id="264"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341" y="58"/>
      </p:cViewPr>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0.xml"/><Relationship Id="rId7" Type="http://schemas.openxmlformats.org/officeDocument/2006/relationships/slideMaster" Target="slideMasters/slideMaster7.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3.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theme" Target="theme/theme1.xml"/><Relationship Id="rId10" Type="http://schemas.openxmlformats.org/officeDocument/2006/relationships/slideMaster" Target="slideMasters/slideMaster10.xml"/><Relationship Id="rId19" Type="http://schemas.openxmlformats.org/officeDocument/2006/relationships/slide" Target="slides/slide8.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B74F4AE-5ED5-4026-9641-A800C9A3ADBD}" type="doc">
      <dgm:prSet loTypeId="urn:microsoft.com/office/officeart/2005/8/layout/bProcess3" loCatId="process" qsTypeId="urn:microsoft.com/office/officeart/2005/8/quickstyle/simple1" qsCatId="simple" csTypeId="urn:microsoft.com/office/officeart/2005/8/colors/accent1_2" csCatId="accent1" phldr="1"/>
      <dgm:spPr/>
      <dgm:t>
        <a:bodyPr/>
        <a:lstStyle/>
        <a:p>
          <a:endParaRPr lang="en-IN"/>
        </a:p>
      </dgm:t>
    </dgm:pt>
    <dgm:pt modelId="{7070686C-AF81-4478-8489-5B6C8C8A6983}" type="pres">
      <dgm:prSet presAssocID="{5B74F4AE-5ED5-4026-9641-A800C9A3ADBD}" presName="Name0" presStyleCnt="0">
        <dgm:presLayoutVars>
          <dgm:dir/>
          <dgm:resizeHandles val="exact"/>
        </dgm:presLayoutVars>
      </dgm:prSet>
      <dgm:spPr/>
    </dgm:pt>
  </dgm:ptLst>
  <dgm:cxnLst>
    <dgm:cxn modelId="{ACC1FD6A-5765-45B8-8235-9F668E5CA13F}" type="presOf" srcId="{5B74F4AE-5ED5-4026-9641-A800C9A3ADBD}" destId="{7070686C-AF81-4478-8489-5B6C8C8A6983}" srcOrd="0"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3DD4587-6F33-4502-B901-32FBD17693C2}"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75CFEBF0-39C1-4595-A1E4-3C7BDE5B34C1}">
      <dgm:prSet/>
      <dgm:spPr/>
      <dgm:t>
        <a:bodyPr/>
        <a:lstStyle/>
        <a:p>
          <a:r>
            <a:rPr lang="en-US" i="1" dirty="0"/>
            <a:t>Amazeen, M. A. (2020). Journalistic interventions: The structural factors affecting the global emergence of fact-checking. Journalism, 21(1), 95–111.</a:t>
          </a:r>
          <a:endParaRPr lang="en-US" dirty="0"/>
        </a:p>
      </dgm:t>
    </dgm:pt>
    <dgm:pt modelId="{EB4B36B0-7D0F-46F4-9AF9-51B280F4F66F}" type="parTrans" cxnId="{5660A0B0-DCC9-4DE3-81CD-2EB5AF62F5F6}">
      <dgm:prSet/>
      <dgm:spPr/>
      <dgm:t>
        <a:bodyPr/>
        <a:lstStyle/>
        <a:p>
          <a:endParaRPr lang="en-US"/>
        </a:p>
      </dgm:t>
    </dgm:pt>
    <dgm:pt modelId="{D828B0F4-C197-4FCA-B25A-4E574D8BBDE4}" type="sibTrans" cxnId="{5660A0B0-DCC9-4DE3-81CD-2EB5AF62F5F6}">
      <dgm:prSet/>
      <dgm:spPr/>
      <dgm:t>
        <a:bodyPr/>
        <a:lstStyle/>
        <a:p>
          <a:endParaRPr lang="en-US"/>
        </a:p>
      </dgm:t>
    </dgm:pt>
    <dgm:pt modelId="{E2633146-F1F2-4331-835C-EAF32C2CD1D7}">
      <dgm:prSet/>
      <dgm:spPr/>
      <dgm:t>
        <a:bodyPr/>
        <a:lstStyle/>
        <a:p>
          <a:r>
            <a:rPr lang="en-US" i="1"/>
            <a:t>Augenstein, I., Lioma, C., Wang, D., Lima, L. C., Hansen, C., Hansen, C., &amp; Simonsen, J. G. (2019). MultiFC: A real-world multi-domain dataset for evidence-based fact checking of claims. Proceedings of the 2019 Conference on Empirical Methods in Natural Language Processing, 4685–4697.</a:t>
          </a:r>
          <a:endParaRPr lang="en-US"/>
        </a:p>
      </dgm:t>
    </dgm:pt>
    <dgm:pt modelId="{733FB86B-BD40-4F27-8BA4-BDC4A0A85AAB}" type="parTrans" cxnId="{CE3834FC-8925-4107-AE43-23E00D0A0660}">
      <dgm:prSet/>
      <dgm:spPr/>
      <dgm:t>
        <a:bodyPr/>
        <a:lstStyle/>
        <a:p>
          <a:endParaRPr lang="en-US"/>
        </a:p>
      </dgm:t>
    </dgm:pt>
    <dgm:pt modelId="{52261B42-0F2E-45E6-913C-927879ED7A42}" type="sibTrans" cxnId="{CE3834FC-8925-4107-AE43-23E00D0A0660}">
      <dgm:prSet/>
      <dgm:spPr/>
      <dgm:t>
        <a:bodyPr/>
        <a:lstStyle/>
        <a:p>
          <a:endParaRPr lang="en-US"/>
        </a:p>
      </dgm:t>
    </dgm:pt>
    <dgm:pt modelId="{0AA9224F-21B6-4759-A2CE-D1D624DA7C2C}">
      <dgm:prSet/>
      <dgm:spPr/>
      <dgm:t>
        <a:bodyPr/>
        <a:lstStyle/>
        <a:p>
          <a:r>
            <a:rPr lang="en-US" i="1" dirty="0"/>
            <a:t>Graves, L. (2018). Understanding the promise and limits of automated fact-checking. Reuters Institute for the Study of Journalism.</a:t>
          </a:r>
        </a:p>
      </dgm:t>
    </dgm:pt>
    <dgm:pt modelId="{627C3E34-46FC-4E0F-B286-1D0CD030CCAF}" type="parTrans" cxnId="{516495A2-B443-4317-9360-D6A24CDF51D8}">
      <dgm:prSet/>
      <dgm:spPr/>
      <dgm:t>
        <a:bodyPr/>
        <a:lstStyle/>
        <a:p>
          <a:endParaRPr lang="en-US"/>
        </a:p>
      </dgm:t>
    </dgm:pt>
    <dgm:pt modelId="{361B12D8-803B-4833-8E51-1066F06DECA9}" type="sibTrans" cxnId="{516495A2-B443-4317-9360-D6A24CDF51D8}">
      <dgm:prSet/>
      <dgm:spPr/>
      <dgm:t>
        <a:bodyPr/>
        <a:lstStyle/>
        <a:p>
          <a:endParaRPr lang="en-US"/>
        </a:p>
      </dgm:t>
    </dgm:pt>
    <dgm:pt modelId="{6A0D94DF-84F2-4198-9836-A9576419A73A}">
      <dgm:prSet/>
      <dgm:spPr/>
      <dgm:t>
        <a:bodyPr/>
        <a:lstStyle/>
        <a:p>
          <a:r>
            <a:rPr lang="en-US" i="1" dirty="0"/>
            <a:t>Hassan, N., Arslan, F., Li, C., &amp; Tremayne, M. (2017). Toward automated fact-checking: Detecting check-worthy factual claims by </a:t>
          </a:r>
          <a:r>
            <a:rPr lang="en-US" i="1" dirty="0" err="1"/>
            <a:t>ClaimBuster</a:t>
          </a:r>
          <a:r>
            <a:rPr lang="en-US" i="1" dirty="0"/>
            <a:t>. Proceedings of the 23rd ACM SIGKDD International Conference on Knowledge Discovery and Data Mining, 1803–1812.</a:t>
          </a:r>
          <a:endParaRPr lang="en-US" dirty="0"/>
        </a:p>
      </dgm:t>
    </dgm:pt>
    <dgm:pt modelId="{501AABAB-0E2D-443C-99ED-AC540B6BEDF6}" type="parTrans" cxnId="{5DC6C981-7E77-4E68-9D13-54BF441A2C9B}">
      <dgm:prSet/>
      <dgm:spPr/>
      <dgm:t>
        <a:bodyPr/>
        <a:lstStyle/>
        <a:p>
          <a:endParaRPr lang="en-US"/>
        </a:p>
      </dgm:t>
    </dgm:pt>
    <dgm:pt modelId="{8B59321B-A6AE-4DBC-ACBC-02C29A45B8F5}" type="sibTrans" cxnId="{5DC6C981-7E77-4E68-9D13-54BF441A2C9B}">
      <dgm:prSet/>
      <dgm:spPr/>
      <dgm:t>
        <a:bodyPr/>
        <a:lstStyle/>
        <a:p>
          <a:endParaRPr lang="en-US"/>
        </a:p>
      </dgm:t>
    </dgm:pt>
    <dgm:pt modelId="{F30A71DF-EF8B-4D41-A986-4EF0D01FC54C}">
      <dgm:prSet/>
      <dgm:spPr/>
      <dgm:t>
        <a:bodyPr/>
        <a:lstStyle/>
        <a:p>
          <a:r>
            <a:rPr lang="en-US" i="1"/>
            <a:t>Li, X., Meng, Y., Xiao, X., Su, F., &amp; Li, J. (2023). Zero-shot fact verification by claim generation. Proceedings of the 61st Annual Meeting of the Association for Computational Linguistics, 1438–1450.</a:t>
          </a:r>
          <a:endParaRPr lang="en-US"/>
        </a:p>
      </dgm:t>
    </dgm:pt>
    <dgm:pt modelId="{39493F83-9CAF-461C-BAF8-773F6D4ADE0D}" type="parTrans" cxnId="{D6AC779B-A169-4E8E-A199-2F1AF76BF80D}">
      <dgm:prSet/>
      <dgm:spPr/>
      <dgm:t>
        <a:bodyPr/>
        <a:lstStyle/>
        <a:p>
          <a:endParaRPr lang="en-US"/>
        </a:p>
      </dgm:t>
    </dgm:pt>
    <dgm:pt modelId="{2AE2D86C-E3B2-488E-9DF3-999B3100FFA4}" type="sibTrans" cxnId="{D6AC779B-A169-4E8E-A199-2F1AF76BF80D}">
      <dgm:prSet/>
      <dgm:spPr/>
      <dgm:t>
        <a:bodyPr/>
        <a:lstStyle/>
        <a:p>
          <a:endParaRPr lang="en-US"/>
        </a:p>
      </dgm:t>
    </dgm:pt>
    <dgm:pt modelId="{A83A68D6-F6AF-4FBA-BE02-FD7E7C5ECD7C}">
      <dgm:prSet/>
      <dgm:spPr/>
      <dgm:t>
        <a:bodyPr/>
        <a:lstStyle/>
        <a:p>
          <a:r>
            <a:rPr lang="en-US" i="1"/>
            <a:t>Liu, Z., Xiong, C., Sun, M., &amp; Liu, Z. (2020). Fine-grained fact verification with kernel graph attention network. Proceedings of the 58th Annual Meeting of the Association for Computational Linguistics, 7342–7351.</a:t>
          </a:r>
          <a:endParaRPr lang="en-US"/>
        </a:p>
      </dgm:t>
    </dgm:pt>
    <dgm:pt modelId="{83BF3AA7-3078-4DE6-9FE1-2B9B739663C8}" type="parTrans" cxnId="{1D563E9D-D695-4B38-872F-CD34D669B945}">
      <dgm:prSet/>
      <dgm:spPr/>
      <dgm:t>
        <a:bodyPr/>
        <a:lstStyle/>
        <a:p>
          <a:endParaRPr lang="en-US"/>
        </a:p>
      </dgm:t>
    </dgm:pt>
    <dgm:pt modelId="{ECCE4855-33D0-417F-96FB-E5F218A694B4}" type="sibTrans" cxnId="{1D563E9D-D695-4B38-872F-CD34D669B945}">
      <dgm:prSet/>
      <dgm:spPr/>
      <dgm:t>
        <a:bodyPr/>
        <a:lstStyle/>
        <a:p>
          <a:endParaRPr lang="en-US"/>
        </a:p>
      </dgm:t>
    </dgm:pt>
    <dgm:pt modelId="{DD66E14F-581E-48F5-9AB1-98A48308E88C}">
      <dgm:prSet/>
      <dgm:spPr/>
      <dgm:t>
        <a:bodyPr/>
        <a:lstStyle/>
        <a:p>
          <a:r>
            <a:rPr lang="en-US" i="1" dirty="0"/>
            <a:t>Pan, J., Zhang, X., Chen, T., Peng, N., &amp; Chang, K.-W. (2023). Fact-checking with LLMs is prompt-dependent: An in-depth exploration of zero-shot and few-shot methods. Proceedings of the 2023 Conference on Empirical Methods in Natural Language Processing.</a:t>
          </a:r>
          <a:endParaRPr lang="en-US" dirty="0"/>
        </a:p>
      </dgm:t>
    </dgm:pt>
    <dgm:pt modelId="{381B63D3-D0D7-427C-A8B2-4F97A020EB8F}" type="parTrans" cxnId="{402E8797-A644-4386-9D0C-9403A4E7311C}">
      <dgm:prSet/>
      <dgm:spPr/>
      <dgm:t>
        <a:bodyPr/>
        <a:lstStyle/>
        <a:p>
          <a:endParaRPr lang="en-US"/>
        </a:p>
      </dgm:t>
    </dgm:pt>
    <dgm:pt modelId="{AFC1E196-41E0-4BEF-B2F4-01DBCD386E46}" type="sibTrans" cxnId="{402E8797-A644-4386-9D0C-9403A4E7311C}">
      <dgm:prSet/>
      <dgm:spPr/>
      <dgm:t>
        <a:bodyPr/>
        <a:lstStyle/>
        <a:p>
          <a:endParaRPr lang="en-US"/>
        </a:p>
      </dgm:t>
    </dgm:pt>
    <dgm:pt modelId="{490B3E8C-AE13-425E-9B2A-C06DBC82753B}">
      <dgm:prSet/>
      <dgm:spPr/>
      <dgm:t>
        <a:bodyPr/>
        <a:lstStyle/>
        <a:p>
          <a:r>
            <a:rPr lang="en-IN" i="1" dirty="0"/>
            <a:t>Wright, D., &amp; Augenstein, I. (2021). Claim check-worthiness detection as positive unlabelled learning. Findings of the Association for Computational Linguistics: EMNLP 2021, 476–489.</a:t>
          </a:r>
          <a:endParaRPr lang="en-US" dirty="0"/>
        </a:p>
      </dgm:t>
    </dgm:pt>
    <dgm:pt modelId="{4068D6EC-E7C5-4A1B-85F6-85994F0A34F7}" type="parTrans" cxnId="{1D171DF3-AEF6-4478-83DF-822849B4C014}">
      <dgm:prSet/>
      <dgm:spPr/>
      <dgm:t>
        <a:bodyPr/>
        <a:lstStyle/>
        <a:p>
          <a:endParaRPr lang="en-IN"/>
        </a:p>
      </dgm:t>
    </dgm:pt>
    <dgm:pt modelId="{353AC588-43D7-4024-985D-0DB8FD719489}" type="sibTrans" cxnId="{1D171DF3-AEF6-4478-83DF-822849B4C014}">
      <dgm:prSet/>
      <dgm:spPr/>
      <dgm:t>
        <a:bodyPr/>
        <a:lstStyle/>
        <a:p>
          <a:endParaRPr lang="en-IN"/>
        </a:p>
      </dgm:t>
    </dgm:pt>
    <dgm:pt modelId="{F22696C6-980C-4FFA-9AB0-604903007B20}">
      <dgm:prSet/>
      <dgm:spPr/>
      <dgm:t>
        <a:bodyPr/>
        <a:lstStyle/>
        <a:p>
          <a:r>
            <a:rPr lang="en-IN" i="1"/>
            <a:t>Zlatkova, D., Nakov, P., &amp; Koychev, I. (2019). Fact-checking meets fauxtography: Verifying claims about images. Proceedings of the 2019 Conference on Empirical Methods in Natural Language Processing, 2099–2108.</a:t>
          </a:r>
          <a:endParaRPr lang="en-US" dirty="0"/>
        </a:p>
      </dgm:t>
    </dgm:pt>
    <dgm:pt modelId="{3278A7DC-FAC4-427E-9CFD-DCF81EF745B8}" type="parTrans" cxnId="{DDD57C17-1CFF-489E-AE63-5D3D6D5E07F6}">
      <dgm:prSet/>
      <dgm:spPr/>
      <dgm:t>
        <a:bodyPr/>
        <a:lstStyle/>
        <a:p>
          <a:endParaRPr lang="en-IN"/>
        </a:p>
      </dgm:t>
    </dgm:pt>
    <dgm:pt modelId="{99ACEC5A-36F1-4D4A-8E6E-F6CA9EE0BA06}" type="sibTrans" cxnId="{DDD57C17-1CFF-489E-AE63-5D3D6D5E07F6}">
      <dgm:prSet/>
      <dgm:spPr/>
      <dgm:t>
        <a:bodyPr/>
        <a:lstStyle/>
        <a:p>
          <a:endParaRPr lang="en-IN"/>
        </a:p>
      </dgm:t>
    </dgm:pt>
    <dgm:pt modelId="{994FB3BD-78B2-421F-B147-F1CEE03C3F3D}" type="pres">
      <dgm:prSet presAssocID="{13DD4587-6F33-4502-B901-32FBD17693C2}" presName="vert0" presStyleCnt="0">
        <dgm:presLayoutVars>
          <dgm:dir/>
          <dgm:animOne val="branch"/>
          <dgm:animLvl val="lvl"/>
        </dgm:presLayoutVars>
      </dgm:prSet>
      <dgm:spPr/>
    </dgm:pt>
    <dgm:pt modelId="{571079C5-5DA3-467A-88CC-B22C74321359}" type="pres">
      <dgm:prSet presAssocID="{75CFEBF0-39C1-4595-A1E4-3C7BDE5B34C1}" presName="thickLine" presStyleLbl="alignNode1" presStyleIdx="0" presStyleCnt="9"/>
      <dgm:spPr/>
    </dgm:pt>
    <dgm:pt modelId="{D50130AA-BEA8-4133-ADE7-97F2543B7D0F}" type="pres">
      <dgm:prSet presAssocID="{75CFEBF0-39C1-4595-A1E4-3C7BDE5B34C1}" presName="horz1" presStyleCnt="0"/>
      <dgm:spPr/>
    </dgm:pt>
    <dgm:pt modelId="{A02AF928-FDF9-4433-9A54-126E2C00F8B1}" type="pres">
      <dgm:prSet presAssocID="{75CFEBF0-39C1-4595-A1E4-3C7BDE5B34C1}" presName="tx1" presStyleLbl="revTx" presStyleIdx="0" presStyleCnt="9"/>
      <dgm:spPr/>
    </dgm:pt>
    <dgm:pt modelId="{A79C0D91-F212-4837-A6D4-DA9F88E8CD02}" type="pres">
      <dgm:prSet presAssocID="{75CFEBF0-39C1-4595-A1E4-3C7BDE5B34C1}" presName="vert1" presStyleCnt="0"/>
      <dgm:spPr/>
    </dgm:pt>
    <dgm:pt modelId="{FB2DC51A-C8F6-4E84-A6FF-FABD336094CF}" type="pres">
      <dgm:prSet presAssocID="{E2633146-F1F2-4331-835C-EAF32C2CD1D7}" presName="thickLine" presStyleLbl="alignNode1" presStyleIdx="1" presStyleCnt="9"/>
      <dgm:spPr/>
    </dgm:pt>
    <dgm:pt modelId="{5418A4B6-EBA9-4421-8578-672FEFB2FC02}" type="pres">
      <dgm:prSet presAssocID="{E2633146-F1F2-4331-835C-EAF32C2CD1D7}" presName="horz1" presStyleCnt="0"/>
      <dgm:spPr/>
    </dgm:pt>
    <dgm:pt modelId="{651D581F-FF05-45B4-AEE5-CDA44EEBB9EE}" type="pres">
      <dgm:prSet presAssocID="{E2633146-F1F2-4331-835C-EAF32C2CD1D7}" presName="tx1" presStyleLbl="revTx" presStyleIdx="1" presStyleCnt="9"/>
      <dgm:spPr/>
    </dgm:pt>
    <dgm:pt modelId="{4AAD01A9-2B3D-4BC5-8E8B-A84B6C85A534}" type="pres">
      <dgm:prSet presAssocID="{E2633146-F1F2-4331-835C-EAF32C2CD1D7}" presName="vert1" presStyleCnt="0"/>
      <dgm:spPr/>
    </dgm:pt>
    <dgm:pt modelId="{6888821A-1539-4C1C-A5D4-9E8660C779A1}" type="pres">
      <dgm:prSet presAssocID="{0AA9224F-21B6-4759-A2CE-D1D624DA7C2C}" presName="thickLine" presStyleLbl="alignNode1" presStyleIdx="2" presStyleCnt="9"/>
      <dgm:spPr/>
    </dgm:pt>
    <dgm:pt modelId="{BDE61A34-8B58-49BD-9597-2DB19CA85247}" type="pres">
      <dgm:prSet presAssocID="{0AA9224F-21B6-4759-A2CE-D1D624DA7C2C}" presName="horz1" presStyleCnt="0"/>
      <dgm:spPr/>
    </dgm:pt>
    <dgm:pt modelId="{640C8291-B92E-4265-BDB8-15CAD122F5CC}" type="pres">
      <dgm:prSet presAssocID="{0AA9224F-21B6-4759-A2CE-D1D624DA7C2C}" presName="tx1" presStyleLbl="revTx" presStyleIdx="2" presStyleCnt="9"/>
      <dgm:spPr/>
    </dgm:pt>
    <dgm:pt modelId="{4FFD1D93-8092-450D-808E-ACC1899706CC}" type="pres">
      <dgm:prSet presAssocID="{0AA9224F-21B6-4759-A2CE-D1D624DA7C2C}" presName="vert1" presStyleCnt="0"/>
      <dgm:spPr/>
    </dgm:pt>
    <dgm:pt modelId="{2B9F4703-AEC7-49D7-BC99-D1C36FBAC7A9}" type="pres">
      <dgm:prSet presAssocID="{6A0D94DF-84F2-4198-9836-A9576419A73A}" presName="thickLine" presStyleLbl="alignNode1" presStyleIdx="3" presStyleCnt="9"/>
      <dgm:spPr/>
    </dgm:pt>
    <dgm:pt modelId="{7F1EEFDC-28D1-472F-914E-38685DC571B5}" type="pres">
      <dgm:prSet presAssocID="{6A0D94DF-84F2-4198-9836-A9576419A73A}" presName="horz1" presStyleCnt="0"/>
      <dgm:spPr/>
    </dgm:pt>
    <dgm:pt modelId="{EBEAE0ED-21E8-4B5F-929A-01D7E3CF5FC1}" type="pres">
      <dgm:prSet presAssocID="{6A0D94DF-84F2-4198-9836-A9576419A73A}" presName="tx1" presStyleLbl="revTx" presStyleIdx="3" presStyleCnt="9"/>
      <dgm:spPr/>
    </dgm:pt>
    <dgm:pt modelId="{BEA2E944-4811-4413-BAE4-3365BC340373}" type="pres">
      <dgm:prSet presAssocID="{6A0D94DF-84F2-4198-9836-A9576419A73A}" presName="vert1" presStyleCnt="0"/>
      <dgm:spPr/>
    </dgm:pt>
    <dgm:pt modelId="{22FD22A1-60B2-4173-B66C-BF93675C9FBC}" type="pres">
      <dgm:prSet presAssocID="{F30A71DF-EF8B-4D41-A986-4EF0D01FC54C}" presName="thickLine" presStyleLbl="alignNode1" presStyleIdx="4" presStyleCnt="9"/>
      <dgm:spPr/>
    </dgm:pt>
    <dgm:pt modelId="{E4977E0F-E1D5-4707-A657-4C582C026384}" type="pres">
      <dgm:prSet presAssocID="{F30A71DF-EF8B-4D41-A986-4EF0D01FC54C}" presName="horz1" presStyleCnt="0"/>
      <dgm:spPr/>
    </dgm:pt>
    <dgm:pt modelId="{DD6C72FE-3076-4A52-9E88-C9E5B73D5CD6}" type="pres">
      <dgm:prSet presAssocID="{F30A71DF-EF8B-4D41-A986-4EF0D01FC54C}" presName="tx1" presStyleLbl="revTx" presStyleIdx="4" presStyleCnt="9"/>
      <dgm:spPr/>
    </dgm:pt>
    <dgm:pt modelId="{FA32D705-17B1-4456-A552-19E219E5D319}" type="pres">
      <dgm:prSet presAssocID="{F30A71DF-EF8B-4D41-A986-4EF0D01FC54C}" presName="vert1" presStyleCnt="0"/>
      <dgm:spPr/>
    </dgm:pt>
    <dgm:pt modelId="{9DB1FEEF-9289-437E-8364-0410417BDFEE}" type="pres">
      <dgm:prSet presAssocID="{A83A68D6-F6AF-4FBA-BE02-FD7E7C5ECD7C}" presName="thickLine" presStyleLbl="alignNode1" presStyleIdx="5" presStyleCnt="9"/>
      <dgm:spPr/>
    </dgm:pt>
    <dgm:pt modelId="{4768BB6D-45D5-475F-93F8-AD57C602D753}" type="pres">
      <dgm:prSet presAssocID="{A83A68D6-F6AF-4FBA-BE02-FD7E7C5ECD7C}" presName="horz1" presStyleCnt="0"/>
      <dgm:spPr/>
    </dgm:pt>
    <dgm:pt modelId="{2047E56F-B14C-4EFB-B2AE-7CF3E031C69F}" type="pres">
      <dgm:prSet presAssocID="{A83A68D6-F6AF-4FBA-BE02-FD7E7C5ECD7C}" presName="tx1" presStyleLbl="revTx" presStyleIdx="5" presStyleCnt="9"/>
      <dgm:spPr/>
    </dgm:pt>
    <dgm:pt modelId="{A2719726-B080-4B6A-94CA-05488F3874DC}" type="pres">
      <dgm:prSet presAssocID="{A83A68D6-F6AF-4FBA-BE02-FD7E7C5ECD7C}" presName="vert1" presStyleCnt="0"/>
      <dgm:spPr/>
    </dgm:pt>
    <dgm:pt modelId="{E7998B15-FF46-44EB-8642-50B39D673F2F}" type="pres">
      <dgm:prSet presAssocID="{DD66E14F-581E-48F5-9AB1-98A48308E88C}" presName="thickLine" presStyleLbl="alignNode1" presStyleIdx="6" presStyleCnt="9"/>
      <dgm:spPr/>
    </dgm:pt>
    <dgm:pt modelId="{9D3D2504-EFF3-45DC-B1F7-75BAE71F2E27}" type="pres">
      <dgm:prSet presAssocID="{DD66E14F-581E-48F5-9AB1-98A48308E88C}" presName="horz1" presStyleCnt="0"/>
      <dgm:spPr/>
    </dgm:pt>
    <dgm:pt modelId="{2C7E159F-D93E-4446-8A89-7348453CD722}" type="pres">
      <dgm:prSet presAssocID="{DD66E14F-581E-48F5-9AB1-98A48308E88C}" presName="tx1" presStyleLbl="revTx" presStyleIdx="6" presStyleCnt="9"/>
      <dgm:spPr/>
    </dgm:pt>
    <dgm:pt modelId="{C7EF531D-5448-4E9C-9D0A-CF6CE8E40B0E}" type="pres">
      <dgm:prSet presAssocID="{DD66E14F-581E-48F5-9AB1-98A48308E88C}" presName="vert1" presStyleCnt="0"/>
      <dgm:spPr/>
    </dgm:pt>
    <dgm:pt modelId="{7F02D456-8E0D-409F-9C0E-7334E78B0A8D}" type="pres">
      <dgm:prSet presAssocID="{490B3E8C-AE13-425E-9B2A-C06DBC82753B}" presName="thickLine" presStyleLbl="alignNode1" presStyleIdx="7" presStyleCnt="9"/>
      <dgm:spPr/>
    </dgm:pt>
    <dgm:pt modelId="{7AAD14C7-347E-40F5-91DB-6928DB9D17F9}" type="pres">
      <dgm:prSet presAssocID="{490B3E8C-AE13-425E-9B2A-C06DBC82753B}" presName="horz1" presStyleCnt="0"/>
      <dgm:spPr/>
    </dgm:pt>
    <dgm:pt modelId="{2990544D-2040-48F2-A63F-9DC478B5FE1B}" type="pres">
      <dgm:prSet presAssocID="{490B3E8C-AE13-425E-9B2A-C06DBC82753B}" presName="tx1" presStyleLbl="revTx" presStyleIdx="7" presStyleCnt="9"/>
      <dgm:spPr/>
    </dgm:pt>
    <dgm:pt modelId="{0FF361BE-FC44-46FE-AA9A-6FC2568C99A1}" type="pres">
      <dgm:prSet presAssocID="{490B3E8C-AE13-425E-9B2A-C06DBC82753B}" presName="vert1" presStyleCnt="0"/>
      <dgm:spPr/>
    </dgm:pt>
    <dgm:pt modelId="{217F2202-D1DB-4220-BF4E-31DC4885ED82}" type="pres">
      <dgm:prSet presAssocID="{F22696C6-980C-4FFA-9AB0-604903007B20}" presName="thickLine" presStyleLbl="alignNode1" presStyleIdx="8" presStyleCnt="9"/>
      <dgm:spPr/>
    </dgm:pt>
    <dgm:pt modelId="{F266023B-5EA7-44B8-BCD0-4901577627A3}" type="pres">
      <dgm:prSet presAssocID="{F22696C6-980C-4FFA-9AB0-604903007B20}" presName="horz1" presStyleCnt="0"/>
      <dgm:spPr/>
    </dgm:pt>
    <dgm:pt modelId="{DFCE67F6-1020-465A-9B0C-08B11B69938A}" type="pres">
      <dgm:prSet presAssocID="{F22696C6-980C-4FFA-9AB0-604903007B20}" presName="tx1" presStyleLbl="revTx" presStyleIdx="8" presStyleCnt="9"/>
      <dgm:spPr/>
    </dgm:pt>
    <dgm:pt modelId="{F5DDAAC3-F1B6-4861-B930-A0D485DA75AC}" type="pres">
      <dgm:prSet presAssocID="{F22696C6-980C-4FFA-9AB0-604903007B20}" presName="vert1" presStyleCnt="0"/>
      <dgm:spPr/>
    </dgm:pt>
  </dgm:ptLst>
  <dgm:cxnLst>
    <dgm:cxn modelId="{DDD57C17-1CFF-489E-AE63-5D3D6D5E07F6}" srcId="{13DD4587-6F33-4502-B901-32FBD17693C2}" destId="{F22696C6-980C-4FFA-9AB0-604903007B20}" srcOrd="8" destOrd="0" parTransId="{3278A7DC-FAC4-427E-9CFD-DCF81EF745B8}" sibTransId="{99ACEC5A-36F1-4D4A-8E6E-F6CA9EE0BA06}"/>
    <dgm:cxn modelId="{4DA6CE20-FFDF-4067-9CEF-4360A8AE5264}" type="presOf" srcId="{6A0D94DF-84F2-4198-9836-A9576419A73A}" destId="{EBEAE0ED-21E8-4B5F-929A-01D7E3CF5FC1}" srcOrd="0" destOrd="0" presId="urn:microsoft.com/office/officeart/2008/layout/LinedList"/>
    <dgm:cxn modelId="{59D7934D-AF15-4579-A6CC-9C8B0A1968B3}" type="presOf" srcId="{F22696C6-980C-4FFA-9AB0-604903007B20}" destId="{DFCE67F6-1020-465A-9B0C-08B11B69938A}" srcOrd="0" destOrd="0" presId="urn:microsoft.com/office/officeart/2008/layout/LinedList"/>
    <dgm:cxn modelId="{39BC5A54-EDAB-4AE3-AFA5-A9A8450E244E}" type="presOf" srcId="{E2633146-F1F2-4331-835C-EAF32C2CD1D7}" destId="{651D581F-FF05-45B4-AEE5-CDA44EEBB9EE}" srcOrd="0" destOrd="0" presId="urn:microsoft.com/office/officeart/2008/layout/LinedList"/>
    <dgm:cxn modelId="{B7E5787F-B72C-458F-A5AB-83E6305CAB4D}" type="presOf" srcId="{13DD4587-6F33-4502-B901-32FBD17693C2}" destId="{994FB3BD-78B2-421F-B147-F1CEE03C3F3D}" srcOrd="0" destOrd="0" presId="urn:microsoft.com/office/officeart/2008/layout/LinedList"/>
    <dgm:cxn modelId="{5DC6C981-7E77-4E68-9D13-54BF441A2C9B}" srcId="{13DD4587-6F33-4502-B901-32FBD17693C2}" destId="{6A0D94DF-84F2-4198-9836-A9576419A73A}" srcOrd="3" destOrd="0" parTransId="{501AABAB-0E2D-443C-99ED-AC540B6BEDF6}" sibTransId="{8B59321B-A6AE-4DBC-ACBC-02C29A45B8F5}"/>
    <dgm:cxn modelId="{ECED078F-6AC2-4270-9D1D-3AE980505C24}" type="presOf" srcId="{75CFEBF0-39C1-4595-A1E4-3C7BDE5B34C1}" destId="{A02AF928-FDF9-4433-9A54-126E2C00F8B1}" srcOrd="0" destOrd="0" presId="urn:microsoft.com/office/officeart/2008/layout/LinedList"/>
    <dgm:cxn modelId="{D82B8497-2029-4DB4-BCA7-18931454CCAF}" type="presOf" srcId="{DD66E14F-581E-48F5-9AB1-98A48308E88C}" destId="{2C7E159F-D93E-4446-8A89-7348453CD722}" srcOrd="0" destOrd="0" presId="urn:microsoft.com/office/officeart/2008/layout/LinedList"/>
    <dgm:cxn modelId="{402E8797-A644-4386-9D0C-9403A4E7311C}" srcId="{13DD4587-6F33-4502-B901-32FBD17693C2}" destId="{DD66E14F-581E-48F5-9AB1-98A48308E88C}" srcOrd="6" destOrd="0" parTransId="{381B63D3-D0D7-427C-A8B2-4F97A020EB8F}" sibTransId="{AFC1E196-41E0-4BEF-B2F4-01DBCD386E46}"/>
    <dgm:cxn modelId="{402EBD9A-437D-45AA-958C-E780918589E9}" type="presOf" srcId="{F30A71DF-EF8B-4D41-A986-4EF0D01FC54C}" destId="{DD6C72FE-3076-4A52-9E88-C9E5B73D5CD6}" srcOrd="0" destOrd="0" presId="urn:microsoft.com/office/officeart/2008/layout/LinedList"/>
    <dgm:cxn modelId="{D6AC779B-A169-4E8E-A199-2F1AF76BF80D}" srcId="{13DD4587-6F33-4502-B901-32FBD17693C2}" destId="{F30A71DF-EF8B-4D41-A986-4EF0D01FC54C}" srcOrd="4" destOrd="0" parTransId="{39493F83-9CAF-461C-BAF8-773F6D4ADE0D}" sibTransId="{2AE2D86C-E3B2-488E-9DF3-999B3100FFA4}"/>
    <dgm:cxn modelId="{1D563E9D-D695-4B38-872F-CD34D669B945}" srcId="{13DD4587-6F33-4502-B901-32FBD17693C2}" destId="{A83A68D6-F6AF-4FBA-BE02-FD7E7C5ECD7C}" srcOrd="5" destOrd="0" parTransId="{83BF3AA7-3078-4DE6-9FE1-2B9B739663C8}" sibTransId="{ECCE4855-33D0-417F-96FB-E5F218A694B4}"/>
    <dgm:cxn modelId="{516495A2-B443-4317-9360-D6A24CDF51D8}" srcId="{13DD4587-6F33-4502-B901-32FBD17693C2}" destId="{0AA9224F-21B6-4759-A2CE-D1D624DA7C2C}" srcOrd="2" destOrd="0" parTransId="{627C3E34-46FC-4E0F-B286-1D0CD030CCAF}" sibTransId="{361B12D8-803B-4833-8E51-1066F06DECA9}"/>
    <dgm:cxn modelId="{5660A0B0-DCC9-4DE3-81CD-2EB5AF62F5F6}" srcId="{13DD4587-6F33-4502-B901-32FBD17693C2}" destId="{75CFEBF0-39C1-4595-A1E4-3C7BDE5B34C1}" srcOrd="0" destOrd="0" parTransId="{EB4B36B0-7D0F-46F4-9AF9-51B280F4F66F}" sibTransId="{D828B0F4-C197-4FCA-B25A-4E574D8BBDE4}"/>
    <dgm:cxn modelId="{15C36AC6-517C-4E0D-80D2-EDC9266D3F09}" type="presOf" srcId="{490B3E8C-AE13-425E-9B2A-C06DBC82753B}" destId="{2990544D-2040-48F2-A63F-9DC478B5FE1B}" srcOrd="0" destOrd="0" presId="urn:microsoft.com/office/officeart/2008/layout/LinedList"/>
    <dgm:cxn modelId="{8D1231EC-B935-45B1-8555-EDA899AE94F7}" type="presOf" srcId="{0AA9224F-21B6-4759-A2CE-D1D624DA7C2C}" destId="{640C8291-B92E-4265-BDB8-15CAD122F5CC}" srcOrd="0" destOrd="0" presId="urn:microsoft.com/office/officeart/2008/layout/LinedList"/>
    <dgm:cxn modelId="{1D171DF3-AEF6-4478-83DF-822849B4C014}" srcId="{13DD4587-6F33-4502-B901-32FBD17693C2}" destId="{490B3E8C-AE13-425E-9B2A-C06DBC82753B}" srcOrd="7" destOrd="0" parTransId="{4068D6EC-E7C5-4A1B-85F6-85994F0A34F7}" sibTransId="{353AC588-43D7-4024-985D-0DB8FD719489}"/>
    <dgm:cxn modelId="{93A8F7FA-D62E-4139-A958-CDC962BA7A1B}" type="presOf" srcId="{A83A68D6-F6AF-4FBA-BE02-FD7E7C5ECD7C}" destId="{2047E56F-B14C-4EFB-B2AE-7CF3E031C69F}" srcOrd="0" destOrd="0" presId="urn:microsoft.com/office/officeart/2008/layout/LinedList"/>
    <dgm:cxn modelId="{CE3834FC-8925-4107-AE43-23E00D0A0660}" srcId="{13DD4587-6F33-4502-B901-32FBD17693C2}" destId="{E2633146-F1F2-4331-835C-EAF32C2CD1D7}" srcOrd="1" destOrd="0" parTransId="{733FB86B-BD40-4F27-8BA4-BDC4A0A85AAB}" sibTransId="{52261B42-0F2E-45E6-913C-927879ED7A42}"/>
    <dgm:cxn modelId="{5DE76954-ABEE-448F-98A6-7BB9EB29F142}" type="presParOf" srcId="{994FB3BD-78B2-421F-B147-F1CEE03C3F3D}" destId="{571079C5-5DA3-467A-88CC-B22C74321359}" srcOrd="0" destOrd="0" presId="urn:microsoft.com/office/officeart/2008/layout/LinedList"/>
    <dgm:cxn modelId="{2D58D0A0-8B19-4A3B-906D-72030C942AD7}" type="presParOf" srcId="{994FB3BD-78B2-421F-B147-F1CEE03C3F3D}" destId="{D50130AA-BEA8-4133-ADE7-97F2543B7D0F}" srcOrd="1" destOrd="0" presId="urn:microsoft.com/office/officeart/2008/layout/LinedList"/>
    <dgm:cxn modelId="{D63D05BF-5217-4B37-8A95-649FC024989A}" type="presParOf" srcId="{D50130AA-BEA8-4133-ADE7-97F2543B7D0F}" destId="{A02AF928-FDF9-4433-9A54-126E2C00F8B1}" srcOrd="0" destOrd="0" presId="urn:microsoft.com/office/officeart/2008/layout/LinedList"/>
    <dgm:cxn modelId="{B7A8C811-8BAA-439A-9987-42115B904B33}" type="presParOf" srcId="{D50130AA-BEA8-4133-ADE7-97F2543B7D0F}" destId="{A79C0D91-F212-4837-A6D4-DA9F88E8CD02}" srcOrd="1" destOrd="0" presId="urn:microsoft.com/office/officeart/2008/layout/LinedList"/>
    <dgm:cxn modelId="{4E894282-7300-4795-8E2B-3D5DD02518BC}" type="presParOf" srcId="{994FB3BD-78B2-421F-B147-F1CEE03C3F3D}" destId="{FB2DC51A-C8F6-4E84-A6FF-FABD336094CF}" srcOrd="2" destOrd="0" presId="urn:microsoft.com/office/officeart/2008/layout/LinedList"/>
    <dgm:cxn modelId="{00B98D1C-9604-4BF9-BAA6-CBB815220A5C}" type="presParOf" srcId="{994FB3BD-78B2-421F-B147-F1CEE03C3F3D}" destId="{5418A4B6-EBA9-4421-8578-672FEFB2FC02}" srcOrd="3" destOrd="0" presId="urn:microsoft.com/office/officeart/2008/layout/LinedList"/>
    <dgm:cxn modelId="{BD641BD5-29DB-4ABC-82CA-40A6BC6CDF41}" type="presParOf" srcId="{5418A4B6-EBA9-4421-8578-672FEFB2FC02}" destId="{651D581F-FF05-45B4-AEE5-CDA44EEBB9EE}" srcOrd="0" destOrd="0" presId="urn:microsoft.com/office/officeart/2008/layout/LinedList"/>
    <dgm:cxn modelId="{562D3B4D-A4A3-4CB4-8AE0-70F6DDF66D8B}" type="presParOf" srcId="{5418A4B6-EBA9-4421-8578-672FEFB2FC02}" destId="{4AAD01A9-2B3D-4BC5-8E8B-A84B6C85A534}" srcOrd="1" destOrd="0" presId="urn:microsoft.com/office/officeart/2008/layout/LinedList"/>
    <dgm:cxn modelId="{CACF1847-1B5A-44AC-B0AB-0CFCEF7B0620}" type="presParOf" srcId="{994FB3BD-78B2-421F-B147-F1CEE03C3F3D}" destId="{6888821A-1539-4C1C-A5D4-9E8660C779A1}" srcOrd="4" destOrd="0" presId="urn:microsoft.com/office/officeart/2008/layout/LinedList"/>
    <dgm:cxn modelId="{4BF70661-5D16-4D28-885F-0092A413D933}" type="presParOf" srcId="{994FB3BD-78B2-421F-B147-F1CEE03C3F3D}" destId="{BDE61A34-8B58-49BD-9597-2DB19CA85247}" srcOrd="5" destOrd="0" presId="urn:microsoft.com/office/officeart/2008/layout/LinedList"/>
    <dgm:cxn modelId="{306A6E31-A93B-41FA-B92E-9A4331D52DC3}" type="presParOf" srcId="{BDE61A34-8B58-49BD-9597-2DB19CA85247}" destId="{640C8291-B92E-4265-BDB8-15CAD122F5CC}" srcOrd="0" destOrd="0" presId="urn:microsoft.com/office/officeart/2008/layout/LinedList"/>
    <dgm:cxn modelId="{33AF2BCA-9974-4D61-BA88-9A6360536063}" type="presParOf" srcId="{BDE61A34-8B58-49BD-9597-2DB19CA85247}" destId="{4FFD1D93-8092-450D-808E-ACC1899706CC}" srcOrd="1" destOrd="0" presId="urn:microsoft.com/office/officeart/2008/layout/LinedList"/>
    <dgm:cxn modelId="{533B5BB9-3CC7-4A8B-B4AE-AB5FA38448A5}" type="presParOf" srcId="{994FB3BD-78B2-421F-B147-F1CEE03C3F3D}" destId="{2B9F4703-AEC7-49D7-BC99-D1C36FBAC7A9}" srcOrd="6" destOrd="0" presId="urn:microsoft.com/office/officeart/2008/layout/LinedList"/>
    <dgm:cxn modelId="{0D5C5E60-7A6E-4D39-8797-2C60A1F9DFA1}" type="presParOf" srcId="{994FB3BD-78B2-421F-B147-F1CEE03C3F3D}" destId="{7F1EEFDC-28D1-472F-914E-38685DC571B5}" srcOrd="7" destOrd="0" presId="urn:microsoft.com/office/officeart/2008/layout/LinedList"/>
    <dgm:cxn modelId="{E23610B1-2E51-41AC-B083-1D1B76A20B7D}" type="presParOf" srcId="{7F1EEFDC-28D1-472F-914E-38685DC571B5}" destId="{EBEAE0ED-21E8-4B5F-929A-01D7E3CF5FC1}" srcOrd="0" destOrd="0" presId="urn:microsoft.com/office/officeart/2008/layout/LinedList"/>
    <dgm:cxn modelId="{9C504CF2-AEE5-4891-9295-178DCFA60C5D}" type="presParOf" srcId="{7F1EEFDC-28D1-472F-914E-38685DC571B5}" destId="{BEA2E944-4811-4413-BAE4-3365BC340373}" srcOrd="1" destOrd="0" presId="urn:microsoft.com/office/officeart/2008/layout/LinedList"/>
    <dgm:cxn modelId="{6A410717-2158-41C4-9660-2378F2CA4DA9}" type="presParOf" srcId="{994FB3BD-78B2-421F-B147-F1CEE03C3F3D}" destId="{22FD22A1-60B2-4173-B66C-BF93675C9FBC}" srcOrd="8" destOrd="0" presId="urn:microsoft.com/office/officeart/2008/layout/LinedList"/>
    <dgm:cxn modelId="{DEF63EE6-2132-4862-8FD4-26E4F9097F2B}" type="presParOf" srcId="{994FB3BD-78B2-421F-B147-F1CEE03C3F3D}" destId="{E4977E0F-E1D5-4707-A657-4C582C026384}" srcOrd="9" destOrd="0" presId="urn:microsoft.com/office/officeart/2008/layout/LinedList"/>
    <dgm:cxn modelId="{9077172F-D4FF-4543-B3BD-A984DD5A2914}" type="presParOf" srcId="{E4977E0F-E1D5-4707-A657-4C582C026384}" destId="{DD6C72FE-3076-4A52-9E88-C9E5B73D5CD6}" srcOrd="0" destOrd="0" presId="urn:microsoft.com/office/officeart/2008/layout/LinedList"/>
    <dgm:cxn modelId="{3A88BCD1-9BD8-430C-9DC6-C84E27E92A08}" type="presParOf" srcId="{E4977E0F-E1D5-4707-A657-4C582C026384}" destId="{FA32D705-17B1-4456-A552-19E219E5D319}" srcOrd="1" destOrd="0" presId="urn:microsoft.com/office/officeart/2008/layout/LinedList"/>
    <dgm:cxn modelId="{49116B98-DC89-48CA-B26F-C23036DF6504}" type="presParOf" srcId="{994FB3BD-78B2-421F-B147-F1CEE03C3F3D}" destId="{9DB1FEEF-9289-437E-8364-0410417BDFEE}" srcOrd="10" destOrd="0" presId="urn:microsoft.com/office/officeart/2008/layout/LinedList"/>
    <dgm:cxn modelId="{32CB252D-1661-405A-9271-67092EDEBE8A}" type="presParOf" srcId="{994FB3BD-78B2-421F-B147-F1CEE03C3F3D}" destId="{4768BB6D-45D5-475F-93F8-AD57C602D753}" srcOrd="11" destOrd="0" presId="urn:microsoft.com/office/officeart/2008/layout/LinedList"/>
    <dgm:cxn modelId="{DE50B162-970E-401B-965F-2B62CE3D76C8}" type="presParOf" srcId="{4768BB6D-45D5-475F-93F8-AD57C602D753}" destId="{2047E56F-B14C-4EFB-B2AE-7CF3E031C69F}" srcOrd="0" destOrd="0" presId="urn:microsoft.com/office/officeart/2008/layout/LinedList"/>
    <dgm:cxn modelId="{302097DD-268F-4207-B072-BDADB7AB303A}" type="presParOf" srcId="{4768BB6D-45D5-475F-93F8-AD57C602D753}" destId="{A2719726-B080-4B6A-94CA-05488F3874DC}" srcOrd="1" destOrd="0" presId="urn:microsoft.com/office/officeart/2008/layout/LinedList"/>
    <dgm:cxn modelId="{DB264BEC-B970-438F-B405-991083A0FF03}" type="presParOf" srcId="{994FB3BD-78B2-421F-B147-F1CEE03C3F3D}" destId="{E7998B15-FF46-44EB-8642-50B39D673F2F}" srcOrd="12" destOrd="0" presId="urn:microsoft.com/office/officeart/2008/layout/LinedList"/>
    <dgm:cxn modelId="{04F55B09-B00B-4E4F-AD65-23949B9E4AFB}" type="presParOf" srcId="{994FB3BD-78B2-421F-B147-F1CEE03C3F3D}" destId="{9D3D2504-EFF3-45DC-B1F7-75BAE71F2E27}" srcOrd="13" destOrd="0" presId="urn:microsoft.com/office/officeart/2008/layout/LinedList"/>
    <dgm:cxn modelId="{51A09F9E-1F81-472A-9C82-264791D4E908}" type="presParOf" srcId="{9D3D2504-EFF3-45DC-B1F7-75BAE71F2E27}" destId="{2C7E159F-D93E-4446-8A89-7348453CD722}" srcOrd="0" destOrd="0" presId="urn:microsoft.com/office/officeart/2008/layout/LinedList"/>
    <dgm:cxn modelId="{4DBBDD91-B72E-4B3A-85A6-AD3315CE65E5}" type="presParOf" srcId="{9D3D2504-EFF3-45DC-B1F7-75BAE71F2E27}" destId="{C7EF531D-5448-4E9C-9D0A-CF6CE8E40B0E}" srcOrd="1" destOrd="0" presId="urn:microsoft.com/office/officeart/2008/layout/LinedList"/>
    <dgm:cxn modelId="{140FBB91-106E-428A-8C25-4D191C4DFF9A}" type="presParOf" srcId="{994FB3BD-78B2-421F-B147-F1CEE03C3F3D}" destId="{7F02D456-8E0D-409F-9C0E-7334E78B0A8D}" srcOrd="14" destOrd="0" presId="urn:microsoft.com/office/officeart/2008/layout/LinedList"/>
    <dgm:cxn modelId="{7C855257-D6A9-453E-9C01-16269794EA6C}" type="presParOf" srcId="{994FB3BD-78B2-421F-B147-F1CEE03C3F3D}" destId="{7AAD14C7-347E-40F5-91DB-6928DB9D17F9}" srcOrd="15" destOrd="0" presId="urn:microsoft.com/office/officeart/2008/layout/LinedList"/>
    <dgm:cxn modelId="{85AEC4B8-AEB8-4918-B832-43E52EBDDCC5}" type="presParOf" srcId="{7AAD14C7-347E-40F5-91DB-6928DB9D17F9}" destId="{2990544D-2040-48F2-A63F-9DC478B5FE1B}" srcOrd="0" destOrd="0" presId="urn:microsoft.com/office/officeart/2008/layout/LinedList"/>
    <dgm:cxn modelId="{6EF130AB-0E0F-4A9B-9A79-E624B71EAC9B}" type="presParOf" srcId="{7AAD14C7-347E-40F5-91DB-6928DB9D17F9}" destId="{0FF361BE-FC44-46FE-AA9A-6FC2568C99A1}" srcOrd="1" destOrd="0" presId="urn:microsoft.com/office/officeart/2008/layout/LinedList"/>
    <dgm:cxn modelId="{269592E5-FF32-4C29-A725-EA1EDCDC8D22}" type="presParOf" srcId="{994FB3BD-78B2-421F-B147-F1CEE03C3F3D}" destId="{217F2202-D1DB-4220-BF4E-31DC4885ED82}" srcOrd="16" destOrd="0" presId="urn:microsoft.com/office/officeart/2008/layout/LinedList"/>
    <dgm:cxn modelId="{B7B8C608-7281-45BB-996F-457784E40FD8}" type="presParOf" srcId="{994FB3BD-78B2-421F-B147-F1CEE03C3F3D}" destId="{F266023B-5EA7-44B8-BCD0-4901577627A3}" srcOrd="17" destOrd="0" presId="urn:microsoft.com/office/officeart/2008/layout/LinedList"/>
    <dgm:cxn modelId="{C52F982A-2E3E-412C-B72E-14065DB96FE3}" type="presParOf" srcId="{F266023B-5EA7-44B8-BCD0-4901577627A3}" destId="{DFCE67F6-1020-465A-9B0C-08B11B69938A}" srcOrd="0" destOrd="0" presId="urn:microsoft.com/office/officeart/2008/layout/LinedList"/>
    <dgm:cxn modelId="{6A9F7D89-6A39-4DF5-89DD-C061040589FE}" type="presParOf" srcId="{F266023B-5EA7-44B8-BCD0-4901577627A3}" destId="{F5DDAAC3-F1B6-4861-B930-A0D485DA75AC}"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3DD4587-6F33-4502-B901-32FBD17693C2}"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75CFEBF0-39C1-4595-A1E4-3C7BDE5B34C1}">
      <dgm:prSet/>
      <dgm:spPr/>
      <dgm:t>
        <a:bodyPr/>
        <a:lstStyle/>
        <a:p>
          <a:r>
            <a:rPr lang="en-IN" i="1" dirty="0"/>
            <a:t>Potthast, M., Kiesel, J., Reinartz, K., </a:t>
          </a:r>
          <a:r>
            <a:rPr lang="en-IN" i="1" dirty="0" err="1"/>
            <a:t>Bevendorff</a:t>
          </a:r>
          <a:r>
            <a:rPr lang="en-IN" i="1" dirty="0"/>
            <a:t>, J., &amp; Stein, B. (2018). A stylometric inquiry into </a:t>
          </a:r>
          <a:r>
            <a:rPr lang="en-IN" i="1" dirty="0" err="1"/>
            <a:t>hyperpartisan</a:t>
          </a:r>
          <a:r>
            <a:rPr lang="en-IN" i="1" dirty="0"/>
            <a:t> and fake news. Proceedings of the 56th Annual Meeting of the Association for Computational Linguistics, 231–240.</a:t>
          </a:r>
          <a:endParaRPr lang="en-US" dirty="0"/>
        </a:p>
      </dgm:t>
    </dgm:pt>
    <dgm:pt modelId="{EB4B36B0-7D0F-46F4-9AF9-51B280F4F66F}" type="parTrans" cxnId="{5660A0B0-DCC9-4DE3-81CD-2EB5AF62F5F6}">
      <dgm:prSet/>
      <dgm:spPr/>
      <dgm:t>
        <a:bodyPr/>
        <a:lstStyle/>
        <a:p>
          <a:endParaRPr lang="en-US"/>
        </a:p>
      </dgm:t>
    </dgm:pt>
    <dgm:pt modelId="{D828B0F4-C197-4FCA-B25A-4E574D8BBDE4}" type="sibTrans" cxnId="{5660A0B0-DCC9-4DE3-81CD-2EB5AF62F5F6}">
      <dgm:prSet/>
      <dgm:spPr/>
      <dgm:t>
        <a:bodyPr/>
        <a:lstStyle/>
        <a:p>
          <a:endParaRPr lang="en-US"/>
        </a:p>
      </dgm:t>
    </dgm:pt>
    <dgm:pt modelId="{E2633146-F1F2-4331-835C-EAF32C2CD1D7}">
      <dgm:prSet/>
      <dgm:spPr/>
      <dgm:t>
        <a:bodyPr/>
        <a:lstStyle/>
        <a:p>
          <a:r>
            <a:rPr lang="en-IN" i="1" dirty="0"/>
            <a:t>Shu, K., </a:t>
          </a:r>
          <a:r>
            <a:rPr lang="en-IN" i="1" dirty="0" err="1"/>
            <a:t>Mahudeswaran</a:t>
          </a:r>
          <a:r>
            <a:rPr lang="en-IN" i="1" dirty="0"/>
            <a:t>, D., Wang, S., Lee, D., &amp; Liu, H. (2020). </a:t>
          </a:r>
          <a:r>
            <a:rPr lang="en-IN" i="1" dirty="0" err="1"/>
            <a:t>FakeNewsNet</a:t>
          </a:r>
          <a:r>
            <a:rPr lang="en-IN" i="1" dirty="0"/>
            <a:t>: A data repository with news content, social context, and spatiotemporal information for studying fake news on social media. Big Data, 8(3), 171–188.</a:t>
          </a:r>
          <a:endParaRPr lang="en-US" dirty="0"/>
        </a:p>
      </dgm:t>
    </dgm:pt>
    <dgm:pt modelId="{733FB86B-BD40-4F27-8BA4-BDC4A0A85AAB}" type="parTrans" cxnId="{CE3834FC-8925-4107-AE43-23E00D0A0660}">
      <dgm:prSet/>
      <dgm:spPr/>
      <dgm:t>
        <a:bodyPr/>
        <a:lstStyle/>
        <a:p>
          <a:endParaRPr lang="en-US"/>
        </a:p>
      </dgm:t>
    </dgm:pt>
    <dgm:pt modelId="{52261B42-0F2E-45E6-913C-927879ED7A42}" type="sibTrans" cxnId="{CE3834FC-8925-4107-AE43-23E00D0A0660}">
      <dgm:prSet/>
      <dgm:spPr/>
      <dgm:t>
        <a:bodyPr/>
        <a:lstStyle/>
        <a:p>
          <a:endParaRPr lang="en-US"/>
        </a:p>
      </dgm:t>
    </dgm:pt>
    <dgm:pt modelId="{0AA9224F-21B6-4759-A2CE-D1D624DA7C2C}">
      <dgm:prSet/>
      <dgm:spPr/>
      <dgm:t>
        <a:bodyPr/>
        <a:lstStyle/>
        <a:p>
          <a:r>
            <a:rPr lang="en-IN" i="1" dirty="0"/>
            <a:t>Soleimani, A., Monz, C., &amp; Worring, M. (2020). BERT for evidence retrieval and claim verification. Proceedings of the 42nd European Conference on Information Retrieval, 359–366.</a:t>
          </a:r>
          <a:endParaRPr lang="en-US" dirty="0"/>
        </a:p>
      </dgm:t>
    </dgm:pt>
    <dgm:pt modelId="{627C3E34-46FC-4E0F-B286-1D0CD030CCAF}" type="parTrans" cxnId="{516495A2-B443-4317-9360-D6A24CDF51D8}">
      <dgm:prSet/>
      <dgm:spPr/>
      <dgm:t>
        <a:bodyPr/>
        <a:lstStyle/>
        <a:p>
          <a:endParaRPr lang="en-US"/>
        </a:p>
      </dgm:t>
    </dgm:pt>
    <dgm:pt modelId="{361B12D8-803B-4833-8E51-1066F06DECA9}" type="sibTrans" cxnId="{516495A2-B443-4317-9360-D6A24CDF51D8}">
      <dgm:prSet/>
      <dgm:spPr/>
      <dgm:t>
        <a:bodyPr/>
        <a:lstStyle/>
        <a:p>
          <a:endParaRPr lang="en-US"/>
        </a:p>
      </dgm:t>
    </dgm:pt>
    <dgm:pt modelId="{6A0D94DF-84F2-4198-9836-A9576419A73A}">
      <dgm:prSet/>
      <dgm:spPr/>
      <dgm:t>
        <a:bodyPr/>
        <a:lstStyle/>
        <a:p>
          <a:r>
            <a:rPr lang="en-IN" i="1" dirty="0" err="1"/>
            <a:t>Tchechmedjiev</a:t>
          </a:r>
          <a:r>
            <a:rPr lang="en-IN" i="1" dirty="0"/>
            <a:t>, A., Fafalios, P., Boland, K., Gasquet, M., Zloch, M., </a:t>
          </a:r>
          <a:r>
            <a:rPr lang="en-IN" i="1" dirty="0" err="1"/>
            <a:t>Zapilko</a:t>
          </a:r>
          <a:r>
            <a:rPr lang="en-IN" i="1" dirty="0"/>
            <a:t>, B., Dietze, S., &amp; Todorov, K. (2019). </a:t>
          </a:r>
          <a:r>
            <a:rPr lang="en-IN" i="1" dirty="0" err="1"/>
            <a:t>ClaimsKG</a:t>
          </a:r>
          <a:r>
            <a:rPr lang="en-IN" i="1" dirty="0"/>
            <a:t>: A knowledge graph of fact-checked claims. Proceedings of the 18th International Semantic Web Conference, 309–324.</a:t>
          </a:r>
          <a:endParaRPr lang="en-US" dirty="0"/>
        </a:p>
      </dgm:t>
    </dgm:pt>
    <dgm:pt modelId="{501AABAB-0E2D-443C-99ED-AC540B6BEDF6}" type="parTrans" cxnId="{5DC6C981-7E77-4E68-9D13-54BF441A2C9B}">
      <dgm:prSet/>
      <dgm:spPr/>
      <dgm:t>
        <a:bodyPr/>
        <a:lstStyle/>
        <a:p>
          <a:endParaRPr lang="en-US"/>
        </a:p>
      </dgm:t>
    </dgm:pt>
    <dgm:pt modelId="{8B59321B-A6AE-4DBC-ACBC-02C29A45B8F5}" type="sibTrans" cxnId="{5DC6C981-7E77-4E68-9D13-54BF441A2C9B}">
      <dgm:prSet/>
      <dgm:spPr/>
      <dgm:t>
        <a:bodyPr/>
        <a:lstStyle/>
        <a:p>
          <a:endParaRPr lang="en-US"/>
        </a:p>
      </dgm:t>
    </dgm:pt>
    <dgm:pt modelId="{F30A71DF-EF8B-4D41-A986-4EF0D01FC54C}">
      <dgm:prSet/>
      <dgm:spPr/>
      <dgm:t>
        <a:bodyPr/>
        <a:lstStyle/>
        <a:p>
          <a:r>
            <a:rPr lang="en-IN" i="1" dirty="0"/>
            <a:t>Thorne, J., Vlachos, A., Christodoulopoulos, C., &amp; Mittal, A. (2018). FEVER: A large-scale dataset for fact extraction and verification. Proceedings of the 2018 Conference of the North American Chapter of the Association for Computational Linguistics, 809–819.</a:t>
          </a:r>
          <a:endParaRPr lang="en-US" dirty="0"/>
        </a:p>
      </dgm:t>
    </dgm:pt>
    <dgm:pt modelId="{39493F83-9CAF-461C-BAF8-773F6D4ADE0D}" type="parTrans" cxnId="{D6AC779B-A169-4E8E-A199-2F1AF76BF80D}">
      <dgm:prSet/>
      <dgm:spPr/>
      <dgm:t>
        <a:bodyPr/>
        <a:lstStyle/>
        <a:p>
          <a:endParaRPr lang="en-US"/>
        </a:p>
      </dgm:t>
    </dgm:pt>
    <dgm:pt modelId="{2AE2D86C-E3B2-488E-9DF3-999B3100FFA4}" type="sibTrans" cxnId="{D6AC779B-A169-4E8E-A199-2F1AF76BF80D}">
      <dgm:prSet/>
      <dgm:spPr/>
      <dgm:t>
        <a:bodyPr/>
        <a:lstStyle/>
        <a:p>
          <a:endParaRPr lang="en-US"/>
        </a:p>
      </dgm:t>
    </dgm:pt>
    <dgm:pt modelId="{A83A68D6-F6AF-4FBA-BE02-FD7E7C5ECD7C}">
      <dgm:prSet/>
      <dgm:spPr/>
      <dgm:t>
        <a:bodyPr/>
        <a:lstStyle/>
        <a:p>
          <a:r>
            <a:rPr lang="en-IN" i="1" dirty="0"/>
            <a:t>Vlachos, A., &amp; Riedel, S. (2014). Fact checking: Task definition and dataset construction. Proceedings of the ACL 2014 Workshop on Language Technologies and Computational Social Science, 18–22.</a:t>
          </a:r>
          <a:endParaRPr lang="en-US" dirty="0"/>
        </a:p>
      </dgm:t>
    </dgm:pt>
    <dgm:pt modelId="{83BF3AA7-3078-4DE6-9FE1-2B9B739663C8}" type="parTrans" cxnId="{1D563E9D-D695-4B38-872F-CD34D669B945}">
      <dgm:prSet/>
      <dgm:spPr/>
      <dgm:t>
        <a:bodyPr/>
        <a:lstStyle/>
        <a:p>
          <a:endParaRPr lang="en-US"/>
        </a:p>
      </dgm:t>
    </dgm:pt>
    <dgm:pt modelId="{ECCE4855-33D0-417F-96FB-E5F218A694B4}" type="sibTrans" cxnId="{1D563E9D-D695-4B38-872F-CD34D669B945}">
      <dgm:prSet/>
      <dgm:spPr/>
      <dgm:t>
        <a:bodyPr/>
        <a:lstStyle/>
        <a:p>
          <a:endParaRPr lang="en-US"/>
        </a:p>
      </dgm:t>
    </dgm:pt>
    <dgm:pt modelId="{DD66E14F-581E-48F5-9AB1-98A48308E88C}">
      <dgm:prSet/>
      <dgm:spPr/>
      <dgm:t>
        <a:bodyPr/>
        <a:lstStyle/>
        <a:p>
          <a:r>
            <a:rPr lang="en-IN" i="1" dirty="0"/>
            <a:t>Wang, W. Y. (2017). “Liar, liar pants on fire”: A new benchmark dataset for fake news detection. Proceedings of the 55th Annual Meeting of the Association for Computational Linguistics, 422–426.</a:t>
          </a:r>
        </a:p>
      </dgm:t>
    </dgm:pt>
    <dgm:pt modelId="{381B63D3-D0D7-427C-A8B2-4F97A020EB8F}" type="parTrans" cxnId="{402E8797-A644-4386-9D0C-9403A4E7311C}">
      <dgm:prSet/>
      <dgm:spPr/>
      <dgm:t>
        <a:bodyPr/>
        <a:lstStyle/>
        <a:p>
          <a:endParaRPr lang="en-US"/>
        </a:p>
      </dgm:t>
    </dgm:pt>
    <dgm:pt modelId="{AFC1E196-41E0-4BEF-B2F4-01DBCD386E46}" type="sibTrans" cxnId="{402E8797-A644-4386-9D0C-9403A4E7311C}">
      <dgm:prSet/>
      <dgm:spPr/>
      <dgm:t>
        <a:bodyPr/>
        <a:lstStyle/>
        <a:p>
          <a:endParaRPr lang="en-US"/>
        </a:p>
      </dgm:t>
    </dgm:pt>
    <dgm:pt modelId="{994FB3BD-78B2-421F-B147-F1CEE03C3F3D}" type="pres">
      <dgm:prSet presAssocID="{13DD4587-6F33-4502-B901-32FBD17693C2}" presName="vert0" presStyleCnt="0">
        <dgm:presLayoutVars>
          <dgm:dir/>
          <dgm:animOne val="branch"/>
          <dgm:animLvl val="lvl"/>
        </dgm:presLayoutVars>
      </dgm:prSet>
      <dgm:spPr/>
    </dgm:pt>
    <dgm:pt modelId="{571079C5-5DA3-467A-88CC-B22C74321359}" type="pres">
      <dgm:prSet presAssocID="{75CFEBF0-39C1-4595-A1E4-3C7BDE5B34C1}" presName="thickLine" presStyleLbl="alignNode1" presStyleIdx="0" presStyleCnt="7"/>
      <dgm:spPr/>
    </dgm:pt>
    <dgm:pt modelId="{D50130AA-BEA8-4133-ADE7-97F2543B7D0F}" type="pres">
      <dgm:prSet presAssocID="{75CFEBF0-39C1-4595-A1E4-3C7BDE5B34C1}" presName="horz1" presStyleCnt="0"/>
      <dgm:spPr/>
    </dgm:pt>
    <dgm:pt modelId="{A02AF928-FDF9-4433-9A54-126E2C00F8B1}" type="pres">
      <dgm:prSet presAssocID="{75CFEBF0-39C1-4595-A1E4-3C7BDE5B34C1}" presName="tx1" presStyleLbl="revTx" presStyleIdx="0" presStyleCnt="7"/>
      <dgm:spPr/>
    </dgm:pt>
    <dgm:pt modelId="{A79C0D91-F212-4837-A6D4-DA9F88E8CD02}" type="pres">
      <dgm:prSet presAssocID="{75CFEBF0-39C1-4595-A1E4-3C7BDE5B34C1}" presName="vert1" presStyleCnt="0"/>
      <dgm:spPr/>
    </dgm:pt>
    <dgm:pt modelId="{FB2DC51A-C8F6-4E84-A6FF-FABD336094CF}" type="pres">
      <dgm:prSet presAssocID="{E2633146-F1F2-4331-835C-EAF32C2CD1D7}" presName="thickLine" presStyleLbl="alignNode1" presStyleIdx="1" presStyleCnt="7"/>
      <dgm:spPr/>
    </dgm:pt>
    <dgm:pt modelId="{5418A4B6-EBA9-4421-8578-672FEFB2FC02}" type="pres">
      <dgm:prSet presAssocID="{E2633146-F1F2-4331-835C-EAF32C2CD1D7}" presName="horz1" presStyleCnt="0"/>
      <dgm:spPr/>
    </dgm:pt>
    <dgm:pt modelId="{651D581F-FF05-45B4-AEE5-CDA44EEBB9EE}" type="pres">
      <dgm:prSet presAssocID="{E2633146-F1F2-4331-835C-EAF32C2CD1D7}" presName="tx1" presStyleLbl="revTx" presStyleIdx="1" presStyleCnt="7"/>
      <dgm:spPr/>
    </dgm:pt>
    <dgm:pt modelId="{4AAD01A9-2B3D-4BC5-8E8B-A84B6C85A534}" type="pres">
      <dgm:prSet presAssocID="{E2633146-F1F2-4331-835C-EAF32C2CD1D7}" presName="vert1" presStyleCnt="0"/>
      <dgm:spPr/>
    </dgm:pt>
    <dgm:pt modelId="{6888821A-1539-4C1C-A5D4-9E8660C779A1}" type="pres">
      <dgm:prSet presAssocID="{0AA9224F-21B6-4759-A2CE-D1D624DA7C2C}" presName="thickLine" presStyleLbl="alignNode1" presStyleIdx="2" presStyleCnt="7"/>
      <dgm:spPr/>
    </dgm:pt>
    <dgm:pt modelId="{BDE61A34-8B58-49BD-9597-2DB19CA85247}" type="pres">
      <dgm:prSet presAssocID="{0AA9224F-21B6-4759-A2CE-D1D624DA7C2C}" presName="horz1" presStyleCnt="0"/>
      <dgm:spPr/>
    </dgm:pt>
    <dgm:pt modelId="{640C8291-B92E-4265-BDB8-15CAD122F5CC}" type="pres">
      <dgm:prSet presAssocID="{0AA9224F-21B6-4759-A2CE-D1D624DA7C2C}" presName="tx1" presStyleLbl="revTx" presStyleIdx="2" presStyleCnt="7"/>
      <dgm:spPr/>
    </dgm:pt>
    <dgm:pt modelId="{4FFD1D93-8092-450D-808E-ACC1899706CC}" type="pres">
      <dgm:prSet presAssocID="{0AA9224F-21B6-4759-A2CE-D1D624DA7C2C}" presName="vert1" presStyleCnt="0"/>
      <dgm:spPr/>
    </dgm:pt>
    <dgm:pt modelId="{2B9F4703-AEC7-49D7-BC99-D1C36FBAC7A9}" type="pres">
      <dgm:prSet presAssocID="{6A0D94DF-84F2-4198-9836-A9576419A73A}" presName="thickLine" presStyleLbl="alignNode1" presStyleIdx="3" presStyleCnt="7"/>
      <dgm:spPr/>
    </dgm:pt>
    <dgm:pt modelId="{7F1EEFDC-28D1-472F-914E-38685DC571B5}" type="pres">
      <dgm:prSet presAssocID="{6A0D94DF-84F2-4198-9836-A9576419A73A}" presName="horz1" presStyleCnt="0"/>
      <dgm:spPr/>
    </dgm:pt>
    <dgm:pt modelId="{EBEAE0ED-21E8-4B5F-929A-01D7E3CF5FC1}" type="pres">
      <dgm:prSet presAssocID="{6A0D94DF-84F2-4198-9836-A9576419A73A}" presName="tx1" presStyleLbl="revTx" presStyleIdx="3" presStyleCnt="7"/>
      <dgm:spPr/>
    </dgm:pt>
    <dgm:pt modelId="{BEA2E944-4811-4413-BAE4-3365BC340373}" type="pres">
      <dgm:prSet presAssocID="{6A0D94DF-84F2-4198-9836-A9576419A73A}" presName="vert1" presStyleCnt="0"/>
      <dgm:spPr/>
    </dgm:pt>
    <dgm:pt modelId="{22FD22A1-60B2-4173-B66C-BF93675C9FBC}" type="pres">
      <dgm:prSet presAssocID="{F30A71DF-EF8B-4D41-A986-4EF0D01FC54C}" presName="thickLine" presStyleLbl="alignNode1" presStyleIdx="4" presStyleCnt="7"/>
      <dgm:spPr/>
    </dgm:pt>
    <dgm:pt modelId="{E4977E0F-E1D5-4707-A657-4C582C026384}" type="pres">
      <dgm:prSet presAssocID="{F30A71DF-EF8B-4D41-A986-4EF0D01FC54C}" presName="horz1" presStyleCnt="0"/>
      <dgm:spPr/>
    </dgm:pt>
    <dgm:pt modelId="{DD6C72FE-3076-4A52-9E88-C9E5B73D5CD6}" type="pres">
      <dgm:prSet presAssocID="{F30A71DF-EF8B-4D41-A986-4EF0D01FC54C}" presName="tx1" presStyleLbl="revTx" presStyleIdx="4" presStyleCnt="7"/>
      <dgm:spPr/>
    </dgm:pt>
    <dgm:pt modelId="{FA32D705-17B1-4456-A552-19E219E5D319}" type="pres">
      <dgm:prSet presAssocID="{F30A71DF-EF8B-4D41-A986-4EF0D01FC54C}" presName="vert1" presStyleCnt="0"/>
      <dgm:spPr/>
    </dgm:pt>
    <dgm:pt modelId="{9DB1FEEF-9289-437E-8364-0410417BDFEE}" type="pres">
      <dgm:prSet presAssocID="{A83A68D6-F6AF-4FBA-BE02-FD7E7C5ECD7C}" presName="thickLine" presStyleLbl="alignNode1" presStyleIdx="5" presStyleCnt="7"/>
      <dgm:spPr/>
    </dgm:pt>
    <dgm:pt modelId="{4768BB6D-45D5-475F-93F8-AD57C602D753}" type="pres">
      <dgm:prSet presAssocID="{A83A68D6-F6AF-4FBA-BE02-FD7E7C5ECD7C}" presName="horz1" presStyleCnt="0"/>
      <dgm:spPr/>
    </dgm:pt>
    <dgm:pt modelId="{2047E56F-B14C-4EFB-B2AE-7CF3E031C69F}" type="pres">
      <dgm:prSet presAssocID="{A83A68D6-F6AF-4FBA-BE02-FD7E7C5ECD7C}" presName="tx1" presStyleLbl="revTx" presStyleIdx="5" presStyleCnt="7"/>
      <dgm:spPr/>
    </dgm:pt>
    <dgm:pt modelId="{A2719726-B080-4B6A-94CA-05488F3874DC}" type="pres">
      <dgm:prSet presAssocID="{A83A68D6-F6AF-4FBA-BE02-FD7E7C5ECD7C}" presName="vert1" presStyleCnt="0"/>
      <dgm:spPr/>
    </dgm:pt>
    <dgm:pt modelId="{E7998B15-FF46-44EB-8642-50B39D673F2F}" type="pres">
      <dgm:prSet presAssocID="{DD66E14F-581E-48F5-9AB1-98A48308E88C}" presName="thickLine" presStyleLbl="alignNode1" presStyleIdx="6" presStyleCnt="7"/>
      <dgm:spPr/>
    </dgm:pt>
    <dgm:pt modelId="{9D3D2504-EFF3-45DC-B1F7-75BAE71F2E27}" type="pres">
      <dgm:prSet presAssocID="{DD66E14F-581E-48F5-9AB1-98A48308E88C}" presName="horz1" presStyleCnt="0"/>
      <dgm:spPr/>
    </dgm:pt>
    <dgm:pt modelId="{2C7E159F-D93E-4446-8A89-7348453CD722}" type="pres">
      <dgm:prSet presAssocID="{DD66E14F-581E-48F5-9AB1-98A48308E88C}" presName="tx1" presStyleLbl="revTx" presStyleIdx="6" presStyleCnt="7"/>
      <dgm:spPr/>
    </dgm:pt>
    <dgm:pt modelId="{C7EF531D-5448-4E9C-9D0A-CF6CE8E40B0E}" type="pres">
      <dgm:prSet presAssocID="{DD66E14F-581E-48F5-9AB1-98A48308E88C}" presName="vert1" presStyleCnt="0"/>
      <dgm:spPr/>
    </dgm:pt>
  </dgm:ptLst>
  <dgm:cxnLst>
    <dgm:cxn modelId="{4DA6CE20-FFDF-4067-9CEF-4360A8AE5264}" type="presOf" srcId="{6A0D94DF-84F2-4198-9836-A9576419A73A}" destId="{EBEAE0ED-21E8-4B5F-929A-01D7E3CF5FC1}" srcOrd="0" destOrd="0" presId="urn:microsoft.com/office/officeart/2008/layout/LinedList"/>
    <dgm:cxn modelId="{39BC5A54-EDAB-4AE3-AFA5-A9A8450E244E}" type="presOf" srcId="{E2633146-F1F2-4331-835C-EAF32C2CD1D7}" destId="{651D581F-FF05-45B4-AEE5-CDA44EEBB9EE}" srcOrd="0" destOrd="0" presId="urn:microsoft.com/office/officeart/2008/layout/LinedList"/>
    <dgm:cxn modelId="{B7E5787F-B72C-458F-A5AB-83E6305CAB4D}" type="presOf" srcId="{13DD4587-6F33-4502-B901-32FBD17693C2}" destId="{994FB3BD-78B2-421F-B147-F1CEE03C3F3D}" srcOrd="0" destOrd="0" presId="urn:microsoft.com/office/officeart/2008/layout/LinedList"/>
    <dgm:cxn modelId="{5DC6C981-7E77-4E68-9D13-54BF441A2C9B}" srcId="{13DD4587-6F33-4502-B901-32FBD17693C2}" destId="{6A0D94DF-84F2-4198-9836-A9576419A73A}" srcOrd="3" destOrd="0" parTransId="{501AABAB-0E2D-443C-99ED-AC540B6BEDF6}" sibTransId="{8B59321B-A6AE-4DBC-ACBC-02C29A45B8F5}"/>
    <dgm:cxn modelId="{ECED078F-6AC2-4270-9D1D-3AE980505C24}" type="presOf" srcId="{75CFEBF0-39C1-4595-A1E4-3C7BDE5B34C1}" destId="{A02AF928-FDF9-4433-9A54-126E2C00F8B1}" srcOrd="0" destOrd="0" presId="urn:microsoft.com/office/officeart/2008/layout/LinedList"/>
    <dgm:cxn modelId="{D82B8497-2029-4DB4-BCA7-18931454CCAF}" type="presOf" srcId="{DD66E14F-581E-48F5-9AB1-98A48308E88C}" destId="{2C7E159F-D93E-4446-8A89-7348453CD722}" srcOrd="0" destOrd="0" presId="urn:microsoft.com/office/officeart/2008/layout/LinedList"/>
    <dgm:cxn modelId="{402E8797-A644-4386-9D0C-9403A4E7311C}" srcId="{13DD4587-6F33-4502-B901-32FBD17693C2}" destId="{DD66E14F-581E-48F5-9AB1-98A48308E88C}" srcOrd="6" destOrd="0" parTransId="{381B63D3-D0D7-427C-A8B2-4F97A020EB8F}" sibTransId="{AFC1E196-41E0-4BEF-B2F4-01DBCD386E46}"/>
    <dgm:cxn modelId="{402EBD9A-437D-45AA-958C-E780918589E9}" type="presOf" srcId="{F30A71DF-EF8B-4D41-A986-4EF0D01FC54C}" destId="{DD6C72FE-3076-4A52-9E88-C9E5B73D5CD6}" srcOrd="0" destOrd="0" presId="urn:microsoft.com/office/officeart/2008/layout/LinedList"/>
    <dgm:cxn modelId="{D6AC779B-A169-4E8E-A199-2F1AF76BF80D}" srcId="{13DD4587-6F33-4502-B901-32FBD17693C2}" destId="{F30A71DF-EF8B-4D41-A986-4EF0D01FC54C}" srcOrd="4" destOrd="0" parTransId="{39493F83-9CAF-461C-BAF8-773F6D4ADE0D}" sibTransId="{2AE2D86C-E3B2-488E-9DF3-999B3100FFA4}"/>
    <dgm:cxn modelId="{1D563E9D-D695-4B38-872F-CD34D669B945}" srcId="{13DD4587-6F33-4502-B901-32FBD17693C2}" destId="{A83A68D6-F6AF-4FBA-BE02-FD7E7C5ECD7C}" srcOrd="5" destOrd="0" parTransId="{83BF3AA7-3078-4DE6-9FE1-2B9B739663C8}" sibTransId="{ECCE4855-33D0-417F-96FB-E5F218A694B4}"/>
    <dgm:cxn modelId="{516495A2-B443-4317-9360-D6A24CDF51D8}" srcId="{13DD4587-6F33-4502-B901-32FBD17693C2}" destId="{0AA9224F-21B6-4759-A2CE-D1D624DA7C2C}" srcOrd="2" destOrd="0" parTransId="{627C3E34-46FC-4E0F-B286-1D0CD030CCAF}" sibTransId="{361B12D8-803B-4833-8E51-1066F06DECA9}"/>
    <dgm:cxn modelId="{5660A0B0-DCC9-4DE3-81CD-2EB5AF62F5F6}" srcId="{13DD4587-6F33-4502-B901-32FBD17693C2}" destId="{75CFEBF0-39C1-4595-A1E4-3C7BDE5B34C1}" srcOrd="0" destOrd="0" parTransId="{EB4B36B0-7D0F-46F4-9AF9-51B280F4F66F}" sibTransId="{D828B0F4-C197-4FCA-B25A-4E574D8BBDE4}"/>
    <dgm:cxn modelId="{8D1231EC-B935-45B1-8555-EDA899AE94F7}" type="presOf" srcId="{0AA9224F-21B6-4759-A2CE-D1D624DA7C2C}" destId="{640C8291-B92E-4265-BDB8-15CAD122F5CC}" srcOrd="0" destOrd="0" presId="urn:microsoft.com/office/officeart/2008/layout/LinedList"/>
    <dgm:cxn modelId="{93A8F7FA-D62E-4139-A958-CDC962BA7A1B}" type="presOf" srcId="{A83A68D6-F6AF-4FBA-BE02-FD7E7C5ECD7C}" destId="{2047E56F-B14C-4EFB-B2AE-7CF3E031C69F}" srcOrd="0" destOrd="0" presId="urn:microsoft.com/office/officeart/2008/layout/LinedList"/>
    <dgm:cxn modelId="{CE3834FC-8925-4107-AE43-23E00D0A0660}" srcId="{13DD4587-6F33-4502-B901-32FBD17693C2}" destId="{E2633146-F1F2-4331-835C-EAF32C2CD1D7}" srcOrd="1" destOrd="0" parTransId="{733FB86B-BD40-4F27-8BA4-BDC4A0A85AAB}" sibTransId="{52261B42-0F2E-45E6-913C-927879ED7A42}"/>
    <dgm:cxn modelId="{5DE76954-ABEE-448F-98A6-7BB9EB29F142}" type="presParOf" srcId="{994FB3BD-78B2-421F-B147-F1CEE03C3F3D}" destId="{571079C5-5DA3-467A-88CC-B22C74321359}" srcOrd="0" destOrd="0" presId="urn:microsoft.com/office/officeart/2008/layout/LinedList"/>
    <dgm:cxn modelId="{2D58D0A0-8B19-4A3B-906D-72030C942AD7}" type="presParOf" srcId="{994FB3BD-78B2-421F-B147-F1CEE03C3F3D}" destId="{D50130AA-BEA8-4133-ADE7-97F2543B7D0F}" srcOrd="1" destOrd="0" presId="urn:microsoft.com/office/officeart/2008/layout/LinedList"/>
    <dgm:cxn modelId="{D63D05BF-5217-4B37-8A95-649FC024989A}" type="presParOf" srcId="{D50130AA-BEA8-4133-ADE7-97F2543B7D0F}" destId="{A02AF928-FDF9-4433-9A54-126E2C00F8B1}" srcOrd="0" destOrd="0" presId="urn:microsoft.com/office/officeart/2008/layout/LinedList"/>
    <dgm:cxn modelId="{B7A8C811-8BAA-439A-9987-42115B904B33}" type="presParOf" srcId="{D50130AA-BEA8-4133-ADE7-97F2543B7D0F}" destId="{A79C0D91-F212-4837-A6D4-DA9F88E8CD02}" srcOrd="1" destOrd="0" presId="urn:microsoft.com/office/officeart/2008/layout/LinedList"/>
    <dgm:cxn modelId="{4E894282-7300-4795-8E2B-3D5DD02518BC}" type="presParOf" srcId="{994FB3BD-78B2-421F-B147-F1CEE03C3F3D}" destId="{FB2DC51A-C8F6-4E84-A6FF-FABD336094CF}" srcOrd="2" destOrd="0" presId="urn:microsoft.com/office/officeart/2008/layout/LinedList"/>
    <dgm:cxn modelId="{00B98D1C-9604-4BF9-BAA6-CBB815220A5C}" type="presParOf" srcId="{994FB3BD-78B2-421F-B147-F1CEE03C3F3D}" destId="{5418A4B6-EBA9-4421-8578-672FEFB2FC02}" srcOrd="3" destOrd="0" presId="urn:microsoft.com/office/officeart/2008/layout/LinedList"/>
    <dgm:cxn modelId="{BD641BD5-29DB-4ABC-82CA-40A6BC6CDF41}" type="presParOf" srcId="{5418A4B6-EBA9-4421-8578-672FEFB2FC02}" destId="{651D581F-FF05-45B4-AEE5-CDA44EEBB9EE}" srcOrd="0" destOrd="0" presId="urn:microsoft.com/office/officeart/2008/layout/LinedList"/>
    <dgm:cxn modelId="{562D3B4D-A4A3-4CB4-8AE0-70F6DDF66D8B}" type="presParOf" srcId="{5418A4B6-EBA9-4421-8578-672FEFB2FC02}" destId="{4AAD01A9-2B3D-4BC5-8E8B-A84B6C85A534}" srcOrd="1" destOrd="0" presId="urn:microsoft.com/office/officeart/2008/layout/LinedList"/>
    <dgm:cxn modelId="{CACF1847-1B5A-44AC-B0AB-0CFCEF7B0620}" type="presParOf" srcId="{994FB3BD-78B2-421F-B147-F1CEE03C3F3D}" destId="{6888821A-1539-4C1C-A5D4-9E8660C779A1}" srcOrd="4" destOrd="0" presId="urn:microsoft.com/office/officeart/2008/layout/LinedList"/>
    <dgm:cxn modelId="{4BF70661-5D16-4D28-885F-0092A413D933}" type="presParOf" srcId="{994FB3BD-78B2-421F-B147-F1CEE03C3F3D}" destId="{BDE61A34-8B58-49BD-9597-2DB19CA85247}" srcOrd="5" destOrd="0" presId="urn:microsoft.com/office/officeart/2008/layout/LinedList"/>
    <dgm:cxn modelId="{306A6E31-A93B-41FA-B92E-9A4331D52DC3}" type="presParOf" srcId="{BDE61A34-8B58-49BD-9597-2DB19CA85247}" destId="{640C8291-B92E-4265-BDB8-15CAD122F5CC}" srcOrd="0" destOrd="0" presId="urn:microsoft.com/office/officeart/2008/layout/LinedList"/>
    <dgm:cxn modelId="{33AF2BCA-9974-4D61-BA88-9A6360536063}" type="presParOf" srcId="{BDE61A34-8B58-49BD-9597-2DB19CA85247}" destId="{4FFD1D93-8092-450D-808E-ACC1899706CC}" srcOrd="1" destOrd="0" presId="urn:microsoft.com/office/officeart/2008/layout/LinedList"/>
    <dgm:cxn modelId="{533B5BB9-3CC7-4A8B-B4AE-AB5FA38448A5}" type="presParOf" srcId="{994FB3BD-78B2-421F-B147-F1CEE03C3F3D}" destId="{2B9F4703-AEC7-49D7-BC99-D1C36FBAC7A9}" srcOrd="6" destOrd="0" presId="urn:microsoft.com/office/officeart/2008/layout/LinedList"/>
    <dgm:cxn modelId="{0D5C5E60-7A6E-4D39-8797-2C60A1F9DFA1}" type="presParOf" srcId="{994FB3BD-78B2-421F-B147-F1CEE03C3F3D}" destId="{7F1EEFDC-28D1-472F-914E-38685DC571B5}" srcOrd="7" destOrd="0" presId="urn:microsoft.com/office/officeart/2008/layout/LinedList"/>
    <dgm:cxn modelId="{E23610B1-2E51-41AC-B083-1D1B76A20B7D}" type="presParOf" srcId="{7F1EEFDC-28D1-472F-914E-38685DC571B5}" destId="{EBEAE0ED-21E8-4B5F-929A-01D7E3CF5FC1}" srcOrd="0" destOrd="0" presId="urn:microsoft.com/office/officeart/2008/layout/LinedList"/>
    <dgm:cxn modelId="{9C504CF2-AEE5-4891-9295-178DCFA60C5D}" type="presParOf" srcId="{7F1EEFDC-28D1-472F-914E-38685DC571B5}" destId="{BEA2E944-4811-4413-BAE4-3365BC340373}" srcOrd="1" destOrd="0" presId="urn:microsoft.com/office/officeart/2008/layout/LinedList"/>
    <dgm:cxn modelId="{6A410717-2158-41C4-9660-2378F2CA4DA9}" type="presParOf" srcId="{994FB3BD-78B2-421F-B147-F1CEE03C3F3D}" destId="{22FD22A1-60B2-4173-B66C-BF93675C9FBC}" srcOrd="8" destOrd="0" presId="urn:microsoft.com/office/officeart/2008/layout/LinedList"/>
    <dgm:cxn modelId="{DEF63EE6-2132-4862-8FD4-26E4F9097F2B}" type="presParOf" srcId="{994FB3BD-78B2-421F-B147-F1CEE03C3F3D}" destId="{E4977E0F-E1D5-4707-A657-4C582C026384}" srcOrd="9" destOrd="0" presId="urn:microsoft.com/office/officeart/2008/layout/LinedList"/>
    <dgm:cxn modelId="{9077172F-D4FF-4543-B3BD-A984DD5A2914}" type="presParOf" srcId="{E4977E0F-E1D5-4707-A657-4C582C026384}" destId="{DD6C72FE-3076-4A52-9E88-C9E5B73D5CD6}" srcOrd="0" destOrd="0" presId="urn:microsoft.com/office/officeart/2008/layout/LinedList"/>
    <dgm:cxn modelId="{3A88BCD1-9BD8-430C-9DC6-C84E27E92A08}" type="presParOf" srcId="{E4977E0F-E1D5-4707-A657-4C582C026384}" destId="{FA32D705-17B1-4456-A552-19E219E5D319}" srcOrd="1" destOrd="0" presId="urn:microsoft.com/office/officeart/2008/layout/LinedList"/>
    <dgm:cxn modelId="{49116B98-DC89-48CA-B26F-C23036DF6504}" type="presParOf" srcId="{994FB3BD-78B2-421F-B147-F1CEE03C3F3D}" destId="{9DB1FEEF-9289-437E-8364-0410417BDFEE}" srcOrd="10" destOrd="0" presId="urn:microsoft.com/office/officeart/2008/layout/LinedList"/>
    <dgm:cxn modelId="{32CB252D-1661-405A-9271-67092EDEBE8A}" type="presParOf" srcId="{994FB3BD-78B2-421F-B147-F1CEE03C3F3D}" destId="{4768BB6D-45D5-475F-93F8-AD57C602D753}" srcOrd="11" destOrd="0" presId="urn:microsoft.com/office/officeart/2008/layout/LinedList"/>
    <dgm:cxn modelId="{DE50B162-970E-401B-965F-2B62CE3D76C8}" type="presParOf" srcId="{4768BB6D-45D5-475F-93F8-AD57C602D753}" destId="{2047E56F-B14C-4EFB-B2AE-7CF3E031C69F}" srcOrd="0" destOrd="0" presId="urn:microsoft.com/office/officeart/2008/layout/LinedList"/>
    <dgm:cxn modelId="{302097DD-268F-4207-B072-BDADB7AB303A}" type="presParOf" srcId="{4768BB6D-45D5-475F-93F8-AD57C602D753}" destId="{A2719726-B080-4B6A-94CA-05488F3874DC}" srcOrd="1" destOrd="0" presId="urn:microsoft.com/office/officeart/2008/layout/LinedList"/>
    <dgm:cxn modelId="{DB264BEC-B970-438F-B405-991083A0FF03}" type="presParOf" srcId="{994FB3BD-78B2-421F-B147-F1CEE03C3F3D}" destId="{E7998B15-FF46-44EB-8642-50B39D673F2F}" srcOrd="12" destOrd="0" presId="urn:microsoft.com/office/officeart/2008/layout/LinedList"/>
    <dgm:cxn modelId="{04F55B09-B00B-4E4F-AD65-23949B9E4AFB}" type="presParOf" srcId="{994FB3BD-78B2-421F-B147-F1CEE03C3F3D}" destId="{9D3D2504-EFF3-45DC-B1F7-75BAE71F2E27}" srcOrd="13" destOrd="0" presId="urn:microsoft.com/office/officeart/2008/layout/LinedList"/>
    <dgm:cxn modelId="{51A09F9E-1F81-472A-9C82-264791D4E908}" type="presParOf" srcId="{9D3D2504-EFF3-45DC-B1F7-75BAE71F2E27}" destId="{2C7E159F-D93E-4446-8A89-7348453CD722}" srcOrd="0" destOrd="0" presId="urn:microsoft.com/office/officeart/2008/layout/LinedList"/>
    <dgm:cxn modelId="{4DBBDD91-B72E-4B3A-85A6-AD3315CE65E5}" type="presParOf" srcId="{9D3D2504-EFF3-45DC-B1F7-75BAE71F2E27}" destId="{C7EF531D-5448-4E9C-9D0A-CF6CE8E40B0E}"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1079C5-5DA3-467A-88CC-B22C74321359}">
      <dsp:nvSpPr>
        <dsp:cNvPr id="0" name=""/>
        <dsp:cNvSpPr/>
      </dsp:nvSpPr>
      <dsp:spPr>
        <a:xfrm>
          <a:off x="0" y="531"/>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2AF928-FDF9-4433-9A54-126E2C00F8B1}">
      <dsp:nvSpPr>
        <dsp:cNvPr id="0" name=""/>
        <dsp:cNvSpPr/>
      </dsp:nvSpPr>
      <dsp:spPr>
        <a:xfrm>
          <a:off x="0" y="531"/>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i="1" kern="1200" dirty="0"/>
            <a:t>Amazeen, M. A. (2020). Journalistic interventions: The structural factors affecting the global emergence of fact-checking. Journalism, 21(1), 95–111.</a:t>
          </a:r>
          <a:endParaRPr lang="en-US" sz="1300" kern="1200" dirty="0"/>
        </a:p>
      </dsp:txBody>
      <dsp:txXfrm>
        <a:off x="0" y="531"/>
        <a:ext cx="10515600" cy="483363"/>
      </dsp:txXfrm>
    </dsp:sp>
    <dsp:sp modelId="{FB2DC51A-C8F6-4E84-A6FF-FABD336094CF}">
      <dsp:nvSpPr>
        <dsp:cNvPr id="0" name=""/>
        <dsp:cNvSpPr/>
      </dsp:nvSpPr>
      <dsp:spPr>
        <a:xfrm>
          <a:off x="0" y="483895"/>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1D581F-FF05-45B4-AEE5-CDA44EEBB9EE}">
      <dsp:nvSpPr>
        <dsp:cNvPr id="0" name=""/>
        <dsp:cNvSpPr/>
      </dsp:nvSpPr>
      <dsp:spPr>
        <a:xfrm>
          <a:off x="0" y="483895"/>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i="1" kern="1200"/>
            <a:t>Augenstein, I., Lioma, C., Wang, D., Lima, L. C., Hansen, C., Hansen, C., &amp; Simonsen, J. G. (2019). MultiFC: A real-world multi-domain dataset for evidence-based fact checking of claims. Proceedings of the 2019 Conference on Empirical Methods in Natural Language Processing, 4685–4697.</a:t>
          </a:r>
          <a:endParaRPr lang="en-US" sz="1300" kern="1200"/>
        </a:p>
      </dsp:txBody>
      <dsp:txXfrm>
        <a:off x="0" y="483895"/>
        <a:ext cx="10515600" cy="483363"/>
      </dsp:txXfrm>
    </dsp:sp>
    <dsp:sp modelId="{6888821A-1539-4C1C-A5D4-9E8660C779A1}">
      <dsp:nvSpPr>
        <dsp:cNvPr id="0" name=""/>
        <dsp:cNvSpPr/>
      </dsp:nvSpPr>
      <dsp:spPr>
        <a:xfrm>
          <a:off x="0" y="967259"/>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0C8291-B92E-4265-BDB8-15CAD122F5CC}">
      <dsp:nvSpPr>
        <dsp:cNvPr id="0" name=""/>
        <dsp:cNvSpPr/>
      </dsp:nvSpPr>
      <dsp:spPr>
        <a:xfrm>
          <a:off x="0" y="967259"/>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i="1" kern="1200" dirty="0"/>
            <a:t>Graves, L. (2018). Understanding the promise and limits of automated fact-checking. Reuters Institute for the Study of Journalism.</a:t>
          </a:r>
        </a:p>
      </dsp:txBody>
      <dsp:txXfrm>
        <a:off x="0" y="967259"/>
        <a:ext cx="10515600" cy="483363"/>
      </dsp:txXfrm>
    </dsp:sp>
    <dsp:sp modelId="{2B9F4703-AEC7-49D7-BC99-D1C36FBAC7A9}">
      <dsp:nvSpPr>
        <dsp:cNvPr id="0" name=""/>
        <dsp:cNvSpPr/>
      </dsp:nvSpPr>
      <dsp:spPr>
        <a:xfrm>
          <a:off x="0" y="145062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EAE0ED-21E8-4B5F-929A-01D7E3CF5FC1}">
      <dsp:nvSpPr>
        <dsp:cNvPr id="0" name=""/>
        <dsp:cNvSpPr/>
      </dsp:nvSpPr>
      <dsp:spPr>
        <a:xfrm>
          <a:off x="0" y="1450623"/>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i="1" kern="1200" dirty="0"/>
            <a:t>Hassan, N., Arslan, F., Li, C., &amp; Tremayne, M. (2017). Toward automated fact-checking: Detecting check-worthy factual claims by </a:t>
          </a:r>
          <a:r>
            <a:rPr lang="en-US" sz="1300" i="1" kern="1200" dirty="0" err="1"/>
            <a:t>ClaimBuster</a:t>
          </a:r>
          <a:r>
            <a:rPr lang="en-US" sz="1300" i="1" kern="1200" dirty="0"/>
            <a:t>. Proceedings of the 23rd ACM SIGKDD International Conference on Knowledge Discovery and Data Mining, 1803–1812.</a:t>
          </a:r>
          <a:endParaRPr lang="en-US" sz="1300" kern="1200" dirty="0"/>
        </a:p>
      </dsp:txBody>
      <dsp:txXfrm>
        <a:off x="0" y="1450623"/>
        <a:ext cx="10515600" cy="483363"/>
      </dsp:txXfrm>
    </dsp:sp>
    <dsp:sp modelId="{22FD22A1-60B2-4173-B66C-BF93675C9FBC}">
      <dsp:nvSpPr>
        <dsp:cNvPr id="0" name=""/>
        <dsp:cNvSpPr/>
      </dsp:nvSpPr>
      <dsp:spPr>
        <a:xfrm>
          <a:off x="0" y="1933987"/>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6C72FE-3076-4A52-9E88-C9E5B73D5CD6}">
      <dsp:nvSpPr>
        <dsp:cNvPr id="0" name=""/>
        <dsp:cNvSpPr/>
      </dsp:nvSpPr>
      <dsp:spPr>
        <a:xfrm>
          <a:off x="0" y="1933987"/>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i="1" kern="1200"/>
            <a:t>Li, X., Meng, Y., Xiao, X., Su, F., &amp; Li, J. (2023). Zero-shot fact verification by claim generation. Proceedings of the 61st Annual Meeting of the Association for Computational Linguistics, 1438–1450.</a:t>
          </a:r>
          <a:endParaRPr lang="en-US" sz="1300" kern="1200"/>
        </a:p>
      </dsp:txBody>
      <dsp:txXfrm>
        <a:off x="0" y="1933987"/>
        <a:ext cx="10515600" cy="483363"/>
      </dsp:txXfrm>
    </dsp:sp>
    <dsp:sp modelId="{9DB1FEEF-9289-437E-8364-0410417BDFEE}">
      <dsp:nvSpPr>
        <dsp:cNvPr id="0" name=""/>
        <dsp:cNvSpPr/>
      </dsp:nvSpPr>
      <dsp:spPr>
        <a:xfrm>
          <a:off x="0" y="2417350"/>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47E56F-B14C-4EFB-B2AE-7CF3E031C69F}">
      <dsp:nvSpPr>
        <dsp:cNvPr id="0" name=""/>
        <dsp:cNvSpPr/>
      </dsp:nvSpPr>
      <dsp:spPr>
        <a:xfrm>
          <a:off x="0" y="2417350"/>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i="1" kern="1200"/>
            <a:t>Liu, Z., Xiong, C., Sun, M., &amp; Liu, Z. (2020). Fine-grained fact verification with kernel graph attention network. Proceedings of the 58th Annual Meeting of the Association for Computational Linguistics, 7342–7351.</a:t>
          </a:r>
          <a:endParaRPr lang="en-US" sz="1300" kern="1200"/>
        </a:p>
      </dsp:txBody>
      <dsp:txXfrm>
        <a:off x="0" y="2417350"/>
        <a:ext cx="10515600" cy="483363"/>
      </dsp:txXfrm>
    </dsp:sp>
    <dsp:sp modelId="{E7998B15-FF46-44EB-8642-50B39D673F2F}">
      <dsp:nvSpPr>
        <dsp:cNvPr id="0" name=""/>
        <dsp:cNvSpPr/>
      </dsp:nvSpPr>
      <dsp:spPr>
        <a:xfrm>
          <a:off x="0" y="2900714"/>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7E159F-D93E-4446-8A89-7348453CD722}">
      <dsp:nvSpPr>
        <dsp:cNvPr id="0" name=""/>
        <dsp:cNvSpPr/>
      </dsp:nvSpPr>
      <dsp:spPr>
        <a:xfrm>
          <a:off x="0" y="2900714"/>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i="1" kern="1200" dirty="0"/>
            <a:t>Pan, J., Zhang, X., Chen, T., Peng, N., &amp; Chang, K.-W. (2023). Fact-checking with LLMs is prompt-dependent: An in-depth exploration of zero-shot and few-shot methods. Proceedings of the 2023 Conference on Empirical Methods in Natural Language Processing.</a:t>
          </a:r>
          <a:endParaRPr lang="en-US" sz="1300" kern="1200" dirty="0"/>
        </a:p>
      </dsp:txBody>
      <dsp:txXfrm>
        <a:off x="0" y="2900714"/>
        <a:ext cx="10515600" cy="483363"/>
      </dsp:txXfrm>
    </dsp:sp>
    <dsp:sp modelId="{7F02D456-8E0D-409F-9C0E-7334E78B0A8D}">
      <dsp:nvSpPr>
        <dsp:cNvPr id="0" name=""/>
        <dsp:cNvSpPr/>
      </dsp:nvSpPr>
      <dsp:spPr>
        <a:xfrm>
          <a:off x="0" y="3384078"/>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90544D-2040-48F2-A63F-9DC478B5FE1B}">
      <dsp:nvSpPr>
        <dsp:cNvPr id="0" name=""/>
        <dsp:cNvSpPr/>
      </dsp:nvSpPr>
      <dsp:spPr>
        <a:xfrm>
          <a:off x="0" y="3384078"/>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i="1" kern="1200" dirty="0"/>
            <a:t>Wright, D., &amp; Augenstein, I. (2021). Claim check-worthiness detection as positive unlabelled learning. Findings of the Association for Computational Linguistics: EMNLP 2021, 476–489.</a:t>
          </a:r>
          <a:endParaRPr lang="en-US" sz="1300" kern="1200" dirty="0"/>
        </a:p>
      </dsp:txBody>
      <dsp:txXfrm>
        <a:off x="0" y="3384078"/>
        <a:ext cx="10515600" cy="483363"/>
      </dsp:txXfrm>
    </dsp:sp>
    <dsp:sp modelId="{217F2202-D1DB-4220-BF4E-31DC4885ED82}">
      <dsp:nvSpPr>
        <dsp:cNvPr id="0" name=""/>
        <dsp:cNvSpPr/>
      </dsp:nvSpPr>
      <dsp:spPr>
        <a:xfrm>
          <a:off x="0" y="3867442"/>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CE67F6-1020-465A-9B0C-08B11B69938A}">
      <dsp:nvSpPr>
        <dsp:cNvPr id="0" name=""/>
        <dsp:cNvSpPr/>
      </dsp:nvSpPr>
      <dsp:spPr>
        <a:xfrm>
          <a:off x="0" y="3867442"/>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IN" sz="1300" i="1" kern="1200"/>
            <a:t>Zlatkova, D., Nakov, P., &amp; Koychev, I. (2019). Fact-checking meets fauxtography: Verifying claims about images. Proceedings of the 2019 Conference on Empirical Methods in Natural Language Processing, 2099–2108.</a:t>
          </a:r>
          <a:endParaRPr lang="en-US" sz="1300" kern="1200" dirty="0"/>
        </a:p>
      </dsp:txBody>
      <dsp:txXfrm>
        <a:off x="0" y="3867442"/>
        <a:ext cx="10515600" cy="48336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1079C5-5DA3-467A-88CC-B22C74321359}">
      <dsp:nvSpPr>
        <dsp:cNvPr id="0" name=""/>
        <dsp:cNvSpPr/>
      </dsp:nvSpPr>
      <dsp:spPr>
        <a:xfrm>
          <a:off x="0" y="531"/>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2AF928-FDF9-4433-9A54-126E2C00F8B1}">
      <dsp:nvSpPr>
        <dsp:cNvPr id="0" name=""/>
        <dsp:cNvSpPr/>
      </dsp:nvSpPr>
      <dsp:spPr>
        <a:xfrm>
          <a:off x="0" y="531"/>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i="1" kern="1200" dirty="0"/>
            <a:t>Potthast, M., Kiesel, J., Reinartz, K., </a:t>
          </a:r>
          <a:r>
            <a:rPr lang="en-IN" sz="1400" i="1" kern="1200" dirty="0" err="1"/>
            <a:t>Bevendorff</a:t>
          </a:r>
          <a:r>
            <a:rPr lang="en-IN" sz="1400" i="1" kern="1200" dirty="0"/>
            <a:t>, J., &amp; Stein, B. (2018). A stylometric inquiry into </a:t>
          </a:r>
          <a:r>
            <a:rPr lang="en-IN" sz="1400" i="1" kern="1200" dirty="0" err="1"/>
            <a:t>hyperpartisan</a:t>
          </a:r>
          <a:r>
            <a:rPr lang="en-IN" sz="1400" i="1" kern="1200" dirty="0"/>
            <a:t> and fake news. Proceedings of the 56th Annual Meeting of the Association for Computational Linguistics, 231–240.</a:t>
          </a:r>
          <a:endParaRPr lang="en-US" sz="1400" kern="1200" dirty="0"/>
        </a:p>
      </dsp:txBody>
      <dsp:txXfrm>
        <a:off x="0" y="531"/>
        <a:ext cx="10515600" cy="621467"/>
      </dsp:txXfrm>
    </dsp:sp>
    <dsp:sp modelId="{FB2DC51A-C8F6-4E84-A6FF-FABD336094CF}">
      <dsp:nvSpPr>
        <dsp:cNvPr id="0" name=""/>
        <dsp:cNvSpPr/>
      </dsp:nvSpPr>
      <dsp:spPr>
        <a:xfrm>
          <a:off x="0" y="621999"/>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1D581F-FF05-45B4-AEE5-CDA44EEBB9EE}">
      <dsp:nvSpPr>
        <dsp:cNvPr id="0" name=""/>
        <dsp:cNvSpPr/>
      </dsp:nvSpPr>
      <dsp:spPr>
        <a:xfrm>
          <a:off x="0" y="621999"/>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i="1" kern="1200" dirty="0"/>
            <a:t>Shu, K., </a:t>
          </a:r>
          <a:r>
            <a:rPr lang="en-IN" sz="1400" i="1" kern="1200" dirty="0" err="1"/>
            <a:t>Mahudeswaran</a:t>
          </a:r>
          <a:r>
            <a:rPr lang="en-IN" sz="1400" i="1" kern="1200" dirty="0"/>
            <a:t>, D., Wang, S., Lee, D., &amp; Liu, H. (2020). </a:t>
          </a:r>
          <a:r>
            <a:rPr lang="en-IN" sz="1400" i="1" kern="1200" dirty="0" err="1"/>
            <a:t>FakeNewsNet</a:t>
          </a:r>
          <a:r>
            <a:rPr lang="en-IN" sz="1400" i="1" kern="1200" dirty="0"/>
            <a:t>: A data repository with news content, social context, and spatiotemporal information for studying fake news on social media. Big Data, 8(3), 171–188.</a:t>
          </a:r>
          <a:endParaRPr lang="en-US" sz="1400" kern="1200" dirty="0"/>
        </a:p>
      </dsp:txBody>
      <dsp:txXfrm>
        <a:off x="0" y="621999"/>
        <a:ext cx="10515600" cy="621467"/>
      </dsp:txXfrm>
    </dsp:sp>
    <dsp:sp modelId="{6888821A-1539-4C1C-A5D4-9E8660C779A1}">
      <dsp:nvSpPr>
        <dsp:cNvPr id="0" name=""/>
        <dsp:cNvSpPr/>
      </dsp:nvSpPr>
      <dsp:spPr>
        <a:xfrm>
          <a:off x="0" y="1243467"/>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0C8291-B92E-4265-BDB8-15CAD122F5CC}">
      <dsp:nvSpPr>
        <dsp:cNvPr id="0" name=""/>
        <dsp:cNvSpPr/>
      </dsp:nvSpPr>
      <dsp:spPr>
        <a:xfrm>
          <a:off x="0" y="1243467"/>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i="1" kern="1200" dirty="0"/>
            <a:t>Soleimani, A., Monz, C., &amp; Worring, M. (2020). BERT for evidence retrieval and claim verification. Proceedings of the 42nd European Conference on Information Retrieval, 359–366.</a:t>
          </a:r>
          <a:endParaRPr lang="en-US" sz="1400" kern="1200" dirty="0"/>
        </a:p>
      </dsp:txBody>
      <dsp:txXfrm>
        <a:off x="0" y="1243467"/>
        <a:ext cx="10515600" cy="621467"/>
      </dsp:txXfrm>
    </dsp:sp>
    <dsp:sp modelId="{2B9F4703-AEC7-49D7-BC99-D1C36FBAC7A9}">
      <dsp:nvSpPr>
        <dsp:cNvPr id="0" name=""/>
        <dsp:cNvSpPr/>
      </dsp:nvSpPr>
      <dsp:spPr>
        <a:xfrm>
          <a:off x="0" y="1864935"/>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EAE0ED-21E8-4B5F-929A-01D7E3CF5FC1}">
      <dsp:nvSpPr>
        <dsp:cNvPr id="0" name=""/>
        <dsp:cNvSpPr/>
      </dsp:nvSpPr>
      <dsp:spPr>
        <a:xfrm>
          <a:off x="0" y="1864935"/>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i="1" kern="1200" dirty="0" err="1"/>
            <a:t>Tchechmedjiev</a:t>
          </a:r>
          <a:r>
            <a:rPr lang="en-IN" sz="1400" i="1" kern="1200" dirty="0"/>
            <a:t>, A., Fafalios, P., Boland, K., Gasquet, M., Zloch, M., </a:t>
          </a:r>
          <a:r>
            <a:rPr lang="en-IN" sz="1400" i="1" kern="1200" dirty="0" err="1"/>
            <a:t>Zapilko</a:t>
          </a:r>
          <a:r>
            <a:rPr lang="en-IN" sz="1400" i="1" kern="1200" dirty="0"/>
            <a:t>, B., Dietze, S., &amp; Todorov, K. (2019). </a:t>
          </a:r>
          <a:r>
            <a:rPr lang="en-IN" sz="1400" i="1" kern="1200" dirty="0" err="1"/>
            <a:t>ClaimsKG</a:t>
          </a:r>
          <a:r>
            <a:rPr lang="en-IN" sz="1400" i="1" kern="1200" dirty="0"/>
            <a:t>: A knowledge graph of fact-checked claims. Proceedings of the 18th International Semantic Web Conference, 309–324.</a:t>
          </a:r>
          <a:endParaRPr lang="en-US" sz="1400" kern="1200" dirty="0"/>
        </a:p>
      </dsp:txBody>
      <dsp:txXfrm>
        <a:off x="0" y="1864935"/>
        <a:ext cx="10515600" cy="621467"/>
      </dsp:txXfrm>
    </dsp:sp>
    <dsp:sp modelId="{22FD22A1-60B2-4173-B66C-BF93675C9FBC}">
      <dsp:nvSpPr>
        <dsp:cNvPr id="0" name=""/>
        <dsp:cNvSpPr/>
      </dsp:nvSpPr>
      <dsp:spPr>
        <a:xfrm>
          <a:off x="0" y="2486402"/>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6C72FE-3076-4A52-9E88-C9E5B73D5CD6}">
      <dsp:nvSpPr>
        <dsp:cNvPr id="0" name=""/>
        <dsp:cNvSpPr/>
      </dsp:nvSpPr>
      <dsp:spPr>
        <a:xfrm>
          <a:off x="0" y="2486402"/>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i="1" kern="1200" dirty="0"/>
            <a:t>Thorne, J., Vlachos, A., Christodoulopoulos, C., &amp; Mittal, A. (2018). FEVER: A large-scale dataset for fact extraction and verification. Proceedings of the 2018 Conference of the North American Chapter of the Association for Computational Linguistics, 809–819.</a:t>
          </a:r>
          <a:endParaRPr lang="en-US" sz="1400" kern="1200" dirty="0"/>
        </a:p>
      </dsp:txBody>
      <dsp:txXfrm>
        <a:off x="0" y="2486402"/>
        <a:ext cx="10515600" cy="621467"/>
      </dsp:txXfrm>
    </dsp:sp>
    <dsp:sp modelId="{9DB1FEEF-9289-437E-8364-0410417BDFEE}">
      <dsp:nvSpPr>
        <dsp:cNvPr id="0" name=""/>
        <dsp:cNvSpPr/>
      </dsp:nvSpPr>
      <dsp:spPr>
        <a:xfrm>
          <a:off x="0" y="3107870"/>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47E56F-B14C-4EFB-B2AE-7CF3E031C69F}">
      <dsp:nvSpPr>
        <dsp:cNvPr id="0" name=""/>
        <dsp:cNvSpPr/>
      </dsp:nvSpPr>
      <dsp:spPr>
        <a:xfrm>
          <a:off x="0" y="3107870"/>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i="1" kern="1200" dirty="0"/>
            <a:t>Vlachos, A., &amp; Riedel, S. (2014). Fact checking: Task definition and dataset construction. Proceedings of the ACL 2014 Workshop on Language Technologies and Computational Social Science, 18–22.</a:t>
          </a:r>
          <a:endParaRPr lang="en-US" sz="1400" kern="1200" dirty="0"/>
        </a:p>
      </dsp:txBody>
      <dsp:txXfrm>
        <a:off x="0" y="3107870"/>
        <a:ext cx="10515600" cy="621467"/>
      </dsp:txXfrm>
    </dsp:sp>
    <dsp:sp modelId="{E7998B15-FF46-44EB-8642-50B39D673F2F}">
      <dsp:nvSpPr>
        <dsp:cNvPr id="0" name=""/>
        <dsp:cNvSpPr/>
      </dsp:nvSpPr>
      <dsp:spPr>
        <a:xfrm>
          <a:off x="0" y="3729338"/>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7E159F-D93E-4446-8A89-7348453CD722}">
      <dsp:nvSpPr>
        <dsp:cNvPr id="0" name=""/>
        <dsp:cNvSpPr/>
      </dsp:nvSpPr>
      <dsp:spPr>
        <a:xfrm>
          <a:off x="0" y="3729338"/>
          <a:ext cx="10515600"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i="1" kern="1200" dirty="0"/>
            <a:t>Wang, W. Y. (2017). “Liar, liar pants on fire”: A new benchmark dataset for fake news detection. Proceedings of the 55th Annual Meeting of the Association for Computational Linguistics, 422–426.</a:t>
          </a:r>
        </a:p>
      </dsp:txBody>
      <dsp:txXfrm>
        <a:off x="0" y="3729338"/>
        <a:ext cx="10515600" cy="621467"/>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C8264B-4361-4091-9959-E6905F4E2B41}" type="datetimeFigureOut">
              <a:rPr lang="en-IN" smtClean="0"/>
              <a:t>15-02-2026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730700-3A4E-41B2-AF55-3665B77783F8}" type="slidenum">
              <a:rPr lang="en-IN" smtClean="0"/>
              <a:t>‹#›</a:t>
            </a:fld>
            <a:endParaRPr lang="en-IN"/>
          </a:p>
        </p:txBody>
      </p:sp>
    </p:spTree>
    <p:extLst>
      <p:ext uri="{BB962C8B-B14F-4D97-AF65-F5344CB8AC3E}">
        <p14:creationId xmlns:p14="http://schemas.microsoft.com/office/powerpoint/2010/main" val="2278298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2730700-3A4E-41B2-AF55-3665B77783F8}" type="slidenum">
              <a:rPr lang="en-IN" smtClean="0"/>
              <a:t>9</a:t>
            </a:fld>
            <a:endParaRPr lang="en-IN"/>
          </a:p>
        </p:txBody>
      </p:sp>
    </p:spTree>
    <p:extLst>
      <p:ext uri="{BB962C8B-B14F-4D97-AF65-F5344CB8AC3E}">
        <p14:creationId xmlns:p14="http://schemas.microsoft.com/office/powerpoint/2010/main" val="20094571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4.png"/><Relationship Id="rId1" Type="http://schemas.openxmlformats.org/officeDocument/2006/relationships/slideMaster" Target="../slideMasters/slideMaster3.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4.png"/><Relationship Id="rId1" Type="http://schemas.openxmlformats.org/officeDocument/2006/relationships/slideMaster" Target="../slideMasters/slideMaster5.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4.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7.xml"/><Relationship Id="rId4" Type="http://schemas.openxmlformats.org/officeDocument/2006/relationships/hyperlink" Target="http://bit.ly/2TtBDfr" TargetMode="Externa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4.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9.xml"/><Relationship Id="rId4" Type="http://schemas.openxmlformats.org/officeDocument/2006/relationships/hyperlink" Target="http://bit.ly/2TtBDfr" TargetMode="Externa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chemeClr val="lt1"/>
        </a:solidFill>
        <a:effectLst/>
      </p:bgPr>
    </p:bg>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l="-55210" t="50562" r="55209" b="-6811"/>
          <a:stretch/>
        </p:blipFill>
        <p:spPr>
          <a:xfrm rot="10800000">
            <a:off x="0" y="0"/>
            <a:ext cx="12192000" cy="6858000"/>
          </a:xfrm>
          <a:prstGeom prst="rect">
            <a:avLst/>
          </a:prstGeom>
          <a:noFill/>
          <a:ln>
            <a:noFill/>
          </a:ln>
        </p:spPr>
      </p:pic>
      <p:pic>
        <p:nvPicPr>
          <p:cNvPr id="10" name="Google Shape;10;p2"/>
          <p:cNvPicPr preferRelativeResize="0"/>
          <p:nvPr/>
        </p:nvPicPr>
        <p:blipFill rotWithShape="1">
          <a:blip r:embed="rId2">
            <a:alphaModFix/>
          </a:blip>
          <a:srcRect l="-19689" t="41478" r="19690" b="2272"/>
          <a:stretch/>
        </p:blipFill>
        <p:spPr>
          <a:xfrm>
            <a:off x="0" y="0"/>
            <a:ext cx="12192000" cy="6858000"/>
          </a:xfrm>
          <a:prstGeom prst="rect">
            <a:avLst/>
          </a:prstGeom>
          <a:noFill/>
          <a:ln>
            <a:noFill/>
          </a:ln>
        </p:spPr>
      </p:pic>
      <p:sp>
        <p:nvSpPr>
          <p:cNvPr id="11" name="Google Shape;11;p2"/>
          <p:cNvSpPr txBox="1">
            <a:spLocks noGrp="1"/>
          </p:cNvSpPr>
          <p:nvPr>
            <p:ph type="ctrTitle"/>
          </p:nvPr>
        </p:nvSpPr>
        <p:spPr>
          <a:xfrm>
            <a:off x="949000" y="2611467"/>
            <a:ext cx="5706800" cy="3533200"/>
          </a:xfrm>
          <a:prstGeom prst="rect">
            <a:avLst/>
          </a:prstGeom>
        </p:spPr>
        <p:txBody>
          <a:bodyPr spcFirstLastPara="1" wrap="square" lIns="91425" tIns="91425" rIns="91425" bIns="91425" anchor="t" anchorCtr="0">
            <a:noAutofit/>
          </a:bodyPr>
          <a:lstStyle>
            <a:lvl1pPr lvl="0">
              <a:lnSpc>
                <a:spcPct val="90000"/>
              </a:lnSpc>
              <a:spcBef>
                <a:spcPts val="0"/>
              </a:spcBef>
              <a:spcAft>
                <a:spcPts val="0"/>
              </a:spcAft>
              <a:buSzPts val="5200"/>
              <a:buNone/>
              <a:defRPr sz="12000"/>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US"/>
              <a:t>Click to edit Master title style</a:t>
            </a:r>
            <a:endParaRPr/>
          </a:p>
        </p:txBody>
      </p:sp>
      <p:sp>
        <p:nvSpPr>
          <p:cNvPr id="12" name="Google Shape;12;p2"/>
          <p:cNvSpPr txBox="1">
            <a:spLocks noGrp="1"/>
          </p:cNvSpPr>
          <p:nvPr>
            <p:ph type="subTitle" idx="1"/>
          </p:nvPr>
        </p:nvSpPr>
        <p:spPr>
          <a:xfrm>
            <a:off x="6096000" y="713333"/>
            <a:ext cx="5147200" cy="517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200"/>
              <a:buNone/>
              <a:defRPr sz="1867"/>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2597944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solidFill>
          <a:schemeClr val="lt1"/>
        </a:solidFill>
        <a:effectLst/>
      </p:bgPr>
    </p:bg>
    <p:spTree>
      <p:nvGrpSpPr>
        <p:cNvPr id="1" name="Shape 13"/>
        <p:cNvGrpSpPr/>
        <p:nvPr/>
      </p:nvGrpSpPr>
      <p:grpSpPr>
        <a:xfrm>
          <a:off x="0" y="0"/>
          <a:ext cx="0" cy="0"/>
          <a:chOff x="0" y="0"/>
          <a:chExt cx="0" cy="0"/>
        </a:xfrm>
      </p:grpSpPr>
      <p:pic>
        <p:nvPicPr>
          <p:cNvPr id="14" name="Google Shape;14;p3"/>
          <p:cNvPicPr preferRelativeResize="0"/>
          <p:nvPr/>
        </p:nvPicPr>
        <p:blipFill rotWithShape="1">
          <a:blip r:embed="rId2">
            <a:alphaModFix/>
          </a:blip>
          <a:srcRect l="-55210" t="50562" r="55209" b="-6811"/>
          <a:stretch/>
        </p:blipFill>
        <p:spPr>
          <a:xfrm flipH="1">
            <a:off x="0" y="0"/>
            <a:ext cx="12192000" cy="6858000"/>
          </a:xfrm>
          <a:prstGeom prst="rect">
            <a:avLst/>
          </a:prstGeom>
          <a:noFill/>
          <a:ln>
            <a:noFill/>
          </a:ln>
        </p:spPr>
      </p:pic>
      <p:pic>
        <p:nvPicPr>
          <p:cNvPr id="15" name="Google Shape;15;p3"/>
          <p:cNvPicPr preferRelativeResize="0"/>
          <p:nvPr/>
        </p:nvPicPr>
        <p:blipFill rotWithShape="1">
          <a:blip r:embed="rId3">
            <a:alphaModFix/>
          </a:blip>
          <a:srcRect l="36283" t="30" r="-6" b="-40"/>
          <a:stretch/>
        </p:blipFill>
        <p:spPr>
          <a:xfrm rot="10800000">
            <a:off x="7819933" y="-4366"/>
            <a:ext cx="4372067" cy="6862367"/>
          </a:xfrm>
          <a:prstGeom prst="rect">
            <a:avLst/>
          </a:prstGeom>
          <a:noFill/>
          <a:ln>
            <a:noFill/>
          </a:ln>
        </p:spPr>
      </p:pic>
      <p:sp>
        <p:nvSpPr>
          <p:cNvPr id="16" name="Google Shape;16;p3"/>
          <p:cNvSpPr txBox="1">
            <a:spLocks noGrp="1"/>
          </p:cNvSpPr>
          <p:nvPr>
            <p:ph type="title"/>
          </p:nvPr>
        </p:nvSpPr>
        <p:spPr>
          <a:xfrm>
            <a:off x="953467" y="4437400"/>
            <a:ext cx="10278400" cy="16716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9333"/>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
        <p:nvSpPr>
          <p:cNvPr id="17" name="Google Shape;17;p3"/>
          <p:cNvSpPr txBox="1">
            <a:spLocks noGrp="1"/>
          </p:cNvSpPr>
          <p:nvPr>
            <p:ph type="title" idx="2" hasCustomPrompt="1"/>
          </p:nvPr>
        </p:nvSpPr>
        <p:spPr>
          <a:xfrm>
            <a:off x="953467" y="2765667"/>
            <a:ext cx="10278400" cy="167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2"/>
              </a:buClr>
              <a:buSzPts val="6000"/>
              <a:buNone/>
              <a:defRPr sz="9333">
                <a:solidFill>
                  <a:schemeClr val="lt2"/>
                </a:solidFill>
              </a:defRPr>
            </a:lvl1pPr>
            <a:lvl2pPr lvl="1" algn="ctr" rtl="0">
              <a:spcBef>
                <a:spcPts val="0"/>
              </a:spcBef>
              <a:spcAft>
                <a:spcPts val="0"/>
              </a:spcAft>
              <a:buClr>
                <a:schemeClr val="lt2"/>
              </a:buClr>
              <a:buSzPts val="6000"/>
              <a:buNone/>
              <a:defRPr sz="8000">
                <a:solidFill>
                  <a:schemeClr val="lt2"/>
                </a:solidFill>
              </a:defRPr>
            </a:lvl2pPr>
            <a:lvl3pPr lvl="2" algn="ctr" rtl="0">
              <a:spcBef>
                <a:spcPts val="0"/>
              </a:spcBef>
              <a:spcAft>
                <a:spcPts val="0"/>
              </a:spcAft>
              <a:buClr>
                <a:schemeClr val="lt2"/>
              </a:buClr>
              <a:buSzPts val="6000"/>
              <a:buNone/>
              <a:defRPr sz="8000">
                <a:solidFill>
                  <a:schemeClr val="lt2"/>
                </a:solidFill>
              </a:defRPr>
            </a:lvl3pPr>
            <a:lvl4pPr lvl="3" algn="ctr" rtl="0">
              <a:spcBef>
                <a:spcPts val="0"/>
              </a:spcBef>
              <a:spcAft>
                <a:spcPts val="0"/>
              </a:spcAft>
              <a:buClr>
                <a:schemeClr val="lt2"/>
              </a:buClr>
              <a:buSzPts val="6000"/>
              <a:buNone/>
              <a:defRPr sz="8000">
                <a:solidFill>
                  <a:schemeClr val="lt2"/>
                </a:solidFill>
              </a:defRPr>
            </a:lvl4pPr>
            <a:lvl5pPr lvl="4" algn="ctr" rtl="0">
              <a:spcBef>
                <a:spcPts val="0"/>
              </a:spcBef>
              <a:spcAft>
                <a:spcPts val="0"/>
              </a:spcAft>
              <a:buClr>
                <a:schemeClr val="lt2"/>
              </a:buClr>
              <a:buSzPts val="6000"/>
              <a:buNone/>
              <a:defRPr sz="8000">
                <a:solidFill>
                  <a:schemeClr val="lt2"/>
                </a:solidFill>
              </a:defRPr>
            </a:lvl5pPr>
            <a:lvl6pPr lvl="5" algn="ctr" rtl="0">
              <a:spcBef>
                <a:spcPts val="0"/>
              </a:spcBef>
              <a:spcAft>
                <a:spcPts val="0"/>
              </a:spcAft>
              <a:buClr>
                <a:schemeClr val="lt2"/>
              </a:buClr>
              <a:buSzPts val="6000"/>
              <a:buNone/>
              <a:defRPr sz="8000">
                <a:solidFill>
                  <a:schemeClr val="lt2"/>
                </a:solidFill>
              </a:defRPr>
            </a:lvl6pPr>
            <a:lvl7pPr lvl="6" algn="ctr" rtl="0">
              <a:spcBef>
                <a:spcPts val="0"/>
              </a:spcBef>
              <a:spcAft>
                <a:spcPts val="0"/>
              </a:spcAft>
              <a:buClr>
                <a:schemeClr val="lt2"/>
              </a:buClr>
              <a:buSzPts val="6000"/>
              <a:buNone/>
              <a:defRPr sz="8000">
                <a:solidFill>
                  <a:schemeClr val="lt2"/>
                </a:solidFill>
              </a:defRPr>
            </a:lvl7pPr>
            <a:lvl8pPr lvl="7" algn="ctr" rtl="0">
              <a:spcBef>
                <a:spcPts val="0"/>
              </a:spcBef>
              <a:spcAft>
                <a:spcPts val="0"/>
              </a:spcAft>
              <a:buClr>
                <a:schemeClr val="lt2"/>
              </a:buClr>
              <a:buSzPts val="6000"/>
              <a:buNone/>
              <a:defRPr sz="8000">
                <a:solidFill>
                  <a:schemeClr val="lt2"/>
                </a:solidFill>
              </a:defRPr>
            </a:lvl8pPr>
            <a:lvl9pPr lvl="8" algn="ctr" rtl="0">
              <a:spcBef>
                <a:spcPts val="0"/>
              </a:spcBef>
              <a:spcAft>
                <a:spcPts val="0"/>
              </a:spcAft>
              <a:buClr>
                <a:schemeClr val="lt2"/>
              </a:buClr>
              <a:buSzPts val="6000"/>
              <a:buNone/>
              <a:defRPr sz="8000">
                <a:solidFill>
                  <a:schemeClr val="lt2"/>
                </a:solidFill>
              </a:defRPr>
            </a:lvl9pPr>
          </a:lstStyle>
          <a:p>
            <a:r>
              <a:t>xx%</a:t>
            </a:r>
          </a:p>
        </p:txBody>
      </p:sp>
      <p:sp>
        <p:nvSpPr>
          <p:cNvPr id="18" name="Google Shape;18;p3"/>
          <p:cNvSpPr txBox="1">
            <a:spLocks noGrp="1"/>
          </p:cNvSpPr>
          <p:nvPr>
            <p:ph type="subTitle" idx="1"/>
          </p:nvPr>
        </p:nvSpPr>
        <p:spPr>
          <a:xfrm>
            <a:off x="6096000" y="713333"/>
            <a:ext cx="5142400" cy="51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867"/>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Tree>
    <p:extLst>
      <p:ext uri="{BB962C8B-B14F-4D97-AF65-F5344CB8AC3E}">
        <p14:creationId xmlns:p14="http://schemas.microsoft.com/office/powerpoint/2010/main" val="2369656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solidFill>
          <a:schemeClr val="lt1"/>
        </a:solidFill>
        <a:effectLst/>
      </p:bgPr>
    </p:bg>
    <p:spTree>
      <p:nvGrpSpPr>
        <p:cNvPr id="1" name="Shape 19"/>
        <p:cNvGrpSpPr/>
        <p:nvPr/>
      </p:nvGrpSpPr>
      <p:grpSpPr>
        <a:xfrm>
          <a:off x="0" y="0"/>
          <a:ext cx="0" cy="0"/>
          <a:chOff x="0" y="0"/>
          <a:chExt cx="0" cy="0"/>
        </a:xfrm>
      </p:grpSpPr>
      <p:pic>
        <p:nvPicPr>
          <p:cNvPr id="20" name="Google Shape;20;p4"/>
          <p:cNvPicPr preferRelativeResize="0"/>
          <p:nvPr/>
        </p:nvPicPr>
        <p:blipFill rotWithShape="1">
          <a:blip r:embed="rId2">
            <a:alphaModFix/>
          </a:blip>
          <a:srcRect l="174697" t="-83399" r="177064" b="41635"/>
          <a:stretch/>
        </p:blipFill>
        <p:spPr>
          <a:xfrm>
            <a:off x="1767" y="-2182"/>
            <a:ext cx="12188600" cy="6862367"/>
          </a:xfrm>
          <a:prstGeom prst="rect">
            <a:avLst/>
          </a:prstGeom>
          <a:noFill/>
          <a:ln>
            <a:noFill/>
          </a:ln>
        </p:spPr>
      </p:pic>
      <p:sp>
        <p:nvSpPr>
          <p:cNvPr id="21" name="Google Shape;21;p4"/>
          <p:cNvSpPr txBox="1">
            <a:spLocks noGrp="1"/>
          </p:cNvSpPr>
          <p:nvPr>
            <p:ph type="title"/>
          </p:nvPr>
        </p:nvSpPr>
        <p:spPr>
          <a:xfrm>
            <a:off x="953467" y="713333"/>
            <a:ext cx="5142400" cy="1265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22" name="Google Shape;22;p4"/>
          <p:cNvSpPr txBox="1">
            <a:spLocks noGrp="1"/>
          </p:cNvSpPr>
          <p:nvPr>
            <p:ph type="body" idx="1"/>
          </p:nvPr>
        </p:nvSpPr>
        <p:spPr>
          <a:xfrm>
            <a:off x="953467" y="2181733"/>
            <a:ext cx="5142400" cy="2526400"/>
          </a:xfrm>
          <a:prstGeom prst="rect">
            <a:avLst/>
          </a:prstGeom>
          <a:ln>
            <a:noFill/>
          </a:ln>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dk1"/>
              </a:buClr>
              <a:buSzPts val="1200"/>
              <a:buChar char="●"/>
              <a:defRPr sz="1600">
                <a:solidFill>
                  <a:schemeClr val="dk1"/>
                </a:solidFill>
              </a:defRPr>
            </a:lvl1pPr>
            <a:lvl2pPr marL="1219170" lvl="1" indent="-406390" rtl="0">
              <a:lnSpc>
                <a:spcPct val="100000"/>
              </a:lnSpc>
              <a:spcBef>
                <a:spcPts val="0"/>
              </a:spcBef>
              <a:spcAft>
                <a:spcPts val="0"/>
              </a:spcAft>
              <a:buClr>
                <a:schemeClr val="dk1"/>
              </a:buClr>
              <a:buSzPts val="1200"/>
              <a:buChar char="○"/>
              <a:defRPr sz="1600">
                <a:solidFill>
                  <a:schemeClr val="dk1"/>
                </a:solidFill>
              </a:defRPr>
            </a:lvl2pPr>
            <a:lvl3pPr marL="1828754" lvl="2" indent="-406390" rtl="0">
              <a:lnSpc>
                <a:spcPct val="100000"/>
              </a:lnSpc>
              <a:spcBef>
                <a:spcPts val="0"/>
              </a:spcBef>
              <a:spcAft>
                <a:spcPts val="0"/>
              </a:spcAft>
              <a:buClr>
                <a:schemeClr val="dk1"/>
              </a:buClr>
              <a:buSzPts val="1200"/>
              <a:buChar char="■"/>
              <a:defRPr sz="1600">
                <a:solidFill>
                  <a:schemeClr val="dk1"/>
                </a:solidFill>
              </a:defRPr>
            </a:lvl3pPr>
            <a:lvl4pPr marL="2438339" lvl="3" indent="-406390" rtl="0">
              <a:lnSpc>
                <a:spcPct val="100000"/>
              </a:lnSpc>
              <a:spcBef>
                <a:spcPts val="0"/>
              </a:spcBef>
              <a:spcAft>
                <a:spcPts val="0"/>
              </a:spcAft>
              <a:buClr>
                <a:schemeClr val="dk1"/>
              </a:buClr>
              <a:buSzPts val="1200"/>
              <a:buChar char="●"/>
              <a:defRPr sz="1600">
                <a:solidFill>
                  <a:schemeClr val="dk1"/>
                </a:solidFill>
              </a:defRPr>
            </a:lvl4pPr>
            <a:lvl5pPr marL="3047924" lvl="4" indent="-406390" rtl="0">
              <a:lnSpc>
                <a:spcPct val="100000"/>
              </a:lnSpc>
              <a:spcBef>
                <a:spcPts val="0"/>
              </a:spcBef>
              <a:spcAft>
                <a:spcPts val="0"/>
              </a:spcAft>
              <a:buClr>
                <a:schemeClr val="dk1"/>
              </a:buClr>
              <a:buSzPts val="1200"/>
              <a:buChar char="○"/>
              <a:defRPr sz="1600">
                <a:solidFill>
                  <a:schemeClr val="dk1"/>
                </a:solidFill>
              </a:defRPr>
            </a:lvl5pPr>
            <a:lvl6pPr marL="3657509" lvl="5" indent="-406390" rtl="0">
              <a:lnSpc>
                <a:spcPct val="100000"/>
              </a:lnSpc>
              <a:spcBef>
                <a:spcPts val="0"/>
              </a:spcBef>
              <a:spcAft>
                <a:spcPts val="0"/>
              </a:spcAft>
              <a:buClr>
                <a:schemeClr val="dk1"/>
              </a:buClr>
              <a:buSzPts val="1200"/>
              <a:buChar char="■"/>
              <a:defRPr sz="1600">
                <a:solidFill>
                  <a:schemeClr val="dk1"/>
                </a:solidFill>
              </a:defRPr>
            </a:lvl6pPr>
            <a:lvl7pPr marL="4267093" lvl="6" indent="-406390" rtl="0">
              <a:lnSpc>
                <a:spcPct val="100000"/>
              </a:lnSpc>
              <a:spcBef>
                <a:spcPts val="0"/>
              </a:spcBef>
              <a:spcAft>
                <a:spcPts val="0"/>
              </a:spcAft>
              <a:buClr>
                <a:schemeClr val="dk1"/>
              </a:buClr>
              <a:buSzPts val="1200"/>
              <a:buChar char="●"/>
              <a:defRPr sz="1600">
                <a:solidFill>
                  <a:schemeClr val="dk1"/>
                </a:solidFill>
              </a:defRPr>
            </a:lvl7pPr>
            <a:lvl8pPr marL="4876678" lvl="7" indent="-406390" rtl="0">
              <a:lnSpc>
                <a:spcPct val="100000"/>
              </a:lnSpc>
              <a:spcBef>
                <a:spcPts val="0"/>
              </a:spcBef>
              <a:spcAft>
                <a:spcPts val="0"/>
              </a:spcAft>
              <a:buClr>
                <a:schemeClr val="dk1"/>
              </a:buClr>
              <a:buSzPts val="1200"/>
              <a:buChar char="○"/>
              <a:defRPr sz="1600">
                <a:solidFill>
                  <a:schemeClr val="dk1"/>
                </a:solidFill>
              </a:defRPr>
            </a:lvl8pPr>
            <a:lvl9pPr marL="5486263" lvl="8" indent="-406390" rtl="0">
              <a:lnSpc>
                <a:spcPct val="100000"/>
              </a:lnSpc>
              <a:spcBef>
                <a:spcPts val="0"/>
              </a:spcBef>
              <a:spcAft>
                <a:spcPts val="0"/>
              </a:spcAft>
              <a:buClr>
                <a:schemeClr val="dk1"/>
              </a:buClr>
              <a:buSzPts val="1200"/>
              <a:buChar char="■"/>
              <a:defRPr sz="1600">
                <a:solidFill>
                  <a:schemeClr val="dk1"/>
                </a:solidFill>
              </a:defRPr>
            </a:lvl9pPr>
          </a:lstStyle>
          <a:p>
            <a:pPr lvl="0"/>
            <a:r>
              <a:rPr lang="en-US"/>
              <a:t>Click to edit Master text styles</a:t>
            </a:r>
          </a:p>
        </p:txBody>
      </p:sp>
      <p:sp>
        <p:nvSpPr>
          <p:cNvPr id="23" name="Google Shape;23;p4"/>
          <p:cNvSpPr>
            <a:spLocks noGrp="1"/>
          </p:cNvSpPr>
          <p:nvPr>
            <p:ph type="pic" idx="2"/>
          </p:nvPr>
        </p:nvSpPr>
        <p:spPr>
          <a:xfrm>
            <a:off x="7620233" y="100"/>
            <a:ext cx="4572000" cy="6858000"/>
          </a:xfrm>
          <a:prstGeom prst="rect">
            <a:avLst/>
          </a:prstGeom>
          <a:noFill/>
          <a:ln>
            <a:noFill/>
          </a:ln>
        </p:spPr>
        <p:txBody>
          <a:bodyPr/>
          <a:lstStyle/>
          <a:p>
            <a:endParaRPr lang="en-IN"/>
          </a:p>
        </p:txBody>
      </p:sp>
    </p:spTree>
    <p:extLst>
      <p:ext uri="{BB962C8B-B14F-4D97-AF65-F5344CB8AC3E}">
        <p14:creationId xmlns:p14="http://schemas.microsoft.com/office/powerpoint/2010/main" val="3051560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bg>
      <p:bgPr>
        <a:solidFill>
          <a:schemeClr val="lt1"/>
        </a:solidFill>
        <a:effectLst/>
      </p:bgPr>
    </p:bg>
    <p:spTree>
      <p:nvGrpSpPr>
        <p:cNvPr id="1" name="Shape 24"/>
        <p:cNvGrpSpPr/>
        <p:nvPr/>
      </p:nvGrpSpPr>
      <p:grpSpPr>
        <a:xfrm>
          <a:off x="0" y="0"/>
          <a:ext cx="0" cy="0"/>
          <a:chOff x="0" y="0"/>
          <a:chExt cx="0" cy="0"/>
        </a:xfrm>
      </p:grpSpPr>
      <p:pic>
        <p:nvPicPr>
          <p:cNvPr id="25" name="Google Shape;25;p5"/>
          <p:cNvPicPr preferRelativeResize="0"/>
          <p:nvPr/>
        </p:nvPicPr>
        <p:blipFill rotWithShape="1">
          <a:blip r:embed="rId2">
            <a:alphaModFix/>
          </a:blip>
          <a:srcRect l="-55210" t="50562" r="55209" b="-6811"/>
          <a:stretch/>
        </p:blipFill>
        <p:spPr>
          <a:xfrm rot="10800000">
            <a:off x="0" y="0"/>
            <a:ext cx="12192000" cy="6858000"/>
          </a:xfrm>
          <a:prstGeom prst="rect">
            <a:avLst/>
          </a:prstGeom>
          <a:noFill/>
          <a:ln>
            <a:noFill/>
          </a:ln>
        </p:spPr>
      </p:pic>
      <p:sp>
        <p:nvSpPr>
          <p:cNvPr id="26" name="Google Shape;26;p5"/>
          <p:cNvSpPr txBox="1">
            <a:spLocks noGrp="1"/>
          </p:cNvSpPr>
          <p:nvPr>
            <p:ph type="subTitle" idx="1"/>
          </p:nvPr>
        </p:nvSpPr>
        <p:spPr>
          <a:xfrm>
            <a:off x="1586333" y="2323867"/>
            <a:ext cx="3876800" cy="290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27" name="Google Shape;27;p5"/>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28" name="Google Shape;28;p5"/>
          <p:cNvSpPr txBox="1">
            <a:spLocks noGrp="1"/>
          </p:cNvSpPr>
          <p:nvPr>
            <p:ph type="subTitle" idx="2"/>
          </p:nvPr>
        </p:nvSpPr>
        <p:spPr>
          <a:xfrm>
            <a:off x="6728867" y="2323867"/>
            <a:ext cx="3876800" cy="290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Tree>
    <p:extLst>
      <p:ext uri="{BB962C8B-B14F-4D97-AF65-F5344CB8AC3E}">
        <p14:creationId xmlns:p14="http://schemas.microsoft.com/office/powerpoint/2010/main" val="2017222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solidFill>
          <a:schemeClr val="lt1"/>
        </a:solidFill>
        <a:effectLst/>
      </p:bgPr>
    </p:bg>
    <p:spTree>
      <p:nvGrpSpPr>
        <p:cNvPr id="1" name="Shape 29"/>
        <p:cNvGrpSpPr/>
        <p:nvPr/>
      </p:nvGrpSpPr>
      <p:grpSpPr>
        <a:xfrm>
          <a:off x="0" y="0"/>
          <a:ext cx="0" cy="0"/>
          <a:chOff x="0" y="0"/>
          <a:chExt cx="0" cy="0"/>
        </a:xfrm>
      </p:grpSpPr>
      <p:pic>
        <p:nvPicPr>
          <p:cNvPr id="30" name="Google Shape;30;p6"/>
          <p:cNvPicPr preferRelativeResize="0"/>
          <p:nvPr/>
        </p:nvPicPr>
        <p:blipFill rotWithShape="1">
          <a:blip r:embed="rId2">
            <a:alphaModFix/>
          </a:blip>
          <a:srcRect l="104756" t="-108210" r="280062" b="47851"/>
          <a:stretch/>
        </p:blipFill>
        <p:spPr>
          <a:xfrm rot="10800000">
            <a:off x="1767" y="-2182"/>
            <a:ext cx="12188600" cy="6862367"/>
          </a:xfrm>
          <a:prstGeom prst="rect">
            <a:avLst/>
          </a:prstGeom>
          <a:noFill/>
          <a:ln>
            <a:noFill/>
          </a:ln>
        </p:spPr>
      </p:pic>
      <p:sp>
        <p:nvSpPr>
          <p:cNvPr id="31" name="Google Shape;31;p6"/>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Tree>
    <p:extLst>
      <p:ext uri="{BB962C8B-B14F-4D97-AF65-F5344CB8AC3E}">
        <p14:creationId xmlns:p14="http://schemas.microsoft.com/office/powerpoint/2010/main" val="66419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bg>
      <p:bgPr>
        <a:solidFill>
          <a:schemeClr val="lt1"/>
        </a:solidFill>
        <a:effectLst/>
      </p:bgPr>
    </p:bg>
    <p:spTree>
      <p:nvGrpSpPr>
        <p:cNvPr id="1" name="Shape 32"/>
        <p:cNvGrpSpPr/>
        <p:nvPr/>
      </p:nvGrpSpPr>
      <p:grpSpPr>
        <a:xfrm>
          <a:off x="0" y="0"/>
          <a:ext cx="0" cy="0"/>
          <a:chOff x="0" y="0"/>
          <a:chExt cx="0" cy="0"/>
        </a:xfrm>
      </p:grpSpPr>
      <p:pic>
        <p:nvPicPr>
          <p:cNvPr id="33" name="Google Shape;33;p7"/>
          <p:cNvPicPr preferRelativeResize="0"/>
          <p:nvPr/>
        </p:nvPicPr>
        <p:blipFill rotWithShape="1">
          <a:blip r:embed="rId2">
            <a:alphaModFix/>
          </a:blip>
          <a:srcRect l="130683" t="-50527" r="175247" b="34585"/>
          <a:stretch/>
        </p:blipFill>
        <p:spPr>
          <a:xfrm>
            <a:off x="1767" y="-2182"/>
            <a:ext cx="12188600" cy="6862367"/>
          </a:xfrm>
          <a:prstGeom prst="rect">
            <a:avLst/>
          </a:prstGeom>
          <a:noFill/>
          <a:ln>
            <a:noFill/>
          </a:ln>
        </p:spPr>
      </p:pic>
      <p:sp>
        <p:nvSpPr>
          <p:cNvPr id="34" name="Google Shape;34;p7"/>
          <p:cNvSpPr txBox="1">
            <a:spLocks noGrp="1"/>
          </p:cNvSpPr>
          <p:nvPr>
            <p:ph type="title"/>
          </p:nvPr>
        </p:nvSpPr>
        <p:spPr>
          <a:xfrm>
            <a:off x="953467" y="713333"/>
            <a:ext cx="5142400" cy="1272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35" name="Google Shape;35;p7"/>
          <p:cNvSpPr txBox="1">
            <a:spLocks noGrp="1"/>
          </p:cNvSpPr>
          <p:nvPr>
            <p:ph type="body" idx="1"/>
          </p:nvPr>
        </p:nvSpPr>
        <p:spPr>
          <a:xfrm>
            <a:off x="953467" y="2188533"/>
            <a:ext cx="5142400" cy="968400"/>
          </a:xfrm>
          <a:prstGeom prst="rect">
            <a:avLst/>
          </a:prstGeom>
          <a:ln>
            <a:noFill/>
          </a:ln>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dk1"/>
              </a:buClr>
              <a:buSzPts val="1200"/>
              <a:buChar char="●"/>
              <a:defRPr sz="1600">
                <a:solidFill>
                  <a:schemeClr val="dk1"/>
                </a:solidFill>
              </a:defRPr>
            </a:lvl1pPr>
            <a:lvl2pPr marL="1219170" lvl="1" indent="-406390" rtl="0">
              <a:lnSpc>
                <a:spcPct val="100000"/>
              </a:lnSpc>
              <a:spcBef>
                <a:spcPts val="0"/>
              </a:spcBef>
              <a:spcAft>
                <a:spcPts val="0"/>
              </a:spcAft>
              <a:buClr>
                <a:schemeClr val="dk1"/>
              </a:buClr>
              <a:buSzPts val="1200"/>
              <a:buChar char="○"/>
              <a:defRPr sz="1600">
                <a:solidFill>
                  <a:schemeClr val="dk1"/>
                </a:solidFill>
              </a:defRPr>
            </a:lvl2pPr>
            <a:lvl3pPr marL="1828754" lvl="2" indent="-406390" rtl="0">
              <a:lnSpc>
                <a:spcPct val="100000"/>
              </a:lnSpc>
              <a:spcBef>
                <a:spcPts val="0"/>
              </a:spcBef>
              <a:spcAft>
                <a:spcPts val="0"/>
              </a:spcAft>
              <a:buClr>
                <a:schemeClr val="dk1"/>
              </a:buClr>
              <a:buSzPts val="1200"/>
              <a:buChar char="■"/>
              <a:defRPr sz="1600">
                <a:solidFill>
                  <a:schemeClr val="dk1"/>
                </a:solidFill>
              </a:defRPr>
            </a:lvl3pPr>
            <a:lvl4pPr marL="2438339" lvl="3" indent="-406390" rtl="0">
              <a:lnSpc>
                <a:spcPct val="100000"/>
              </a:lnSpc>
              <a:spcBef>
                <a:spcPts val="0"/>
              </a:spcBef>
              <a:spcAft>
                <a:spcPts val="0"/>
              </a:spcAft>
              <a:buClr>
                <a:schemeClr val="dk1"/>
              </a:buClr>
              <a:buSzPts val="1200"/>
              <a:buChar char="●"/>
              <a:defRPr sz="1600">
                <a:solidFill>
                  <a:schemeClr val="dk1"/>
                </a:solidFill>
              </a:defRPr>
            </a:lvl4pPr>
            <a:lvl5pPr marL="3047924" lvl="4" indent="-406390" rtl="0">
              <a:lnSpc>
                <a:spcPct val="100000"/>
              </a:lnSpc>
              <a:spcBef>
                <a:spcPts val="0"/>
              </a:spcBef>
              <a:spcAft>
                <a:spcPts val="0"/>
              </a:spcAft>
              <a:buClr>
                <a:schemeClr val="dk1"/>
              </a:buClr>
              <a:buSzPts val="1200"/>
              <a:buChar char="○"/>
              <a:defRPr sz="1600">
                <a:solidFill>
                  <a:schemeClr val="dk1"/>
                </a:solidFill>
              </a:defRPr>
            </a:lvl5pPr>
            <a:lvl6pPr marL="3657509" lvl="5" indent="-406390" rtl="0">
              <a:lnSpc>
                <a:spcPct val="100000"/>
              </a:lnSpc>
              <a:spcBef>
                <a:spcPts val="0"/>
              </a:spcBef>
              <a:spcAft>
                <a:spcPts val="0"/>
              </a:spcAft>
              <a:buClr>
                <a:schemeClr val="dk1"/>
              </a:buClr>
              <a:buSzPts val="1200"/>
              <a:buChar char="■"/>
              <a:defRPr sz="1600">
                <a:solidFill>
                  <a:schemeClr val="dk1"/>
                </a:solidFill>
              </a:defRPr>
            </a:lvl6pPr>
            <a:lvl7pPr marL="4267093" lvl="6" indent="-406390" rtl="0">
              <a:lnSpc>
                <a:spcPct val="100000"/>
              </a:lnSpc>
              <a:spcBef>
                <a:spcPts val="0"/>
              </a:spcBef>
              <a:spcAft>
                <a:spcPts val="0"/>
              </a:spcAft>
              <a:buClr>
                <a:schemeClr val="dk1"/>
              </a:buClr>
              <a:buSzPts val="1200"/>
              <a:buChar char="●"/>
              <a:defRPr sz="1600">
                <a:solidFill>
                  <a:schemeClr val="dk1"/>
                </a:solidFill>
              </a:defRPr>
            </a:lvl7pPr>
            <a:lvl8pPr marL="4876678" lvl="7" indent="-406390" rtl="0">
              <a:lnSpc>
                <a:spcPct val="100000"/>
              </a:lnSpc>
              <a:spcBef>
                <a:spcPts val="0"/>
              </a:spcBef>
              <a:spcAft>
                <a:spcPts val="0"/>
              </a:spcAft>
              <a:buClr>
                <a:schemeClr val="dk1"/>
              </a:buClr>
              <a:buSzPts val="1200"/>
              <a:buChar char="○"/>
              <a:defRPr sz="1600">
                <a:solidFill>
                  <a:schemeClr val="dk1"/>
                </a:solidFill>
              </a:defRPr>
            </a:lvl8pPr>
            <a:lvl9pPr marL="5486263" lvl="8" indent="-406390" rtl="0">
              <a:lnSpc>
                <a:spcPct val="100000"/>
              </a:lnSpc>
              <a:spcBef>
                <a:spcPts val="0"/>
              </a:spcBef>
              <a:spcAft>
                <a:spcPts val="0"/>
              </a:spcAft>
              <a:buClr>
                <a:schemeClr val="dk1"/>
              </a:buClr>
              <a:buSzPts val="1200"/>
              <a:buChar char="■"/>
              <a:defRPr sz="1600">
                <a:solidFill>
                  <a:schemeClr val="dk1"/>
                </a:solidFill>
              </a:defRPr>
            </a:lvl9pPr>
          </a:lstStyle>
          <a:p>
            <a:pPr lvl="0"/>
            <a:r>
              <a:rPr lang="en-US"/>
              <a:t>Click to edit Master text styles</a:t>
            </a:r>
          </a:p>
        </p:txBody>
      </p:sp>
      <p:sp>
        <p:nvSpPr>
          <p:cNvPr id="36" name="Google Shape;36;p7"/>
          <p:cNvSpPr>
            <a:spLocks noGrp="1"/>
          </p:cNvSpPr>
          <p:nvPr>
            <p:ph type="pic" idx="2"/>
          </p:nvPr>
        </p:nvSpPr>
        <p:spPr>
          <a:xfrm>
            <a:off x="7619867" y="-100"/>
            <a:ext cx="4572000" cy="6858000"/>
          </a:xfrm>
          <a:prstGeom prst="rect">
            <a:avLst/>
          </a:prstGeom>
          <a:noFill/>
          <a:ln>
            <a:noFill/>
          </a:ln>
        </p:spPr>
        <p:txBody>
          <a:bodyPr/>
          <a:lstStyle/>
          <a:p>
            <a:endParaRPr lang="en-IN"/>
          </a:p>
        </p:txBody>
      </p:sp>
    </p:spTree>
    <p:extLst>
      <p:ext uri="{BB962C8B-B14F-4D97-AF65-F5344CB8AC3E}">
        <p14:creationId xmlns:p14="http://schemas.microsoft.com/office/powerpoint/2010/main" val="4233618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lt1"/>
        </a:solidFill>
        <a:effectLst/>
      </p:bgPr>
    </p:bg>
    <p:spTree>
      <p:nvGrpSpPr>
        <p:cNvPr id="1" name="Shape 37"/>
        <p:cNvGrpSpPr/>
        <p:nvPr/>
      </p:nvGrpSpPr>
      <p:grpSpPr>
        <a:xfrm>
          <a:off x="0" y="0"/>
          <a:ext cx="0" cy="0"/>
          <a:chOff x="0" y="0"/>
          <a:chExt cx="0" cy="0"/>
        </a:xfrm>
      </p:grpSpPr>
      <p:pic>
        <p:nvPicPr>
          <p:cNvPr id="38" name="Google Shape;38;p8"/>
          <p:cNvPicPr preferRelativeResize="0"/>
          <p:nvPr/>
        </p:nvPicPr>
        <p:blipFill rotWithShape="1">
          <a:blip r:embed="rId2">
            <a:alphaModFix/>
          </a:blip>
          <a:srcRect l="-19689" t="41478" r="19690" b="2272"/>
          <a:stretch/>
        </p:blipFill>
        <p:spPr>
          <a:xfrm>
            <a:off x="0" y="0"/>
            <a:ext cx="12192000" cy="6858000"/>
          </a:xfrm>
          <a:prstGeom prst="rect">
            <a:avLst/>
          </a:prstGeom>
          <a:noFill/>
          <a:ln>
            <a:noFill/>
          </a:ln>
        </p:spPr>
      </p:pic>
      <p:sp>
        <p:nvSpPr>
          <p:cNvPr id="39" name="Google Shape;39;p8"/>
          <p:cNvSpPr txBox="1">
            <a:spLocks noGrp="1"/>
          </p:cNvSpPr>
          <p:nvPr>
            <p:ph type="title"/>
          </p:nvPr>
        </p:nvSpPr>
        <p:spPr>
          <a:xfrm>
            <a:off x="953467" y="713333"/>
            <a:ext cx="10285200" cy="3089600"/>
          </a:xfrm>
          <a:prstGeom prst="rect">
            <a:avLst/>
          </a:prstGeom>
        </p:spPr>
        <p:txBody>
          <a:bodyPr spcFirstLastPara="1" wrap="square" lIns="91425" tIns="91425" rIns="91425" bIns="91425" anchor="t" anchorCtr="0">
            <a:noAutofit/>
          </a:bodyPr>
          <a:lstStyle>
            <a:lvl1pPr lvl="0">
              <a:spcBef>
                <a:spcPts val="0"/>
              </a:spcBef>
              <a:spcAft>
                <a:spcPts val="0"/>
              </a:spcAft>
              <a:buSzPts val="6000"/>
              <a:buNone/>
              <a:defRPr sz="9333"/>
            </a:lvl1pPr>
            <a:lvl2pPr lvl="1" algn="ctr">
              <a:spcBef>
                <a:spcPts val="0"/>
              </a:spcBef>
              <a:spcAft>
                <a:spcPts val="0"/>
              </a:spcAft>
              <a:buSzPts val="6000"/>
              <a:buNone/>
              <a:defRPr sz="8000"/>
            </a:lvl2pPr>
            <a:lvl3pPr lvl="2" algn="ctr">
              <a:spcBef>
                <a:spcPts val="0"/>
              </a:spcBef>
              <a:spcAft>
                <a:spcPts val="0"/>
              </a:spcAft>
              <a:buSzPts val="6000"/>
              <a:buNone/>
              <a:defRPr sz="8000"/>
            </a:lvl3pPr>
            <a:lvl4pPr lvl="3" algn="ctr">
              <a:spcBef>
                <a:spcPts val="0"/>
              </a:spcBef>
              <a:spcAft>
                <a:spcPts val="0"/>
              </a:spcAft>
              <a:buSzPts val="6000"/>
              <a:buNone/>
              <a:defRPr sz="8000"/>
            </a:lvl4pPr>
            <a:lvl5pPr lvl="4" algn="ctr">
              <a:spcBef>
                <a:spcPts val="0"/>
              </a:spcBef>
              <a:spcAft>
                <a:spcPts val="0"/>
              </a:spcAft>
              <a:buSzPts val="6000"/>
              <a:buNone/>
              <a:defRPr sz="8000"/>
            </a:lvl5pPr>
            <a:lvl6pPr lvl="5" algn="ctr">
              <a:spcBef>
                <a:spcPts val="0"/>
              </a:spcBef>
              <a:spcAft>
                <a:spcPts val="0"/>
              </a:spcAft>
              <a:buSzPts val="6000"/>
              <a:buNone/>
              <a:defRPr sz="8000"/>
            </a:lvl6pPr>
            <a:lvl7pPr lvl="6" algn="ctr">
              <a:spcBef>
                <a:spcPts val="0"/>
              </a:spcBef>
              <a:spcAft>
                <a:spcPts val="0"/>
              </a:spcAft>
              <a:buSzPts val="6000"/>
              <a:buNone/>
              <a:defRPr sz="8000"/>
            </a:lvl7pPr>
            <a:lvl8pPr lvl="7" algn="ctr">
              <a:spcBef>
                <a:spcPts val="0"/>
              </a:spcBef>
              <a:spcAft>
                <a:spcPts val="0"/>
              </a:spcAft>
              <a:buSzPts val="6000"/>
              <a:buNone/>
              <a:defRPr sz="8000"/>
            </a:lvl8pPr>
            <a:lvl9pPr lvl="8" algn="ctr">
              <a:spcBef>
                <a:spcPts val="0"/>
              </a:spcBef>
              <a:spcAft>
                <a:spcPts val="0"/>
              </a:spcAft>
              <a:buSzPts val="6000"/>
              <a:buNone/>
              <a:defRPr sz="8000"/>
            </a:lvl9pPr>
          </a:lstStyle>
          <a:p>
            <a:r>
              <a:rPr lang="en-US"/>
              <a:t>Click to edit Master title style</a:t>
            </a:r>
            <a:endParaRPr/>
          </a:p>
        </p:txBody>
      </p:sp>
    </p:spTree>
    <p:extLst>
      <p:ext uri="{BB962C8B-B14F-4D97-AF65-F5344CB8AC3E}">
        <p14:creationId xmlns:p14="http://schemas.microsoft.com/office/powerpoint/2010/main" val="2647309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solidFill>
          <a:schemeClr val="lt1"/>
        </a:solidFill>
        <a:effectLst/>
      </p:bgPr>
    </p:bg>
    <p:spTree>
      <p:nvGrpSpPr>
        <p:cNvPr id="1" name="Shape 40"/>
        <p:cNvGrpSpPr/>
        <p:nvPr/>
      </p:nvGrpSpPr>
      <p:grpSpPr>
        <a:xfrm>
          <a:off x="0" y="0"/>
          <a:ext cx="0" cy="0"/>
          <a:chOff x="0" y="0"/>
          <a:chExt cx="0" cy="0"/>
        </a:xfrm>
      </p:grpSpPr>
      <p:pic>
        <p:nvPicPr>
          <p:cNvPr id="41" name="Google Shape;41;p9"/>
          <p:cNvPicPr preferRelativeResize="0"/>
          <p:nvPr/>
        </p:nvPicPr>
        <p:blipFill rotWithShape="1">
          <a:blip r:embed="rId2">
            <a:alphaModFix/>
          </a:blip>
          <a:srcRect l="7043" t="47434" r="-48486" b="-26994"/>
          <a:stretch/>
        </p:blipFill>
        <p:spPr>
          <a:xfrm rot="10800000" flipH="1">
            <a:off x="-16" y="-3047"/>
            <a:ext cx="12192000" cy="6864093"/>
          </a:xfrm>
          <a:prstGeom prst="rect">
            <a:avLst/>
          </a:prstGeom>
          <a:noFill/>
          <a:ln>
            <a:noFill/>
          </a:ln>
        </p:spPr>
      </p:pic>
      <p:sp>
        <p:nvSpPr>
          <p:cNvPr id="42" name="Google Shape;42;p9"/>
          <p:cNvSpPr txBox="1">
            <a:spLocks noGrp="1"/>
          </p:cNvSpPr>
          <p:nvPr>
            <p:ph type="title"/>
          </p:nvPr>
        </p:nvSpPr>
        <p:spPr>
          <a:xfrm>
            <a:off x="960000" y="713333"/>
            <a:ext cx="7900400" cy="16672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9333"/>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43" name="Google Shape;43;p9"/>
          <p:cNvSpPr txBox="1">
            <a:spLocks noGrp="1"/>
          </p:cNvSpPr>
          <p:nvPr>
            <p:ph type="subTitle" idx="1"/>
          </p:nvPr>
        </p:nvSpPr>
        <p:spPr>
          <a:xfrm>
            <a:off x="6096000" y="4477467"/>
            <a:ext cx="5142400" cy="166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867"/>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Tree>
    <p:extLst>
      <p:ext uri="{BB962C8B-B14F-4D97-AF65-F5344CB8AC3E}">
        <p14:creationId xmlns:p14="http://schemas.microsoft.com/office/powerpoint/2010/main" val="2904832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4"/>
        <p:cNvGrpSpPr/>
        <p:nvPr/>
      </p:nvGrpSpPr>
      <p:grpSpPr>
        <a:xfrm>
          <a:off x="0" y="0"/>
          <a:ext cx="0" cy="0"/>
          <a:chOff x="0" y="0"/>
          <a:chExt cx="0" cy="0"/>
        </a:xfrm>
      </p:grpSpPr>
      <p:sp>
        <p:nvSpPr>
          <p:cNvPr id="45" name="Google Shape;45;p10"/>
          <p:cNvSpPr>
            <a:spLocks noGrp="1"/>
          </p:cNvSpPr>
          <p:nvPr>
            <p:ph type="pic" idx="2"/>
          </p:nvPr>
        </p:nvSpPr>
        <p:spPr>
          <a:xfrm>
            <a:off x="0" y="0"/>
            <a:ext cx="12192000" cy="6858000"/>
          </a:xfrm>
          <a:prstGeom prst="rect">
            <a:avLst/>
          </a:prstGeom>
          <a:noFill/>
          <a:ln>
            <a:noFill/>
          </a:ln>
        </p:spPr>
        <p:txBody>
          <a:bodyPr/>
          <a:lstStyle/>
          <a:p>
            <a:endParaRPr lang="en-IN"/>
          </a:p>
        </p:txBody>
      </p:sp>
      <p:sp>
        <p:nvSpPr>
          <p:cNvPr id="46" name="Google Shape;46;p10"/>
          <p:cNvSpPr txBox="1">
            <a:spLocks noGrp="1"/>
          </p:cNvSpPr>
          <p:nvPr>
            <p:ph type="title"/>
          </p:nvPr>
        </p:nvSpPr>
        <p:spPr>
          <a:xfrm>
            <a:off x="953467" y="5413067"/>
            <a:ext cx="10284800" cy="731600"/>
          </a:xfrm>
          <a:prstGeom prst="rect">
            <a:avLst/>
          </a:prstGeom>
          <a:solidFill>
            <a:schemeClr val="lt1"/>
          </a:solidFill>
        </p:spPr>
        <p:txBody>
          <a:bodyPr spcFirstLastPara="1" wrap="square" lIns="91425" tIns="91425" rIns="91425" bIns="91425" anchor="ctr" anchorCtr="0">
            <a:noAutofit/>
          </a:bodyPr>
          <a:lstStyle>
            <a:lvl1pPr lvl="0" algn="ctr" rtl="0">
              <a:spcBef>
                <a:spcPts val="0"/>
              </a:spcBef>
              <a:spcAft>
                <a:spcPts val="0"/>
              </a:spcAft>
              <a:buSzPts val="2500"/>
              <a:buNone/>
              <a:defRPr/>
            </a:lvl1pPr>
            <a:lvl2pPr lvl="1" algn="ctr" rtl="0">
              <a:spcBef>
                <a:spcPts val="0"/>
              </a:spcBef>
              <a:spcAft>
                <a:spcPts val="0"/>
              </a:spcAft>
              <a:buSzPts val="2500"/>
              <a:buNone/>
              <a:defRPr/>
            </a:lvl2pPr>
            <a:lvl3pPr lvl="2" algn="ctr" rtl="0">
              <a:spcBef>
                <a:spcPts val="0"/>
              </a:spcBef>
              <a:spcAft>
                <a:spcPts val="0"/>
              </a:spcAft>
              <a:buSzPts val="2500"/>
              <a:buNone/>
              <a:defRPr/>
            </a:lvl3pPr>
            <a:lvl4pPr lvl="3" algn="ctr" rtl="0">
              <a:spcBef>
                <a:spcPts val="0"/>
              </a:spcBef>
              <a:spcAft>
                <a:spcPts val="0"/>
              </a:spcAft>
              <a:buSzPts val="2500"/>
              <a:buNone/>
              <a:defRPr/>
            </a:lvl4pPr>
            <a:lvl5pPr lvl="4" algn="ctr" rtl="0">
              <a:spcBef>
                <a:spcPts val="0"/>
              </a:spcBef>
              <a:spcAft>
                <a:spcPts val="0"/>
              </a:spcAft>
              <a:buSzPts val="2500"/>
              <a:buNone/>
              <a:defRPr/>
            </a:lvl5pPr>
            <a:lvl6pPr lvl="5" algn="ctr" rtl="0">
              <a:spcBef>
                <a:spcPts val="0"/>
              </a:spcBef>
              <a:spcAft>
                <a:spcPts val="0"/>
              </a:spcAft>
              <a:buSzPts val="2500"/>
              <a:buNone/>
              <a:defRPr/>
            </a:lvl6pPr>
            <a:lvl7pPr lvl="6" algn="ctr" rtl="0">
              <a:spcBef>
                <a:spcPts val="0"/>
              </a:spcBef>
              <a:spcAft>
                <a:spcPts val="0"/>
              </a:spcAft>
              <a:buSzPts val="2500"/>
              <a:buNone/>
              <a:defRPr/>
            </a:lvl7pPr>
            <a:lvl8pPr lvl="7" algn="ctr" rtl="0">
              <a:spcBef>
                <a:spcPts val="0"/>
              </a:spcBef>
              <a:spcAft>
                <a:spcPts val="0"/>
              </a:spcAft>
              <a:buSzPts val="2500"/>
              <a:buNone/>
              <a:defRPr/>
            </a:lvl8pPr>
            <a:lvl9pPr lvl="8" algn="ctr" rtl="0">
              <a:spcBef>
                <a:spcPts val="0"/>
              </a:spcBef>
              <a:spcAft>
                <a:spcPts val="0"/>
              </a:spcAft>
              <a:buSzPts val="2500"/>
              <a:buNone/>
              <a:defRPr/>
            </a:lvl9pPr>
          </a:lstStyle>
          <a:p>
            <a:r>
              <a:rPr lang="en-US"/>
              <a:t>Click to edit Master title style</a:t>
            </a:r>
            <a:endParaRPr/>
          </a:p>
        </p:txBody>
      </p:sp>
    </p:spTree>
    <p:extLst>
      <p:ext uri="{BB962C8B-B14F-4D97-AF65-F5344CB8AC3E}">
        <p14:creationId xmlns:p14="http://schemas.microsoft.com/office/powerpoint/2010/main" val="890132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lt1"/>
        </a:solidFill>
        <a:effectLst/>
      </p:bgPr>
    </p:bg>
    <p:spTree>
      <p:nvGrpSpPr>
        <p:cNvPr id="1" name="Shape 47"/>
        <p:cNvGrpSpPr/>
        <p:nvPr/>
      </p:nvGrpSpPr>
      <p:grpSpPr>
        <a:xfrm>
          <a:off x="0" y="0"/>
          <a:ext cx="0" cy="0"/>
          <a:chOff x="0" y="0"/>
          <a:chExt cx="0" cy="0"/>
        </a:xfrm>
      </p:grpSpPr>
      <p:pic>
        <p:nvPicPr>
          <p:cNvPr id="48" name="Google Shape;48;p11"/>
          <p:cNvPicPr preferRelativeResize="0"/>
          <p:nvPr/>
        </p:nvPicPr>
        <p:blipFill rotWithShape="1">
          <a:blip r:embed="rId2">
            <a:alphaModFix/>
          </a:blip>
          <a:srcRect l="-55210" t="50562" r="55209" b="-6811"/>
          <a:stretch/>
        </p:blipFill>
        <p:spPr>
          <a:xfrm flipH="1">
            <a:off x="0" y="0"/>
            <a:ext cx="12192000" cy="6858000"/>
          </a:xfrm>
          <a:prstGeom prst="rect">
            <a:avLst/>
          </a:prstGeom>
          <a:noFill/>
          <a:ln>
            <a:noFill/>
          </a:ln>
        </p:spPr>
      </p:pic>
      <p:pic>
        <p:nvPicPr>
          <p:cNvPr id="49" name="Google Shape;49;p11"/>
          <p:cNvPicPr preferRelativeResize="0"/>
          <p:nvPr/>
        </p:nvPicPr>
        <p:blipFill rotWithShape="1">
          <a:blip r:embed="rId2">
            <a:alphaModFix/>
          </a:blip>
          <a:srcRect l="-55210" t="50562" r="55209" b="-6811"/>
          <a:stretch/>
        </p:blipFill>
        <p:spPr>
          <a:xfrm rot="10800000" flipH="1">
            <a:off x="0" y="0"/>
            <a:ext cx="12192000" cy="6858000"/>
          </a:xfrm>
          <a:prstGeom prst="rect">
            <a:avLst/>
          </a:prstGeom>
          <a:noFill/>
          <a:ln>
            <a:noFill/>
          </a:ln>
        </p:spPr>
      </p:pic>
      <p:sp>
        <p:nvSpPr>
          <p:cNvPr id="50" name="Google Shape;50;p11"/>
          <p:cNvSpPr txBox="1">
            <a:spLocks noGrp="1"/>
          </p:cNvSpPr>
          <p:nvPr>
            <p:ph type="title" hasCustomPrompt="1"/>
          </p:nvPr>
        </p:nvSpPr>
        <p:spPr>
          <a:xfrm>
            <a:off x="953467" y="4091467"/>
            <a:ext cx="10285200" cy="2053200"/>
          </a:xfrm>
          <a:prstGeom prst="rect">
            <a:avLst/>
          </a:prstGeom>
        </p:spPr>
        <p:txBody>
          <a:bodyPr spcFirstLastPara="1" wrap="square" lIns="91425" tIns="91425" rIns="91425" bIns="91425" anchor="t" anchorCtr="0">
            <a:noAutofit/>
          </a:bodyPr>
          <a:lstStyle>
            <a:lvl1pPr lvl="0">
              <a:spcBef>
                <a:spcPts val="0"/>
              </a:spcBef>
              <a:spcAft>
                <a:spcPts val="0"/>
              </a:spcAft>
              <a:buSzPts val="9600"/>
              <a:buNone/>
              <a:defRPr sz="12000"/>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51" name="Google Shape;51;p11"/>
          <p:cNvSpPr txBox="1">
            <a:spLocks noGrp="1"/>
          </p:cNvSpPr>
          <p:nvPr>
            <p:ph type="subTitle" idx="1"/>
          </p:nvPr>
        </p:nvSpPr>
        <p:spPr>
          <a:xfrm>
            <a:off x="6096000" y="713333"/>
            <a:ext cx="5142400" cy="51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867"/>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US"/>
              <a:t>Click to edit Master subtitle style</a:t>
            </a:r>
            <a:endParaRPr/>
          </a:p>
        </p:txBody>
      </p:sp>
    </p:spTree>
    <p:extLst>
      <p:ext uri="{BB962C8B-B14F-4D97-AF65-F5344CB8AC3E}">
        <p14:creationId xmlns:p14="http://schemas.microsoft.com/office/powerpoint/2010/main" val="3221604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Tree>
    <p:extLst>
      <p:ext uri="{BB962C8B-B14F-4D97-AF65-F5344CB8AC3E}">
        <p14:creationId xmlns:p14="http://schemas.microsoft.com/office/powerpoint/2010/main" val="13193882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bg>
      <p:bgPr>
        <a:solidFill>
          <a:schemeClr val="lt1"/>
        </a:solidFill>
        <a:effectLst/>
      </p:bgPr>
    </p:bg>
    <p:spTree>
      <p:nvGrpSpPr>
        <p:cNvPr id="1" name="Shape 53"/>
        <p:cNvGrpSpPr/>
        <p:nvPr/>
      </p:nvGrpSpPr>
      <p:grpSpPr>
        <a:xfrm>
          <a:off x="0" y="0"/>
          <a:ext cx="0" cy="0"/>
          <a:chOff x="0" y="0"/>
          <a:chExt cx="0" cy="0"/>
        </a:xfrm>
      </p:grpSpPr>
      <p:pic>
        <p:nvPicPr>
          <p:cNvPr id="54" name="Google Shape;54;p13"/>
          <p:cNvPicPr preferRelativeResize="0"/>
          <p:nvPr/>
        </p:nvPicPr>
        <p:blipFill rotWithShape="1">
          <a:blip r:embed="rId2">
            <a:alphaModFix/>
          </a:blip>
          <a:srcRect l="-235242" t="44962" r="44460" b="-108521"/>
          <a:stretch/>
        </p:blipFill>
        <p:spPr>
          <a:xfrm rot="10800000">
            <a:off x="-13533" y="1"/>
            <a:ext cx="12205533" cy="6864500"/>
          </a:xfrm>
          <a:prstGeom prst="rect">
            <a:avLst/>
          </a:prstGeom>
          <a:noFill/>
          <a:ln>
            <a:noFill/>
          </a:ln>
        </p:spPr>
      </p:pic>
      <p:sp>
        <p:nvSpPr>
          <p:cNvPr id="55" name="Google Shape;55;p13"/>
          <p:cNvSpPr txBox="1">
            <a:spLocks noGrp="1"/>
          </p:cNvSpPr>
          <p:nvPr>
            <p:ph type="title" hasCustomPrompt="1"/>
          </p:nvPr>
        </p:nvSpPr>
        <p:spPr>
          <a:xfrm>
            <a:off x="1427533" y="1823100"/>
            <a:ext cx="718000" cy="98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56" name="Google Shape;56;p13"/>
          <p:cNvSpPr txBox="1">
            <a:spLocks noGrp="1"/>
          </p:cNvSpPr>
          <p:nvPr>
            <p:ph type="subTitle" idx="1"/>
          </p:nvPr>
        </p:nvSpPr>
        <p:spPr>
          <a:xfrm>
            <a:off x="2145433" y="1823100"/>
            <a:ext cx="3476400" cy="981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57" name="Google Shape;57;p13"/>
          <p:cNvSpPr txBox="1">
            <a:spLocks noGrp="1"/>
          </p:cNvSpPr>
          <p:nvPr>
            <p:ph type="title" idx="2"/>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None/>
              <a:defRPr>
                <a:solidFill>
                  <a:schemeClr val="dk1"/>
                </a:solidFill>
              </a:defRPr>
            </a:lvl1pPr>
            <a:lvl2pPr lvl="1" rtl="0">
              <a:spcBef>
                <a:spcPts val="0"/>
              </a:spcBef>
              <a:spcAft>
                <a:spcPts val="0"/>
              </a:spcAft>
              <a:buClr>
                <a:schemeClr val="dk1"/>
              </a:buClr>
              <a:buSzPts val="3000"/>
              <a:buNone/>
              <a:defRPr sz="4000">
                <a:solidFill>
                  <a:schemeClr val="dk1"/>
                </a:solidFill>
              </a:defRPr>
            </a:lvl2pPr>
            <a:lvl3pPr lvl="2" rtl="0">
              <a:spcBef>
                <a:spcPts val="0"/>
              </a:spcBef>
              <a:spcAft>
                <a:spcPts val="0"/>
              </a:spcAft>
              <a:buClr>
                <a:schemeClr val="dk1"/>
              </a:buClr>
              <a:buSzPts val="3000"/>
              <a:buNone/>
              <a:defRPr sz="4000">
                <a:solidFill>
                  <a:schemeClr val="dk1"/>
                </a:solidFill>
              </a:defRPr>
            </a:lvl3pPr>
            <a:lvl4pPr lvl="3" rtl="0">
              <a:spcBef>
                <a:spcPts val="0"/>
              </a:spcBef>
              <a:spcAft>
                <a:spcPts val="0"/>
              </a:spcAft>
              <a:buClr>
                <a:schemeClr val="dk1"/>
              </a:buClr>
              <a:buSzPts val="3000"/>
              <a:buNone/>
              <a:defRPr sz="4000">
                <a:solidFill>
                  <a:schemeClr val="dk1"/>
                </a:solidFill>
              </a:defRPr>
            </a:lvl4pPr>
            <a:lvl5pPr lvl="4" rtl="0">
              <a:spcBef>
                <a:spcPts val="0"/>
              </a:spcBef>
              <a:spcAft>
                <a:spcPts val="0"/>
              </a:spcAft>
              <a:buClr>
                <a:schemeClr val="dk1"/>
              </a:buClr>
              <a:buSzPts val="3000"/>
              <a:buNone/>
              <a:defRPr sz="4000">
                <a:solidFill>
                  <a:schemeClr val="dk1"/>
                </a:solidFill>
              </a:defRPr>
            </a:lvl5pPr>
            <a:lvl6pPr lvl="5" rtl="0">
              <a:spcBef>
                <a:spcPts val="0"/>
              </a:spcBef>
              <a:spcAft>
                <a:spcPts val="0"/>
              </a:spcAft>
              <a:buClr>
                <a:schemeClr val="dk1"/>
              </a:buClr>
              <a:buSzPts val="3000"/>
              <a:buNone/>
              <a:defRPr sz="4000">
                <a:solidFill>
                  <a:schemeClr val="dk1"/>
                </a:solidFill>
              </a:defRPr>
            </a:lvl6pPr>
            <a:lvl7pPr lvl="6" rtl="0">
              <a:spcBef>
                <a:spcPts val="0"/>
              </a:spcBef>
              <a:spcAft>
                <a:spcPts val="0"/>
              </a:spcAft>
              <a:buClr>
                <a:schemeClr val="dk1"/>
              </a:buClr>
              <a:buSzPts val="3000"/>
              <a:buNone/>
              <a:defRPr sz="4000">
                <a:solidFill>
                  <a:schemeClr val="dk1"/>
                </a:solidFill>
              </a:defRPr>
            </a:lvl7pPr>
            <a:lvl8pPr lvl="7" rtl="0">
              <a:spcBef>
                <a:spcPts val="0"/>
              </a:spcBef>
              <a:spcAft>
                <a:spcPts val="0"/>
              </a:spcAft>
              <a:buClr>
                <a:schemeClr val="dk1"/>
              </a:buClr>
              <a:buSzPts val="3000"/>
              <a:buNone/>
              <a:defRPr sz="4000">
                <a:solidFill>
                  <a:schemeClr val="dk1"/>
                </a:solidFill>
              </a:defRPr>
            </a:lvl8pPr>
            <a:lvl9pPr lvl="8" rtl="0">
              <a:spcBef>
                <a:spcPts val="0"/>
              </a:spcBef>
              <a:spcAft>
                <a:spcPts val="0"/>
              </a:spcAft>
              <a:buClr>
                <a:schemeClr val="dk1"/>
              </a:buClr>
              <a:buSzPts val="3000"/>
              <a:buNone/>
              <a:defRPr sz="4000">
                <a:solidFill>
                  <a:schemeClr val="dk1"/>
                </a:solidFill>
              </a:defRPr>
            </a:lvl9pPr>
          </a:lstStyle>
          <a:p>
            <a:r>
              <a:rPr lang="en-US"/>
              <a:t>Click to edit Master title style</a:t>
            </a:r>
            <a:endParaRPr/>
          </a:p>
        </p:txBody>
      </p:sp>
      <p:sp>
        <p:nvSpPr>
          <p:cNvPr id="58" name="Google Shape;58;p13"/>
          <p:cNvSpPr txBox="1">
            <a:spLocks noGrp="1"/>
          </p:cNvSpPr>
          <p:nvPr>
            <p:ph type="title" idx="3" hasCustomPrompt="1"/>
          </p:nvPr>
        </p:nvSpPr>
        <p:spPr>
          <a:xfrm>
            <a:off x="1427533" y="2804700"/>
            <a:ext cx="718000" cy="98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59" name="Google Shape;59;p13"/>
          <p:cNvSpPr txBox="1">
            <a:spLocks noGrp="1"/>
          </p:cNvSpPr>
          <p:nvPr>
            <p:ph type="subTitle" idx="4"/>
          </p:nvPr>
        </p:nvSpPr>
        <p:spPr>
          <a:xfrm>
            <a:off x="2145433" y="2804699"/>
            <a:ext cx="3476400" cy="981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60" name="Google Shape;60;p13"/>
          <p:cNvSpPr txBox="1">
            <a:spLocks noGrp="1"/>
          </p:cNvSpPr>
          <p:nvPr>
            <p:ph type="title" idx="5" hasCustomPrompt="1"/>
          </p:nvPr>
        </p:nvSpPr>
        <p:spPr>
          <a:xfrm>
            <a:off x="1427533" y="3786333"/>
            <a:ext cx="718000" cy="98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1" name="Google Shape;61;p13"/>
          <p:cNvSpPr txBox="1">
            <a:spLocks noGrp="1"/>
          </p:cNvSpPr>
          <p:nvPr>
            <p:ph type="subTitle" idx="6"/>
          </p:nvPr>
        </p:nvSpPr>
        <p:spPr>
          <a:xfrm>
            <a:off x="2145433" y="3786331"/>
            <a:ext cx="3476400" cy="981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62" name="Google Shape;62;p13"/>
          <p:cNvSpPr txBox="1">
            <a:spLocks noGrp="1"/>
          </p:cNvSpPr>
          <p:nvPr>
            <p:ph type="title" idx="7" hasCustomPrompt="1"/>
          </p:nvPr>
        </p:nvSpPr>
        <p:spPr>
          <a:xfrm>
            <a:off x="1427533" y="4767933"/>
            <a:ext cx="718000" cy="98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3" name="Google Shape;63;p13"/>
          <p:cNvSpPr txBox="1">
            <a:spLocks noGrp="1"/>
          </p:cNvSpPr>
          <p:nvPr>
            <p:ph type="subTitle" idx="8"/>
          </p:nvPr>
        </p:nvSpPr>
        <p:spPr>
          <a:xfrm>
            <a:off x="2145433" y="4767931"/>
            <a:ext cx="3476400" cy="981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64" name="Google Shape;64;p13"/>
          <p:cNvSpPr txBox="1">
            <a:spLocks noGrp="1"/>
          </p:cNvSpPr>
          <p:nvPr>
            <p:ph type="title" idx="9" hasCustomPrompt="1"/>
          </p:nvPr>
        </p:nvSpPr>
        <p:spPr>
          <a:xfrm>
            <a:off x="6569932" y="1823100"/>
            <a:ext cx="718000" cy="98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5" name="Google Shape;65;p13"/>
          <p:cNvSpPr txBox="1">
            <a:spLocks noGrp="1"/>
          </p:cNvSpPr>
          <p:nvPr>
            <p:ph type="subTitle" idx="13"/>
          </p:nvPr>
        </p:nvSpPr>
        <p:spPr>
          <a:xfrm>
            <a:off x="7287933" y="1823100"/>
            <a:ext cx="3476400" cy="981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66" name="Google Shape;66;p13"/>
          <p:cNvSpPr txBox="1">
            <a:spLocks noGrp="1"/>
          </p:cNvSpPr>
          <p:nvPr>
            <p:ph type="title" idx="14" hasCustomPrompt="1"/>
          </p:nvPr>
        </p:nvSpPr>
        <p:spPr>
          <a:xfrm>
            <a:off x="6569932" y="2804696"/>
            <a:ext cx="718000" cy="98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7" name="Google Shape;67;p13"/>
          <p:cNvSpPr txBox="1">
            <a:spLocks noGrp="1"/>
          </p:cNvSpPr>
          <p:nvPr>
            <p:ph type="subTitle" idx="15"/>
          </p:nvPr>
        </p:nvSpPr>
        <p:spPr>
          <a:xfrm>
            <a:off x="7287933" y="2804692"/>
            <a:ext cx="3476400" cy="981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68" name="Google Shape;68;p13"/>
          <p:cNvSpPr txBox="1">
            <a:spLocks noGrp="1"/>
          </p:cNvSpPr>
          <p:nvPr>
            <p:ph type="title" idx="16" hasCustomPrompt="1"/>
          </p:nvPr>
        </p:nvSpPr>
        <p:spPr>
          <a:xfrm>
            <a:off x="6569932" y="3786304"/>
            <a:ext cx="718000" cy="98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9" name="Google Shape;69;p13"/>
          <p:cNvSpPr txBox="1">
            <a:spLocks noGrp="1"/>
          </p:cNvSpPr>
          <p:nvPr>
            <p:ph type="subTitle" idx="17"/>
          </p:nvPr>
        </p:nvSpPr>
        <p:spPr>
          <a:xfrm>
            <a:off x="7287933" y="3786295"/>
            <a:ext cx="3476400" cy="981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70" name="Google Shape;70;p13"/>
          <p:cNvSpPr txBox="1">
            <a:spLocks noGrp="1"/>
          </p:cNvSpPr>
          <p:nvPr>
            <p:ph type="title" idx="18" hasCustomPrompt="1"/>
          </p:nvPr>
        </p:nvSpPr>
        <p:spPr>
          <a:xfrm>
            <a:off x="6569932" y="4767900"/>
            <a:ext cx="718000" cy="98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71" name="Google Shape;71;p13"/>
          <p:cNvSpPr txBox="1">
            <a:spLocks noGrp="1"/>
          </p:cNvSpPr>
          <p:nvPr>
            <p:ph type="subTitle" idx="19"/>
          </p:nvPr>
        </p:nvSpPr>
        <p:spPr>
          <a:xfrm>
            <a:off x="7287933" y="4767888"/>
            <a:ext cx="3476400" cy="981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Tree>
    <p:extLst>
      <p:ext uri="{BB962C8B-B14F-4D97-AF65-F5344CB8AC3E}">
        <p14:creationId xmlns:p14="http://schemas.microsoft.com/office/powerpoint/2010/main" val="2036582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Quote">
    <p:bg>
      <p:bgPr>
        <a:solidFill>
          <a:schemeClr val="lt1"/>
        </a:solidFill>
        <a:effectLst/>
      </p:bgPr>
    </p:bg>
    <p:spTree>
      <p:nvGrpSpPr>
        <p:cNvPr id="1" name="Shape 72"/>
        <p:cNvGrpSpPr/>
        <p:nvPr/>
      </p:nvGrpSpPr>
      <p:grpSpPr>
        <a:xfrm>
          <a:off x="0" y="0"/>
          <a:ext cx="0" cy="0"/>
          <a:chOff x="0" y="0"/>
          <a:chExt cx="0" cy="0"/>
        </a:xfrm>
      </p:grpSpPr>
      <p:pic>
        <p:nvPicPr>
          <p:cNvPr id="73" name="Google Shape;73;p14"/>
          <p:cNvPicPr preferRelativeResize="0"/>
          <p:nvPr/>
        </p:nvPicPr>
        <p:blipFill rotWithShape="1">
          <a:blip r:embed="rId2">
            <a:alphaModFix/>
          </a:blip>
          <a:srcRect l="-6643" t="13471" r="27548" b="-35825"/>
          <a:stretch/>
        </p:blipFill>
        <p:spPr>
          <a:xfrm>
            <a:off x="7758733" y="0"/>
            <a:ext cx="4433267" cy="6858000"/>
          </a:xfrm>
          <a:prstGeom prst="rect">
            <a:avLst/>
          </a:prstGeom>
          <a:noFill/>
          <a:ln>
            <a:noFill/>
          </a:ln>
        </p:spPr>
      </p:pic>
      <p:pic>
        <p:nvPicPr>
          <p:cNvPr id="74" name="Google Shape;74;p14"/>
          <p:cNvPicPr preferRelativeResize="0"/>
          <p:nvPr/>
        </p:nvPicPr>
        <p:blipFill rotWithShape="1">
          <a:blip r:embed="rId2">
            <a:alphaModFix/>
          </a:blip>
          <a:srcRect l="-235242" t="44962" r="44460" b="-108521"/>
          <a:stretch/>
        </p:blipFill>
        <p:spPr>
          <a:xfrm rot="10800000">
            <a:off x="-13533" y="1"/>
            <a:ext cx="12205533" cy="6864500"/>
          </a:xfrm>
          <a:prstGeom prst="rect">
            <a:avLst/>
          </a:prstGeom>
          <a:noFill/>
          <a:ln>
            <a:noFill/>
          </a:ln>
        </p:spPr>
      </p:pic>
      <p:sp>
        <p:nvSpPr>
          <p:cNvPr id="75" name="Google Shape;75;p14"/>
          <p:cNvSpPr txBox="1">
            <a:spLocks noGrp="1"/>
          </p:cNvSpPr>
          <p:nvPr>
            <p:ph type="subTitle" idx="1"/>
          </p:nvPr>
        </p:nvSpPr>
        <p:spPr>
          <a:xfrm>
            <a:off x="953467" y="2004233"/>
            <a:ext cx="7906800" cy="2673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500"/>
              <a:buNone/>
              <a:defRPr sz="4000"/>
            </a:lvl1pPr>
            <a:lvl2pPr lvl="1" algn="ctr" rtl="0">
              <a:lnSpc>
                <a:spcPct val="100000"/>
              </a:lnSpc>
              <a:spcBef>
                <a:spcPts val="0"/>
              </a:spcBef>
              <a:spcAft>
                <a:spcPts val="0"/>
              </a:spcAft>
              <a:buSzPts val="2500"/>
              <a:buNone/>
              <a:defRPr sz="3333"/>
            </a:lvl2pPr>
            <a:lvl3pPr lvl="2" algn="ctr" rtl="0">
              <a:lnSpc>
                <a:spcPct val="100000"/>
              </a:lnSpc>
              <a:spcBef>
                <a:spcPts val="0"/>
              </a:spcBef>
              <a:spcAft>
                <a:spcPts val="0"/>
              </a:spcAft>
              <a:buSzPts val="2500"/>
              <a:buNone/>
              <a:defRPr sz="3333"/>
            </a:lvl3pPr>
            <a:lvl4pPr lvl="3" algn="ctr" rtl="0">
              <a:lnSpc>
                <a:spcPct val="100000"/>
              </a:lnSpc>
              <a:spcBef>
                <a:spcPts val="0"/>
              </a:spcBef>
              <a:spcAft>
                <a:spcPts val="0"/>
              </a:spcAft>
              <a:buSzPts val="2500"/>
              <a:buNone/>
              <a:defRPr sz="3333"/>
            </a:lvl4pPr>
            <a:lvl5pPr lvl="4" algn="ctr" rtl="0">
              <a:lnSpc>
                <a:spcPct val="100000"/>
              </a:lnSpc>
              <a:spcBef>
                <a:spcPts val="0"/>
              </a:spcBef>
              <a:spcAft>
                <a:spcPts val="0"/>
              </a:spcAft>
              <a:buSzPts val="2500"/>
              <a:buNone/>
              <a:defRPr sz="3333"/>
            </a:lvl5pPr>
            <a:lvl6pPr lvl="5" algn="ctr" rtl="0">
              <a:lnSpc>
                <a:spcPct val="100000"/>
              </a:lnSpc>
              <a:spcBef>
                <a:spcPts val="0"/>
              </a:spcBef>
              <a:spcAft>
                <a:spcPts val="0"/>
              </a:spcAft>
              <a:buSzPts val="2500"/>
              <a:buNone/>
              <a:defRPr sz="3333"/>
            </a:lvl6pPr>
            <a:lvl7pPr lvl="6" algn="ctr" rtl="0">
              <a:lnSpc>
                <a:spcPct val="100000"/>
              </a:lnSpc>
              <a:spcBef>
                <a:spcPts val="0"/>
              </a:spcBef>
              <a:spcAft>
                <a:spcPts val="0"/>
              </a:spcAft>
              <a:buSzPts val="2500"/>
              <a:buNone/>
              <a:defRPr sz="3333"/>
            </a:lvl7pPr>
            <a:lvl8pPr lvl="7" algn="ctr" rtl="0">
              <a:lnSpc>
                <a:spcPct val="100000"/>
              </a:lnSpc>
              <a:spcBef>
                <a:spcPts val="0"/>
              </a:spcBef>
              <a:spcAft>
                <a:spcPts val="0"/>
              </a:spcAft>
              <a:buSzPts val="2500"/>
              <a:buNone/>
              <a:defRPr sz="3333"/>
            </a:lvl8pPr>
            <a:lvl9pPr lvl="8" algn="ctr" rtl="0">
              <a:lnSpc>
                <a:spcPct val="100000"/>
              </a:lnSpc>
              <a:spcBef>
                <a:spcPts val="0"/>
              </a:spcBef>
              <a:spcAft>
                <a:spcPts val="0"/>
              </a:spcAft>
              <a:buSzPts val="2500"/>
              <a:buNone/>
              <a:defRPr sz="3333"/>
            </a:lvl9pPr>
          </a:lstStyle>
          <a:p>
            <a:r>
              <a:rPr lang="en-US"/>
              <a:t>Click to edit Master subtitle style</a:t>
            </a:r>
            <a:endParaRPr/>
          </a:p>
        </p:txBody>
      </p:sp>
      <p:sp>
        <p:nvSpPr>
          <p:cNvPr id="76" name="Google Shape;76;p14"/>
          <p:cNvSpPr txBox="1">
            <a:spLocks noGrp="1"/>
          </p:cNvSpPr>
          <p:nvPr>
            <p:ph type="subTitle" idx="2"/>
          </p:nvPr>
        </p:nvSpPr>
        <p:spPr>
          <a:xfrm>
            <a:off x="953467" y="5287067"/>
            <a:ext cx="7906800" cy="6080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Tree>
    <p:extLst>
      <p:ext uri="{BB962C8B-B14F-4D97-AF65-F5344CB8AC3E}">
        <p14:creationId xmlns:p14="http://schemas.microsoft.com/office/powerpoint/2010/main" val="23395733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cSld name="Title and text">
    <p:bg>
      <p:bgPr>
        <a:solidFill>
          <a:schemeClr val="lt1"/>
        </a:solidFill>
        <a:effectLst/>
      </p:bgPr>
    </p:bg>
    <p:spTree>
      <p:nvGrpSpPr>
        <p:cNvPr id="1" name="Shape 77"/>
        <p:cNvGrpSpPr/>
        <p:nvPr/>
      </p:nvGrpSpPr>
      <p:grpSpPr>
        <a:xfrm>
          <a:off x="0" y="0"/>
          <a:ext cx="0" cy="0"/>
          <a:chOff x="0" y="0"/>
          <a:chExt cx="0" cy="0"/>
        </a:xfrm>
      </p:grpSpPr>
      <p:pic>
        <p:nvPicPr>
          <p:cNvPr id="78" name="Google Shape;78;p15"/>
          <p:cNvPicPr preferRelativeResize="0"/>
          <p:nvPr/>
        </p:nvPicPr>
        <p:blipFill rotWithShape="1">
          <a:blip r:embed="rId2">
            <a:alphaModFix/>
          </a:blip>
          <a:srcRect l="-19689" t="41478" r="19690" b="2272"/>
          <a:stretch/>
        </p:blipFill>
        <p:spPr>
          <a:xfrm rot="10800000" flipH="1">
            <a:off x="0" y="-3047"/>
            <a:ext cx="12192000" cy="6864093"/>
          </a:xfrm>
          <a:prstGeom prst="rect">
            <a:avLst/>
          </a:prstGeom>
          <a:noFill/>
          <a:ln>
            <a:noFill/>
          </a:ln>
        </p:spPr>
      </p:pic>
      <p:sp>
        <p:nvSpPr>
          <p:cNvPr id="79" name="Google Shape;79;p15"/>
          <p:cNvSpPr txBox="1">
            <a:spLocks noGrp="1"/>
          </p:cNvSpPr>
          <p:nvPr>
            <p:ph type="title"/>
          </p:nvPr>
        </p:nvSpPr>
        <p:spPr>
          <a:xfrm>
            <a:off x="953467" y="3012767"/>
            <a:ext cx="5702400" cy="3089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9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80" name="Google Shape;80;p15"/>
          <p:cNvSpPr txBox="1">
            <a:spLocks noGrp="1"/>
          </p:cNvSpPr>
          <p:nvPr>
            <p:ph type="body" idx="1"/>
          </p:nvPr>
        </p:nvSpPr>
        <p:spPr>
          <a:xfrm>
            <a:off x="6096000" y="713333"/>
            <a:ext cx="5142000" cy="1078800"/>
          </a:xfrm>
          <a:prstGeom prst="rect">
            <a:avLst/>
          </a:prstGeom>
          <a:ln>
            <a:noFill/>
          </a:ln>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dk1"/>
              </a:buClr>
              <a:buSzPts val="1200"/>
              <a:buChar char="●"/>
              <a:defRPr sz="1867">
                <a:solidFill>
                  <a:schemeClr val="dk1"/>
                </a:solidFill>
              </a:defRPr>
            </a:lvl1pPr>
            <a:lvl2pPr marL="1219170" lvl="1" indent="-406390" rtl="0">
              <a:lnSpc>
                <a:spcPct val="100000"/>
              </a:lnSpc>
              <a:spcBef>
                <a:spcPts val="0"/>
              </a:spcBef>
              <a:spcAft>
                <a:spcPts val="0"/>
              </a:spcAft>
              <a:buClr>
                <a:schemeClr val="dk1"/>
              </a:buClr>
              <a:buSzPts val="1200"/>
              <a:buChar char="○"/>
              <a:defRPr sz="1600">
                <a:solidFill>
                  <a:schemeClr val="dk1"/>
                </a:solidFill>
              </a:defRPr>
            </a:lvl2pPr>
            <a:lvl3pPr marL="1828754" lvl="2" indent="-406390" rtl="0">
              <a:lnSpc>
                <a:spcPct val="100000"/>
              </a:lnSpc>
              <a:spcBef>
                <a:spcPts val="0"/>
              </a:spcBef>
              <a:spcAft>
                <a:spcPts val="0"/>
              </a:spcAft>
              <a:buClr>
                <a:schemeClr val="dk1"/>
              </a:buClr>
              <a:buSzPts val="1200"/>
              <a:buChar char="■"/>
              <a:defRPr sz="1600">
                <a:solidFill>
                  <a:schemeClr val="dk1"/>
                </a:solidFill>
              </a:defRPr>
            </a:lvl3pPr>
            <a:lvl4pPr marL="2438339" lvl="3" indent="-406390" rtl="0">
              <a:lnSpc>
                <a:spcPct val="100000"/>
              </a:lnSpc>
              <a:spcBef>
                <a:spcPts val="0"/>
              </a:spcBef>
              <a:spcAft>
                <a:spcPts val="0"/>
              </a:spcAft>
              <a:buClr>
                <a:schemeClr val="dk1"/>
              </a:buClr>
              <a:buSzPts val="1200"/>
              <a:buChar char="●"/>
              <a:defRPr sz="1600">
                <a:solidFill>
                  <a:schemeClr val="dk1"/>
                </a:solidFill>
              </a:defRPr>
            </a:lvl4pPr>
            <a:lvl5pPr marL="3047924" lvl="4" indent="-406390" rtl="0">
              <a:lnSpc>
                <a:spcPct val="100000"/>
              </a:lnSpc>
              <a:spcBef>
                <a:spcPts val="0"/>
              </a:spcBef>
              <a:spcAft>
                <a:spcPts val="0"/>
              </a:spcAft>
              <a:buClr>
                <a:schemeClr val="dk1"/>
              </a:buClr>
              <a:buSzPts val="1200"/>
              <a:buChar char="○"/>
              <a:defRPr sz="1600">
                <a:solidFill>
                  <a:schemeClr val="dk1"/>
                </a:solidFill>
              </a:defRPr>
            </a:lvl5pPr>
            <a:lvl6pPr marL="3657509" lvl="5" indent="-406390" rtl="0">
              <a:lnSpc>
                <a:spcPct val="100000"/>
              </a:lnSpc>
              <a:spcBef>
                <a:spcPts val="0"/>
              </a:spcBef>
              <a:spcAft>
                <a:spcPts val="0"/>
              </a:spcAft>
              <a:buClr>
                <a:schemeClr val="dk1"/>
              </a:buClr>
              <a:buSzPts val="1200"/>
              <a:buChar char="■"/>
              <a:defRPr sz="1600">
                <a:solidFill>
                  <a:schemeClr val="dk1"/>
                </a:solidFill>
              </a:defRPr>
            </a:lvl6pPr>
            <a:lvl7pPr marL="4267093" lvl="6" indent="-406390" rtl="0">
              <a:lnSpc>
                <a:spcPct val="100000"/>
              </a:lnSpc>
              <a:spcBef>
                <a:spcPts val="0"/>
              </a:spcBef>
              <a:spcAft>
                <a:spcPts val="0"/>
              </a:spcAft>
              <a:buClr>
                <a:schemeClr val="dk1"/>
              </a:buClr>
              <a:buSzPts val="1200"/>
              <a:buChar char="●"/>
              <a:defRPr sz="1600">
                <a:solidFill>
                  <a:schemeClr val="dk1"/>
                </a:solidFill>
              </a:defRPr>
            </a:lvl7pPr>
            <a:lvl8pPr marL="4876678" lvl="7" indent="-406390" rtl="0">
              <a:lnSpc>
                <a:spcPct val="100000"/>
              </a:lnSpc>
              <a:spcBef>
                <a:spcPts val="0"/>
              </a:spcBef>
              <a:spcAft>
                <a:spcPts val="0"/>
              </a:spcAft>
              <a:buClr>
                <a:schemeClr val="dk1"/>
              </a:buClr>
              <a:buSzPts val="1200"/>
              <a:buChar char="○"/>
              <a:defRPr sz="1600">
                <a:solidFill>
                  <a:schemeClr val="dk1"/>
                </a:solidFill>
              </a:defRPr>
            </a:lvl8pPr>
            <a:lvl9pPr marL="5486263" lvl="8" indent="-406390" rtl="0">
              <a:lnSpc>
                <a:spcPct val="100000"/>
              </a:lnSpc>
              <a:spcBef>
                <a:spcPts val="0"/>
              </a:spcBef>
              <a:spcAft>
                <a:spcPts val="0"/>
              </a:spcAft>
              <a:buClr>
                <a:schemeClr val="dk1"/>
              </a:buClr>
              <a:buSzPts val="1200"/>
              <a:buChar char="■"/>
              <a:defRPr sz="1600">
                <a:solidFill>
                  <a:schemeClr val="dk1"/>
                </a:solidFill>
              </a:defRPr>
            </a:lvl9pPr>
          </a:lstStyle>
          <a:p>
            <a:pPr lvl="0"/>
            <a:r>
              <a:rPr lang="en-US"/>
              <a:t>Click to edit Master text styles</a:t>
            </a:r>
          </a:p>
        </p:txBody>
      </p:sp>
    </p:spTree>
    <p:extLst>
      <p:ext uri="{BB962C8B-B14F-4D97-AF65-F5344CB8AC3E}">
        <p14:creationId xmlns:p14="http://schemas.microsoft.com/office/powerpoint/2010/main" val="40228445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cSld name="Title and text 1">
    <p:bg>
      <p:bgPr>
        <a:solidFill>
          <a:schemeClr val="lt1"/>
        </a:solidFill>
        <a:effectLst/>
      </p:bgPr>
    </p:bg>
    <p:spTree>
      <p:nvGrpSpPr>
        <p:cNvPr id="1" name="Shape 81"/>
        <p:cNvGrpSpPr/>
        <p:nvPr/>
      </p:nvGrpSpPr>
      <p:grpSpPr>
        <a:xfrm>
          <a:off x="0" y="0"/>
          <a:ext cx="0" cy="0"/>
          <a:chOff x="0" y="0"/>
          <a:chExt cx="0" cy="0"/>
        </a:xfrm>
      </p:grpSpPr>
      <p:pic>
        <p:nvPicPr>
          <p:cNvPr id="82" name="Google Shape;82;p16"/>
          <p:cNvPicPr preferRelativeResize="0"/>
          <p:nvPr/>
        </p:nvPicPr>
        <p:blipFill rotWithShape="1">
          <a:blip r:embed="rId2">
            <a:alphaModFix/>
          </a:blip>
          <a:srcRect l="7043" t="47434" r="-48486" b="-26994"/>
          <a:stretch/>
        </p:blipFill>
        <p:spPr>
          <a:xfrm rot="10800000" flipH="1">
            <a:off x="-16" y="-3047"/>
            <a:ext cx="12192000" cy="6864093"/>
          </a:xfrm>
          <a:prstGeom prst="rect">
            <a:avLst/>
          </a:prstGeom>
          <a:noFill/>
          <a:ln>
            <a:noFill/>
          </a:ln>
        </p:spPr>
      </p:pic>
      <p:sp>
        <p:nvSpPr>
          <p:cNvPr id="83" name="Google Shape;83;p16"/>
          <p:cNvSpPr txBox="1">
            <a:spLocks noGrp="1"/>
          </p:cNvSpPr>
          <p:nvPr>
            <p:ph type="title"/>
          </p:nvPr>
        </p:nvSpPr>
        <p:spPr>
          <a:xfrm>
            <a:off x="953467" y="2575800"/>
            <a:ext cx="4939200" cy="731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84" name="Google Shape;84;p16"/>
          <p:cNvSpPr txBox="1">
            <a:spLocks noGrp="1"/>
          </p:cNvSpPr>
          <p:nvPr>
            <p:ph type="body" idx="1"/>
          </p:nvPr>
        </p:nvSpPr>
        <p:spPr>
          <a:xfrm>
            <a:off x="953467" y="3307400"/>
            <a:ext cx="4939200" cy="974800"/>
          </a:xfrm>
          <a:prstGeom prst="rect">
            <a:avLst/>
          </a:prstGeom>
          <a:ln>
            <a:noFill/>
          </a:ln>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dk1"/>
              </a:buClr>
              <a:buSzPts val="1200"/>
              <a:buChar char="●"/>
              <a:defRPr sz="1600">
                <a:solidFill>
                  <a:schemeClr val="dk1"/>
                </a:solidFill>
              </a:defRPr>
            </a:lvl1pPr>
            <a:lvl2pPr marL="1219170" lvl="1" indent="-406390" rtl="0">
              <a:lnSpc>
                <a:spcPct val="100000"/>
              </a:lnSpc>
              <a:spcBef>
                <a:spcPts val="0"/>
              </a:spcBef>
              <a:spcAft>
                <a:spcPts val="0"/>
              </a:spcAft>
              <a:buClr>
                <a:schemeClr val="dk1"/>
              </a:buClr>
              <a:buSzPts val="1200"/>
              <a:buChar char="○"/>
              <a:defRPr sz="1600">
                <a:solidFill>
                  <a:schemeClr val="dk1"/>
                </a:solidFill>
              </a:defRPr>
            </a:lvl2pPr>
            <a:lvl3pPr marL="1828754" lvl="2" indent="-406390" rtl="0">
              <a:lnSpc>
                <a:spcPct val="100000"/>
              </a:lnSpc>
              <a:spcBef>
                <a:spcPts val="0"/>
              </a:spcBef>
              <a:spcAft>
                <a:spcPts val="0"/>
              </a:spcAft>
              <a:buClr>
                <a:schemeClr val="dk1"/>
              </a:buClr>
              <a:buSzPts val="1200"/>
              <a:buChar char="■"/>
              <a:defRPr sz="1600">
                <a:solidFill>
                  <a:schemeClr val="dk1"/>
                </a:solidFill>
              </a:defRPr>
            </a:lvl3pPr>
            <a:lvl4pPr marL="2438339" lvl="3" indent="-406390" rtl="0">
              <a:lnSpc>
                <a:spcPct val="100000"/>
              </a:lnSpc>
              <a:spcBef>
                <a:spcPts val="0"/>
              </a:spcBef>
              <a:spcAft>
                <a:spcPts val="0"/>
              </a:spcAft>
              <a:buClr>
                <a:schemeClr val="dk1"/>
              </a:buClr>
              <a:buSzPts val="1200"/>
              <a:buChar char="●"/>
              <a:defRPr sz="1600">
                <a:solidFill>
                  <a:schemeClr val="dk1"/>
                </a:solidFill>
              </a:defRPr>
            </a:lvl4pPr>
            <a:lvl5pPr marL="3047924" lvl="4" indent="-406390" rtl="0">
              <a:lnSpc>
                <a:spcPct val="100000"/>
              </a:lnSpc>
              <a:spcBef>
                <a:spcPts val="0"/>
              </a:spcBef>
              <a:spcAft>
                <a:spcPts val="0"/>
              </a:spcAft>
              <a:buClr>
                <a:schemeClr val="dk1"/>
              </a:buClr>
              <a:buSzPts val="1200"/>
              <a:buChar char="○"/>
              <a:defRPr sz="1600">
                <a:solidFill>
                  <a:schemeClr val="dk1"/>
                </a:solidFill>
              </a:defRPr>
            </a:lvl5pPr>
            <a:lvl6pPr marL="3657509" lvl="5" indent="-406390" rtl="0">
              <a:lnSpc>
                <a:spcPct val="100000"/>
              </a:lnSpc>
              <a:spcBef>
                <a:spcPts val="0"/>
              </a:spcBef>
              <a:spcAft>
                <a:spcPts val="0"/>
              </a:spcAft>
              <a:buClr>
                <a:schemeClr val="dk1"/>
              </a:buClr>
              <a:buSzPts val="1200"/>
              <a:buChar char="■"/>
              <a:defRPr sz="1600">
                <a:solidFill>
                  <a:schemeClr val="dk1"/>
                </a:solidFill>
              </a:defRPr>
            </a:lvl6pPr>
            <a:lvl7pPr marL="4267093" lvl="6" indent="-406390" rtl="0">
              <a:lnSpc>
                <a:spcPct val="100000"/>
              </a:lnSpc>
              <a:spcBef>
                <a:spcPts val="0"/>
              </a:spcBef>
              <a:spcAft>
                <a:spcPts val="0"/>
              </a:spcAft>
              <a:buClr>
                <a:schemeClr val="dk1"/>
              </a:buClr>
              <a:buSzPts val="1200"/>
              <a:buChar char="●"/>
              <a:defRPr sz="1600">
                <a:solidFill>
                  <a:schemeClr val="dk1"/>
                </a:solidFill>
              </a:defRPr>
            </a:lvl7pPr>
            <a:lvl8pPr marL="4876678" lvl="7" indent="-406390" rtl="0">
              <a:lnSpc>
                <a:spcPct val="100000"/>
              </a:lnSpc>
              <a:spcBef>
                <a:spcPts val="0"/>
              </a:spcBef>
              <a:spcAft>
                <a:spcPts val="0"/>
              </a:spcAft>
              <a:buClr>
                <a:schemeClr val="dk1"/>
              </a:buClr>
              <a:buSzPts val="1200"/>
              <a:buChar char="○"/>
              <a:defRPr sz="1600">
                <a:solidFill>
                  <a:schemeClr val="dk1"/>
                </a:solidFill>
              </a:defRPr>
            </a:lvl8pPr>
            <a:lvl9pPr marL="5486263" lvl="8" indent="-406390" rtl="0">
              <a:lnSpc>
                <a:spcPct val="100000"/>
              </a:lnSpc>
              <a:spcBef>
                <a:spcPts val="0"/>
              </a:spcBef>
              <a:spcAft>
                <a:spcPts val="0"/>
              </a:spcAft>
              <a:buClr>
                <a:schemeClr val="dk1"/>
              </a:buClr>
              <a:buSzPts val="1200"/>
              <a:buChar char="■"/>
              <a:defRPr sz="1600">
                <a:solidFill>
                  <a:schemeClr val="dk1"/>
                </a:solidFill>
              </a:defRPr>
            </a:lvl9pPr>
          </a:lstStyle>
          <a:p>
            <a:pPr lvl="0"/>
            <a:r>
              <a:rPr lang="en-US"/>
              <a:t>Click to edit Master text styles</a:t>
            </a:r>
          </a:p>
        </p:txBody>
      </p:sp>
    </p:spTree>
    <p:extLst>
      <p:ext uri="{BB962C8B-B14F-4D97-AF65-F5344CB8AC3E}">
        <p14:creationId xmlns:p14="http://schemas.microsoft.com/office/powerpoint/2010/main" val="19898722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2">
  <p:cSld name="Title and text 2">
    <p:bg>
      <p:bgPr>
        <a:solidFill>
          <a:schemeClr val="lt1"/>
        </a:solidFill>
        <a:effectLst/>
      </p:bgPr>
    </p:bg>
    <p:spTree>
      <p:nvGrpSpPr>
        <p:cNvPr id="1" name="Shape 85"/>
        <p:cNvGrpSpPr/>
        <p:nvPr/>
      </p:nvGrpSpPr>
      <p:grpSpPr>
        <a:xfrm>
          <a:off x="0" y="0"/>
          <a:ext cx="0" cy="0"/>
          <a:chOff x="0" y="0"/>
          <a:chExt cx="0" cy="0"/>
        </a:xfrm>
      </p:grpSpPr>
      <p:pic>
        <p:nvPicPr>
          <p:cNvPr id="86" name="Google Shape;86;p17"/>
          <p:cNvPicPr preferRelativeResize="0"/>
          <p:nvPr/>
        </p:nvPicPr>
        <p:blipFill rotWithShape="1">
          <a:blip r:embed="rId2">
            <a:alphaModFix/>
          </a:blip>
          <a:srcRect l="-50000" t="49600" r="50000" b="-5849"/>
          <a:stretch/>
        </p:blipFill>
        <p:spPr>
          <a:xfrm>
            <a:off x="0" y="0"/>
            <a:ext cx="12192000" cy="6858000"/>
          </a:xfrm>
          <a:prstGeom prst="rect">
            <a:avLst/>
          </a:prstGeom>
          <a:noFill/>
          <a:ln>
            <a:noFill/>
          </a:ln>
        </p:spPr>
      </p:pic>
      <p:sp>
        <p:nvSpPr>
          <p:cNvPr id="87" name="Google Shape;87;p17"/>
          <p:cNvSpPr txBox="1">
            <a:spLocks noGrp="1"/>
          </p:cNvSpPr>
          <p:nvPr>
            <p:ph type="title"/>
          </p:nvPr>
        </p:nvSpPr>
        <p:spPr>
          <a:xfrm>
            <a:off x="5736363" y="2575800"/>
            <a:ext cx="4939200" cy="731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88" name="Google Shape;88;p17"/>
          <p:cNvSpPr txBox="1">
            <a:spLocks noGrp="1"/>
          </p:cNvSpPr>
          <p:nvPr>
            <p:ph type="body" idx="1"/>
          </p:nvPr>
        </p:nvSpPr>
        <p:spPr>
          <a:xfrm>
            <a:off x="5736363" y="3307400"/>
            <a:ext cx="4939200" cy="974800"/>
          </a:xfrm>
          <a:prstGeom prst="rect">
            <a:avLst/>
          </a:prstGeom>
          <a:ln>
            <a:noFill/>
          </a:ln>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dk1"/>
              </a:buClr>
              <a:buSzPts val="1200"/>
              <a:buChar char="●"/>
              <a:defRPr sz="1600">
                <a:solidFill>
                  <a:schemeClr val="dk1"/>
                </a:solidFill>
              </a:defRPr>
            </a:lvl1pPr>
            <a:lvl2pPr marL="1219170" lvl="1" indent="-406390" rtl="0">
              <a:lnSpc>
                <a:spcPct val="100000"/>
              </a:lnSpc>
              <a:spcBef>
                <a:spcPts val="0"/>
              </a:spcBef>
              <a:spcAft>
                <a:spcPts val="0"/>
              </a:spcAft>
              <a:buClr>
                <a:schemeClr val="dk1"/>
              </a:buClr>
              <a:buSzPts val="1200"/>
              <a:buChar char="○"/>
              <a:defRPr sz="1600">
                <a:solidFill>
                  <a:schemeClr val="dk1"/>
                </a:solidFill>
              </a:defRPr>
            </a:lvl2pPr>
            <a:lvl3pPr marL="1828754" lvl="2" indent="-406390" rtl="0">
              <a:lnSpc>
                <a:spcPct val="100000"/>
              </a:lnSpc>
              <a:spcBef>
                <a:spcPts val="0"/>
              </a:spcBef>
              <a:spcAft>
                <a:spcPts val="0"/>
              </a:spcAft>
              <a:buClr>
                <a:schemeClr val="dk1"/>
              </a:buClr>
              <a:buSzPts val="1200"/>
              <a:buChar char="■"/>
              <a:defRPr sz="1600">
                <a:solidFill>
                  <a:schemeClr val="dk1"/>
                </a:solidFill>
              </a:defRPr>
            </a:lvl3pPr>
            <a:lvl4pPr marL="2438339" lvl="3" indent="-406390" rtl="0">
              <a:lnSpc>
                <a:spcPct val="100000"/>
              </a:lnSpc>
              <a:spcBef>
                <a:spcPts val="0"/>
              </a:spcBef>
              <a:spcAft>
                <a:spcPts val="0"/>
              </a:spcAft>
              <a:buClr>
                <a:schemeClr val="dk1"/>
              </a:buClr>
              <a:buSzPts val="1200"/>
              <a:buChar char="●"/>
              <a:defRPr sz="1600">
                <a:solidFill>
                  <a:schemeClr val="dk1"/>
                </a:solidFill>
              </a:defRPr>
            </a:lvl4pPr>
            <a:lvl5pPr marL="3047924" lvl="4" indent="-406390" rtl="0">
              <a:lnSpc>
                <a:spcPct val="100000"/>
              </a:lnSpc>
              <a:spcBef>
                <a:spcPts val="0"/>
              </a:spcBef>
              <a:spcAft>
                <a:spcPts val="0"/>
              </a:spcAft>
              <a:buClr>
                <a:schemeClr val="dk1"/>
              </a:buClr>
              <a:buSzPts val="1200"/>
              <a:buChar char="○"/>
              <a:defRPr sz="1600">
                <a:solidFill>
                  <a:schemeClr val="dk1"/>
                </a:solidFill>
              </a:defRPr>
            </a:lvl5pPr>
            <a:lvl6pPr marL="3657509" lvl="5" indent="-406390" rtl="0">
              <a:lnSpc>
                <a:spcPct val="100000"/>
              </a:lnSpc>
              <a:spcBef>
                <a:spcPts val="0"/>
              </a:spcBef>
              <a:spcAft>
                <a:spcPts val="0"/>
              </a:spcAft>
              <a:buClr>
                <a:schemeClr val="dk1"/>
              </a:buClr>
              <a:buSzPts val="1200"/>
              <a:buChar char="■"/>
              <a:defRPr sz="1600">
                <a:solidFill>
                  <a:schemeClr val="dk1"/>
                </a:solidFill>
              </a:defRPr>
            </a:lvl6pPr>
            <a:lvl7pPr marL="4267093" lvl="6" indent="-406390" rtl="0">
              <a:lnSpc>
                <a:spcPct val="100000"/>
              </a:lnSpc>
              <a:spcBef>
                <a:spcPts val="0"/>
              </a:spcBef>
              <a:spcAft>
                <a:spcPts val="0"/>
              </a:spcAft>
              <a:buClr>
                <a:schemeClr val="dk1"/>
              </a:buClr>
              <a:buSzPts val="1200"/>
              <a:buChar char="●"/>
              <a:defRPr sz="1600">
                <a:solidFill>
                  <a:schemeClr val="dk1"/>
                </a:solidFill>
              </a:defRPr>
            </a:lvl7pPr>
            <a:lvl8pPr marL="4876678" lvl="7" indent="-406390" rtl="0">
              <a:lnSpc>
                <a:spcPct val="100000"/>
              </a:lnSpc>
              <a:spcBef>
                <a:spcPts val="0"/>
              </a:spcBef>
              <a:spcAft>
                <a:spcPts val="0"/>
              </a:spcAft>
              <a:buClr>
                <a:schemeClr val="dk1"/>
              </a:buClr>
              <a:buSzPts val="1200"/>
              <a:buChar char="○"/>
              <a:defRPr sz="1600">
                <a:solidFill>
                  <a:schemeClr val="dk1"/>
                </a:solidFill>
              </a:defRPr>
            </a:lvl8pPr>
            <a:lvl9pPr marL="5486263" lvl="8" indent="-406390" rtl="0">
              <a:lnSpc>
                <a:spcPct val="100000"/>
              </a:lnSpc>
              <a:spcBef>
                <a:spcPts val="0"/>
              </a:spcBef>
              <a:spcAft>
                <a:spcPts val="0"/>
              </a:spcAft>
              <a:buClr>
                <a:schemeClr val="dk1"/>
              </a:buClr>
              <a:buSzPts val="1200"/>
              <a:buChar char="■"/>
              <a:defRPr sz="1600">
                <a:solidFill>
                  <a:schemeClr val="dk1"/>
                </a:solidFill>
              </a:defRPr>
            </a:lvl9pPr>
          </a:lstStyle>
          <a:p>
            <a:pPr lvl="0"/>
            <a:r>
              <a:rPr lang="en-US"/>
              <a:t>Click to edit Master text styles</a:t>
            </a:r>
          </a:p>
        </p:txBody>
      </p:sp>
    </p:spTree>
    <p:extLst>
      <p:ext uri="{BB962C8B-B14F-4D97-AF65-F5344CB8AC3E}">
        <p14:creationId xmlns:p14="http://schemas.microsoft.com/office/powerpoint/2010/main" val="4475247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3">
  <p:cSld name="Title and text 3">
    <p:bg>
      <p:bgPr>
        <a:solidFill>
          <a:schemeClr val="lt1"/>
        </a:solidFill>
        <a:effectLst/>
      </p:bgPr>
    </p:bg>
    <p:spTree>
      <p:nvGrpSpPr>
        <p:cNvPr id="1" name="Shape 89"/>
        <p:cNvGrpSpPr/>
        <p:nvPr/>
      </p:nvGrpSpPr>
      <p:grpSpPr>
        <a:xfrm>
          <a:off x="0" y="0"/>
          <a:ext cx="0" cy="0"/>
          <a:chOff x="0" y="0"/>
          <a:chExt cx="0" cy="0"/>
        </a:xfrm>
      </p:grpSpPr>
      <p:pic>
        <p:nvPicPr>
          <p:cNvPr id="90" name="Google Shape;90;p18"/>
          <p:cNvPicPr preferRelativeResize="0"/>
          <p:nvPr/>
        </p:nvPicPr>
        <p:blipFill rotWithShape="1">
          <a:blip r:embed="rId2">
            <a:alphaModFix/>
          </a:blip>
          <a:srcRect l="-55210" t="50562" r="55209" b="-6811"/>
          <a:stretch/>
        </p:blipFill>
        <p:spPr>
          <a:xfrm rot="10800000">
            <a:off x="0" y="0"/>
            <a:ext cx="12192000" cy="6858000"/>
          </a:xfrm>
          <a:prstGeom prst="rect">
            <a:avLst/>
          </a:prstGeom>
          <a:noFill/>
          <a:ln>
            <a:noFill/>
          </a:ln>
        </p:spPr>
      </p:pic>
      <p:sp>
        <p:nvSpPr>
          <p:cNvPr id="91" name="Google Shape;91;p18"/>
          <p:cNvSpPr txBox="1">
            <a:spLocks noGrp="1"/>
          </p:cNvSpPr>
          <p:nvPr>
            <p:ph type="title"/>
          </p:nvPr>
        </p:nvSpPr>
        <p:spPr>
          <a:xfrm>
            <a:off x="2060629" y="2575800"/>
            <a:ext cx="4939200" cy="731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92" name="Google Shape;92;p18"/>
          <p:cNvSpPr txBox="1">
            <a:spLocks noGrp="1"/>
          </p:cNvSpPr>
          <p:nvPr>
            <p:ph type="body" idx="1"/>
          </p:nvPr>
        </p:nvSpPr>
        <p:spPr>
          <a:xfrm>
            <a:off x="2060629" y="3307400"/>
            <a:ext cx="4939200" cy="974800"/>
          </a:xfrm>
          <a:prstGeom prst="rect">
            <a:avLst/>
          </a:prstGeom>
          <a:ln>
            <a:noFill/>
          </a:ln>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dk1"/>
              </a:buClr>
              <a:buSzPts val="1200"/>
              <a:buChar char="●"/>
              <a:defRPr sz="1600">
                <a:solidFill>
                  <a:schemeClr val="dk1"/>
                </a:solidFill>
              </a:defRPr>
            </a:lvl1pPr>
            <a:lvl2pPr marL="1219170" lvl="1" indent="-406390" rtl="0">
              <a:lnSpc>
                <a:spcPct val="100000"/>
              </a:lnSpc>
              <a:spcBef>
                <a:spcPts val="0"/>
              </a:spcBef>
              <a:spcAft>
                <a:spcPts val="0"/>
              </a:spcAft>
              <a:buClr>
                <a:schemeClr val="dk1"/>
              </a:buClr>
              <a:buSzPts val="1200"/>
              <a:buChar char="○"/>
              <a:defRPr sz="1600">
                <a:solidFill>
                  <a:schemeClr val="dk1"/>
                </a:solidFill>
              </a:defRPr>
            </a:lvl2pPr>
            <a:lvl3pPr marL="1828754" lvl="2" indent="-406390" rtl="0">
              <a:lnSpc>
                <a:spcPct val="100000"/>
              </a:lnSpc>
              <a:spcBef>
                <a:spcPts val="0"/>
              </a:spcBef>
              <a:spcAft>
                <a:spcPts val="0"/>
              </a:spcAft>
              <a:buClr>
                <a:schemeClr val="dk1"/>
              </a:buClr>
              <a:buSzPts val="1200"/>
              <a:buChar char="■"/>
              <a:defRPr sz="1600">
                <a:solidFill>
                  <a:schemeClr val="dk1"/>
                </a:solidFill>
              </a:defRPr>
            </a:lvl3pPr>
            <a:lvl4pPr marL="2438339" lvl="3" indent="-406390" rtl="0">
              <a:lnSpc>
                <a:spcPct val="100000"/>
              </a:lnSpc>
              <a:spcBef>
                <a:spcPts val="0"/>
              </a:spcBef>
              <a:spcAft>
                <a:spcPts val="0"/>
              </a:spcAft>
              <a:buClr>
                <a:schemeClr val="dk1"/>
              </a:buClr>
              <a:buSzPts val="1200"/>
              <a:buChar char="●"/>
              <a:defRPr sz="1600">
                <a:solidFill>
                  <a:schemeClr val="dk1"/>
                </a:solidFill>
              </a:defRPr>
            </a:lvl4pPr>
            <a:lvl5pPr marL="3047924" lvl="4" indent="-406390" rtl="0">
              <a:lnSpc>
                <a:spcPct val="100000"/>
              </a:lnSpc>
              <a:spcBef>
                <a:spcPts val="0"/>
              </a:spcBef>
              <a:spcAft>
                <a:spcPts val="0"/>
              </a:spcAft>
              <a:buClr>
                <a:schemeClr val="dk1"/>
              </a:buClr>
              <a:buSzPts val="1200"/>
              <a:buChar char="○"/>
              <a:defRPr sz="1600">
                <a:solidFill>
                  <a:schemeClr val="dk1"/>
                </a:solidFill>
              </a:defRPr>
            </a:lvl5pPr>
            <a:lvl6pPr marL="3657509" lvl="5" indent="-406390" rtl="0">
              <a:lnSpc>
                <a:spcPct val="100000"/>
              </a:lnSpc>
              <a:spcBef>
                <a:spcPts val="0"/>
              </a:spcBef>
              <a:spcAft>
                <a:spcPts val="0"/>
              </a:spcAft>
              <a:buClr>
                <a:schemeClr val="dk1"/>
              </a:buClr>
              <a:buSzPts val="1200"/>
              <a:buChar char="■"/>
              <a:defRPr sz="1600">
                <a:solidFill>
                  <a:schemeClr val="dk1"/>
                </a:solidFill>
              </a:defRPr>
            </a:lvl6pPr>
            <a:lvl7pPr marL="4267093" lvl="6" indent="-406390" rtl="0">
              <a:lnSpc>
                <a:spcPct val="100000"/>
              </a:lnSpc>
              <a:spcBef>
                <a:spcPts val="0"/>
              </a:spcBef>
              <a:spcAft>
                <a:spcPts val="0"/>
              </a:spcAft>
              <a:buClr>
                <a:schemeClr val="dk1"/>
              </a:buClr>
              <a:buSzPts val="1200"/>
              <a:buChar char="●"/>
              <a:defRPr sz="1600">
                <a:solidFill>
                  <a:schemeClr val="dk1"/>
                </a:solidFill>
              </a:defRPr>
            </a:lvl7pPr>
            <a:lvl8pPr marL="4876678" lvl="7" indent="-406390" rtl="0">
              <a:lnSpc>
                <a:spcPct val="100000"/>
              </a:lnSpc>
              <a:spcBef>
                <a:spcPts val="0"/>
              </a:spcBef>
              <a:spcAft>
                <a:spcPts val="0"/>
              </a:spcAft>
              <a:buClr>
                <a:schemeClr val="dk1"/>
              </a:buClr>
              <a:buSzPts val="1200"/>
              <a:buChar char="○"/>
              <a:defRPr sz="1600">
                <a:solidFill>
                  <a:schemeClr val="dk1"/>
                </a:solidFill>
              </a:defRPr>
            </a:lvl8pPr>
            <a:lvl9pPr marL="5486263" lvl="8" indent="-406390" rtl="0">
              <a:lnSpc>
                <a:spcPct val="100000"/>
              </a:lnSpc>
              <a:spcBef>
                <a:spcPts val="0"/>
              </a:spcBef>
              <a:spcAft>
                <a:spcPts val="0"/>
              </a:spcAft>
              <a:buClr>
                <a:schemeClr val="dk1"/>
              </a:buClr>
              <a:buSzPts val="1200"/>
              <a:buChar char="■"/>
              <a:defRPr sz="1600">
                <a:solidFill>
                  <a:schemeClr val="dk1"/>
                </a:solidFill>
              </a:defRPr>
            </a:lvl9pPr>
          </a:lstStyle>
          <a:p>
            <a:pPr lvl="0"/>
            <a:r>
              <a:rPr lang="en-US"/>
              <a:t>Click to edit Master text styles</a:t>
            </a:r>
          </a:p>
        </p:txBody>
      </p:sp>
    </p:spTree>
    <p:extLst>
      <p:ext uri="{BB962C8B-B14F-4D97-AF65-F5344CB8AC3E}">
        <p14:creationId xmlns:p14="http://schemas.microsoft.com/office/powerpoint/2010/main" val="38574178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bg>
      <p:bgPr>
        <a:solidFill>
          <a:schemeClr val="lt1"/>
        </a:solidFill>
        <a:effectLst/>
      </p:bgPr>
    </p:bg>
    <p:spTree>
      <p:nvGrpSpPr>
        <p:cNvPr id="1" name="Shape 93"/>
        <p:cNvGrpSpPr/>
        <p:nvPr/>
      </p:nvGrpSpPr>
      <p:grpSpPr>
        <a:xfrm>
          <a:off x="0" y="0"/>
          <a:ext cx="0" cy="0"/>
          <a:chOff x="0" y="0"/>
          <a:chExt cx="0" cy="0"/>
        </a:xfrm>
      </p:grpSpPr>
      <p:pic>
        <p:nvPicPr>
          <p:cNvPr id="94" name="Google Shape;94;p19"/>
          <p:cNvPicPr preferRelativeResize="0"/>
          <p:nvPr/>
        </p:nvPicPr>
        <p:blipFill rotWithShape="1">
          <a:blip r:embed="rId2">
            <a:alphaModFix/>
          </a:blip>
          <a:srcRect l="-50000" t="49600" r="50000" b="-5849"/>
          <a:stretch/>
        </p:blipFill>
        <p:spPr>
          <a:xfrm>
            <a:off x="0" y="0"/>
            <a:ext cx="12192000" cy="6858000"/>
          </a:xfrm>
          <a:prstGeom prst="rect">
            <a:avLst/>
          </a:prstGeom>
          <a:noFill/>
          <a:ln>
            <a:noFill/>
          </a:ln>
        </p:spPr>
      </p:pic>
      <p:sp>
        <p:nvSpPr>
          <p:cNvPr id="95" name="Google Shape;95;p19"/>
          <p:cNvSpPr txBox="1">
            <a:spLocks noGrp="1"/>
          </p:cNvSpPr>
          <p:nvPr>
            <p:ph type="subTitle" idx="1"/>
          </p:nvPr>
        </p:nvSpPr>
        <p:spPr>
          <a:xfrm>
            <a:off x="953467" y="2728667"/>
            <a:ext cx="7906800" cy="96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96" name="Google Shape;96;p19"/>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97" name="Google Shape;97;p19"/>
          <p:cNvSpPr txBox="1">
            <a:spLocks noGrp="1"/>
          </p:cNvSpPr>
          <p:nvPr>
            <p:ph type="subTitle" idx="2"/>
          </p:nvPr>
        </p:nvSpPr>
        <p:spPr>
          <a:xfrm>
            <a:off x="953467" y="4398667"/>
            <a:ext cx="7906800" cy="96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98" name="Google Shape;98;p19"/>
          <p:cNvSpPr txBox="1">
            <a:spLocks noGrp="1"/>
          </p:cNvSpPr>
          <p:nvPr>
            <p:ph type="subTitle" idx="3"/>
          </p:nvPr>
        </p:nvSpPr>
        <p:spPr>
          <a:xfrm>
            <a:off x="953467" y="2222267"/>
            <a:ext cx="7906800" cy="60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99" name="Google Shape;99;p19"/>
          <p:cNvSpPr txBox="1">
            <a:spLocks noGrp="1"/>
          </p:cNvSpPr>
          <p:nvPr>
            <p:ph type="subTitle" idx="4"/>
          </p:nvPr>
        </p:nvSpPr>
        <p:spPr>
          <a:xfrm>
            <a:off x="953467" y="3892267"/>
            <a:ext cx="7906800" cy="60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Tree>
    <p:extLst>
      <p:ext uri="{BB962C8B-B14F-4D97-AF65-F5344CB8AC3E}">
        <p14:creationId xmlns:p14="http://schemas.microsoft.com/office/powerpoint/2010/main" val="844705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bg>
      <p:bgPr>
        <a:solidFill>
          <a:schemeClr val="lt1"/>
        </a:solidFill>
        <a:effectLst/>
      </p:bgPr>
    </p:bg>
    <p:spTree>
      <p:nvGrpSpPr>
        <p:cNvPr id="1" name="Shape 100"/>
        <p:cNvGrpSpPr/>
        <p:nvPr/>
      </p:nvGrpSpPr>
      <p:grpSpPr>
        <a:xfrm>
          <a:off x="0" y="0"/>
          <a:ext cx="0" cy="0"/>
          <a:chOff x="0" y="0"/>
          <a:chExt cx="0" cy="0"/>
        </a:xfrm>
      </p:grpSpPr>
      <p:pic>
        <p:nvPicPr>
          <p:cNvPr id="101" name="Google Shape;101;p20"/>
          <p:cNvPicPr preferRelativeResize="0"/>
          <p:nvPr/>
        </p:nvPicPr>
        <p:blipFill rotWithShape="1">
          <a:blip r:embed="rId2">
            <a:alphaModFix/>
          </a:blip>
          <a:srcRect l="-235242" t="44962" r="44460" b="-108521"/>
          <a:stretch/>
        </p:blipFill>
        <p:spPr>
          <a:xfrm rot="10800000">
            <a:off x="-13533" y="1"/>
            <a:ext cx="12205533" cy="6864500"/>
          </a:xfrm>
          <a:prstGeom prst="rect">
            <a:avLst/>
          </a:prstGeom>
          <a:noFill/>
          <a:ln>
            <a:noFill/>
          </a:ln>
        </p:spPr>
      </p:pic>
      <p:pic>
        <p:nvPicPr>
          <p:cNvPr id="102" name="Google Shape;102;p20"/>
          <p:cNvPicPr preferRelativeResize="0"/>
          <p:nvPr/>
        </p:nvPicPr>
        <p:blipFill rotWithShape="1">
          <a:blip r:embed="rId2">
            <a:alphaModFix/>
          </a:blip>
          <a:srcRect l="-235242" t="44962" r="44460" b="-108521"/>
          <a:stretch/>
        </p:blipFill>
        <p:spPr>
          <a:xfrm rot="10800000" flipH="1">
            <a:off x="-6095" y="-3249"/>
            <a:ext cx="12204193" cy="6864500"/>
          </a:xfrm>
          <a:prstGeom prst="rect">
            <a:avLst/>
          </a:prstGeom>
          <a:noFill/>
          <a:ln>
            <a:noFill/>
          </a:ln>
        </p:spPr>
      </p:pic>
      <p:sp>
        <p:nvSpPr>
          <p:cNvPr id="103" name="Google Shape;103;p20"/>
          <p:cNvSpPr txBox="1">
            <a:spLocks noGrp="1"/>
          </p:cNvSpPr>
          <p:nvPr>
            <p:ph type="subTitle" idx="1"/>
          </p:nvPr>
        </p:nvSpPr>
        <p:spPr>
          <a:xfrm>
            <a:off x="953467" y="3105033"/>
            <a:ext cx="2842400" cy="194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04" name="Google Shape;104;p20"/>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105" name="Google Shape;105;p20"/>
          <p:cNvSpPr txBox="1">
            <a:spLocks noGrp="1"/>
          </p:cNvSpPr>
          <p:nvPr>
            <p:ph type="subTitle" idx="2"/>
          </p:nvPr>
        </p:nvSpPr>
        <p:spPr>
          <a:xfrm>
            <a:off x="953467" y="2222267"/>
            <a:ext cx="2842400" cy="9796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06" name="Google Shape;106;p20"/>
          <p:cNvSpPr txBox="1">
            <a:spLocks noGrp="1"/>
          </p:cNvSpPr>
          <p:nvPr>
            <p:ph type="subTitle" idx="3"/>
          </p:nvPr>
        </p:nvSpPr>
        <p:spPr>
          <a:xfrm>
            <a:off x="4674800" y="3105033"/>
            <a:ext cx="2842400" cy="194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07" name="Google Shape;107;p20"/>
          <p:cNvSpPr txBox="1">
            <a:spLocks noGrp="1"/>
          </p:cNvSpPr>
          <p:nvPr>
            <p:ph type="subTitle" idx="4"/>
          </p:nvPr>
        </p:nvSpPr>
        <p:spPr>
          <a:xfrm>
            <a:off x="4674799" y="2222267"/>
            <a:ext cx="2842400" cy="9796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08" name="Google Shape;108;p20"/>
          <p:cNvSpPr txBox="1">
            <a:spLocks noGrp="1"/>
          </p:cNvSpPr>
          <p:nvPr>
            <p:ph type="subTitle" idx="5"/>
          </p:nvPr>
        </p:nvSpPr>
        <p:spPr>
          <a:xfrm>
            <a:off x="8396269" y="3105033"/>
            <a:ext cx="2842400" cy="194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09" name="Google Shape;109;p20"/>
          <p:cNvSpPr txBox="1">
            <a:spLocks noGrp="1"/>
          </p:cNvSpPr>
          <p:nvPr>
            <p:ph type="subTitle" idx="6"/>
          </p:nvPr>
        </p:nvSpPr>
        <p:spPr>
          <a:xfrm>
            <a:off x="8396267" y="2222267"/>
            <a:ext cx="2842400" cy="9796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Tree>
    <p:extLst>
      <p:ext uri="{BB962C8B-B14F-4D97-AF65-F5344CB8AC3E}">
        <p14:creationId xmlns:p14="http://schemas.microsoft.com/office/powerpoint/2010/main" val="14861002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bg>
      <p:bgPr>
        <a:solidFill>
          <a:schemeClr val="lt1"/>
        </a:solidFill>
        <a:effectLst/>
      </p:bgPr>
    </p:bg>
    <p:spTree>
      <p:nvGrpSpPr>
        <p:cNvPr id="1" name="Shape 110"/>
        <p:cNvGrpSpPr/>
        <p:nvPr/>
      </p:nvGrpSpPr>
      <p:grpSpPr>
        <a:xfrm>
          <a:off x="0" y="0"/>
          <a:ext cx="0" cy="0"/>
          <a:chOff x="0" y="0"/>
          <a:chExt cx="0" cy="0"/>
        </a:xfrm>
      </p:grpSpPr>
      <p:pic>
        <p:nvPicPr>
          <p:cNvPr id="111" name="Google Shape;111;p21"/>
          <p:cNvPicPr preferRelativeResize="0"/>
          <p:nvPr/>
        </p:nvPicPr>
        <p:blipFill rotWithShape="1">
          <a:blip r:embed="rId2">
            <a:alphaModFix/>
          </a:blip>
          <a:srcRect l="-50000" t="49600" r="50000" b="-5849"/>
          <a:stretch/>
        </p:blipFill>
        <p:spPr>
          <a:xfrm>
            <a:off x="0" y="0"/>
            <a:ext cx="12192000" cy="6858000"/>
          </a:xfrm>
          <a:prstGeom prst="rect">
            <a:avLst/>
          </a:prstGeom>
          <a:noFill/>
          <a:ln>
            <a:noFill/>
          </a:ln>
        </p:spPr>
      </p:pic>
      <p:sp>
        <p:nvSpPr>
          <p:cNvPr id="112" name="Google Shape;112;p21"/>
          <p:cNvSpPr txBox="1">
            <a:spLocks noGrp="1"/>
          </p:cNvSpPr>
          <p:nvPr>
            <p:ph type="subTitle" idx="1"/>
          </p:nvPr>
        </p:nvSpPr>
        <p:spPr>
          <a:xfrm>
            <a:off x="953467" y="5011484"/>
            <a:ext cx="2842400" cy="73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13" name="Google Shape;113;p21"/>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114" name="Google Shape;114;p21"/>
          <p:cNvSpPr txBox="1">
            <a:spLocks noGrp="1"/>
          </p:cNvSpPr>
          <p:nvPr>
            <p:ph type="subTitle" idx="2"/>
          </p:nvPr>
        </p:nvSpPr>
        <p:spPr>
          <a:xfrm>
            <a:off x="953467" y="4503484"/>
            <a:ext cx="2842400" cy="6096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15" name="Google Shape;115;p21"/>
          <p:cNvSpPr txBox="1">
            <a:spLocks noGrp="1"/>
          </p:cNvSpPr>
          <p:nvPr>
            <p:ph type="subTitle" idx="3"/>
          </p:nvPr>
        </p:nvSpPr>
        <p:spPr>
          <a:xfrm>
            <a:off x="4674799" y="5011484"/>
            <a:ext cx="2842400" cy="73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16" name="Google Shape;116;p21"/>
          <p:cNvSpPr txBox="1">
            <a:spLocks noGrp="1"/>
          </p:cNvSpPr>
          <p:nvPr>
            <p:ph type="subTitle" idx="4"/>
          </p:nvPr>
        </p:nvSpPr>
        <p:spPr>
          <a:xfrm>
            <a:off x="4674799" y="4503484"/>
            <a:ext cx="2842400" cy="6096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17" name="Google Shape;117;p21"/>
          <p:cNvSpPr txBox="1">
            <a:spLocks noGrp="1"/>
          </p:cNvSpPr>
          <p:nvPr>
            <p:ph type="subTitle" idx="5"/>
          </p:nvPr>
        </p:nvSpPr>
        <p:spPr>
          <a:xfrm>
            <a:off x="8396267" y="5011484"/>
            <a:ext cx="2842400" cy="73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18" name="Google Shape;118;p21"/>
          <p:cNvSpPr txBox="1">
            <a:spLocks noGrp="1"/>
          </p:cNvSpPr>
          <p:nvPr>
            <p:ph type="subTitle" idx="6"/>
          </p:nvPr>
        </p:nvSpPr>
        <p:spPr>
          <a:xfrm>
            <a:off x="8396267" y="4503484"/>
            <a:ext cx="2842400" cy="6096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Tree>
    <p:extLst>
      <p:ext uri="{BB962C8B-B14F-4D97-AF65-F5344CB8AC3E}">
        <p14:creationId xmlns:p14="http://schemas.microsoft.com/office/powerpoint/2010/main" val="32562183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bg>
      <p:bgPr>
        <a:solidFill>
          <a:schemeClr val="lt1"/>
        </a:solidFill>
        <a:effectLst/>
      </p:bgPr>
    </p:bg>
    <p:spTree>
      <p:nvGrpSpPr>
        <p:cNvPr id="1" name="Shape 119"/>
        <p:cNvGrpSpPr/>
        <p:nvPr/>
      </p:nvGrpSpPr>
      <p:grpSpPr>
        <a:xfrm>
          <a:off x="0" y="0"/>
          <a:ext cx="0" cy="0"/>
          <a:chOff x="0" y="0"/>
          <a:chExt cx="0" cy="0"/>
        </a:xfrm>
      </p:grpSpPr>
      <p:pic>
        <p:nvPicPr>
          <p:cNvPr id="120" name="Google Shape;120;p22"/>
          <p:cNvPicPr preferRelativeResize="0"/>
          <p:nvPr/>
        </p:nvPicPr>
        <p:blipFill rotWithShape="1">
          <a:blip r:embed="rId2">
            <a:alphaModFix/>
          </a:blip>
          <a:srcRect l="104756" t="-108210" r="280062" b="47851"/>
          <a:stretch/>
        </p:blipFill>
        <p:spPr>
          <a:xfrm rot="10800000">
            <a:off x="1767" y="-2182"/>
            <a:ext cx="12188600" cy="6862367"/>
          </a:xfrm>
          <a:prstGeom prst="rect">
            <a:avLst/>
          </a:prstGeom>
          <a:noFill/>
          <a:ln>
            <a:noFill/>
          </a:ln>
        </p:spPr>
      </p:pic>
      <p:sp>
        <p:nvSpPr>
          <p:cNvPr id="121" name="Google Shape;121;p22"/>
          <p:cNvSpPr txBox="1">
            <a:spLocks noGrp="1"/>
          </p:cNvSpPr>
          <p:nvPr>
            <p:ph type="subTitle" idx="1"/>
          </p:nvPr>
        </p:nvSpPr>
        <p:spPr>
          <a:xfrm>
            <a:off x="953467" y="2728667"/>
            <a:ext cx="5040800" cy="96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22" name="Google Shape;122;p22"/>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123" name="Google Shape;123;p22"/>
          <p:cNvSpPr txBox="1">
            <a:spLocks noGrp="1"/>
          </p:cNvSpPr>
          <p:nvPr>
            <p:ph type="subTitle" idx="2"/>
          </p:nvPr>
        </p:nvSpPr>
        <p:spPr>
          <a:xfrm>
            <a:off x="953467" y="4398667"/>
            <a:ext cx="5040800" cy="96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24" name="Google Shape;124;p22"/>
          <p:cNvSpPr txBox="1">
            <a:spLocks noGrp="1"/>
          </p:cNvSpPr>
          <p:nvPr>
            <p:ph type="subTitle" idx="3"/>
          </p:nvPr>
        </p:nvSpPr>
        <p:spPr>
          <a:xfrm>
            <a:off x="953467" y="2222267"/>
            <a:ext cx="5040800" cy="60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25" name="Google Shape;125;p22"/>
          <p:cNvSpPr txBox="1">
            <a:spLocks noGrp="1"/>
          </p:cNvSpPr>
          <p:nvPr>
            <p:ph type="subTitle" idx="4"/>
          </p:nvPr>
        </p:nvSpPr>
        <p:spPr>
          <a:xfrm>
            <a:off x="953467" y="3892267"/>
            <a:ext cx="5040800" cy="60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26" name="Google Shape;126;p22"/>
          <p:cNvSpPr txBox="1">
            <a:spLocks noGrp="1"/>
          </p:cNvSpPr>
          <p:nvPr>
            <p:ph type="subTitle" idx="5"/>
          </p:nvPr>
        </p:nvSpPr>
        <p:spPr>
          <a:xfrm>
            <a:off x="6197733" y="2728667"/>
            <a:ext cx="5040800" cy="96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27" name="Google Shape;127;p22"/>
          <p:cNvSpPr txBox="1">
            <a:spLocks noGrp="1"/>
          </p:cNvSpPr>
          <p:nvPr>
            <p:ph type="subTitle" idx="6"/>
          </p:nvPr>
        </p:nvSpPr>
        <p:spPr>
          <a:xfrm>
            <a:off x="6197733" y="4398667"/>
            <a:ext cx="5040800" cy="96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28" name="Google Shape;128;p22"/>
          <p:cNvSpPr txBox="1">
            <a:spLocks noGrp="1"/>
          </p:cNvSpPr>
          <p:nvPr>
            <p:ph type="subTitle" idx="7"/>
          </p:nvPr>
        </p:nvSpPr>
        <p:spPr>
          <a:xfrm>
            <a:off x="6197733" y="2222267"/>
            <a:ext cx="5040800" cy="60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29" name="Google Shape;129;p22"/>
          <p:cNvSpPr txBox="1">
            <a:spLocks noGrp="1"/>
          </p:cNvSpPr>
          <p:nvPr>
            <p:ph type="subTitle" idx="8"/>
          </p:nvPr>
        </p:nvSpPr>
        <p:spPr>
          <a:xfrm>
            <a:off x="6197733" y="3892267"/>
            <a:ext cx="5040800" cy="60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Tree>
    <p:extLst>
      <p:ext uri="{BB962C8B-B14F-4D97-AF65-F5344CB8AC3E}">
        <p14:creationId xmlns:p14="http://schemas.microsoft.com/office/powerpoint/2010/main" val="270299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bg>
      <p:bgPr>
        <a:solidFill>
          <a:schemeClr val="lt1"/>
        </a:solidFill>
        <a:effectLst/>
      </p:bgPr>
    </p:bg>
    <p:spTree>
      <p:nvGrpSpPr>
        <p:cNvPr id="1" name="Shape 130"/>
        <p:cNvGrpSpPr/>
        <p:nvPr/>
      </p:nvGrpSpPr>
      <p:grpSpPr>
        <a:xfrm>
          <a:off x="0" y="0"/>
          <a:ext cx="0" cy="0"/>
          <a:chOff x="0" y="0"/>
          <a:chExt cx="0" cy="0"/>
        </a:xfrm>
      </p:grpSpPr>
      <p:sp>
        <p:nvSpPr>
          <p:cNvPr id="131" name="Google Shape;131;p23"/>
          <p:cNvSpPr txBox="1">
            <a:spLocks noGrp="1"/>
          </p:cNvSpPr>
          <p:nvPr>
            <p:ph type="subTitle" idx="1"/>
          </p:nvPr>
        </p:nvSpPr>
        <p:spPr>
          <a:xfrm>
            <a:off x="953467" y="2506267"/>
            <a:ext cx="3243200" cy="1182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32" name="Google Shape;132;p23"/>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133" name="Google Shape;133;p23"/>
          <p:cNvSpPr txBox="1">
            <a:spLocks noGrp="1"/>
          </p:cNvSpPr>
          <p:nvPr>
            <p:ph type="subTitle" idx="2"/>
          </p:nvPr>
        </p:nvSpPr>
        <p:spPr>
          <a:xfrm>
            <a:off x="953467" y="4765867"/>
            <a:ext cx="3243200" cy="1182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34" name="Google Shape;134;p23"/>
          <p:cNvSpPr txBox="1">
            <a:spLocks noGrp="1"/>
          </p:cNvSpPr>
          <p:nvPr>
            <p:ph type="subTitle" idx="3"/>
          </p:nvPr>
        </p:nvSpPr>
        <p:spPr>
          <a:xfrm>
            <a:off x="953467" y="1632667"/>
            <a:ext cx="3243200" cy="975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35" name="Google Shape;135;p23"/>
          <p:cNvSpPr txBox="1">
            <a:spLocks noGrp="1"/>
          </p:cNvSpPr>
          <p:nvPr>
            <p:ph type="subTitle" idx="4"/>
          </p:nvPr>
        </p:nvSpPr>
        <p:spPr>
          <a:xfrm>
            <a:off x="953467" y="3892267"/>
            <a:ext cx="3243200" cy="975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36" name="Google Shape;136;p23"/>
          <p:cNvSpPr txBox="1">
            <a:spLocks noGrp="1"/>
          </p:cNvSpPr>
          <p:nvPr>
            <p:ph type="subTitle" idx="5"/>
          </p:nvPr>
        </p:nvSpPr>
        <p:spPr>
          <a:xfrm>
            <a:off x="4474399" y="2506267"/>
            <a:ext cx="3243200" cy="1182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37" name="Google Shape;137;p23"/>
          <p:cNvSpPr txBox="1">
            <a:spLocks noGrp="1"/>
          </p:cNvSpPr>
          <p:nvPr>
            <p:ph type="subTitle" idx="6"/>
          </p:nvPr>
        </p:nvSpPr>
        <p:spPr>
          <a:xfrm>
            <a:off x="4474399" y="4765867"/>
            <a:ext cx="3243200" cy="1182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38" name="Google Shape;138;p23"/>
          <p:cNvSpPr txBox="1">
            <a:spLocks noGrp="1"/>
          </p:cNvSpPr>
          <p:nvPr>
            <p:ph type="subTitle" idx="7"/>
          </p:nvPr>
        </p:nvSpPr>
        <p:spPr>
          <a:xfrm>
            <a:off x="4474400" y="1632667"/>
            <a:ext cx="3243200" cy="975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39" name="Google Shape;139;p23"/>
          <p:cNvSpPr txBox="1">
            <a:spLocks noGrp="1"/>
          </p:cNvSpPr>
          <p:nvPr>
            <p:ph type="subTitle" idx="8"/>
          </p:nvPr>
        </p:nvSpPr>
        <p:spPr>
          <a:xfrm>
            <a:off x="4474400" y="3892267"/>
            <a:ext cx="3243200" cy="975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40" name="Google Shape;140;p23"/>
          <p:cNvSpPr txBox="1">
            <a:spLocks noGrp="1"/>
          </p:cNvSpPr>
          <p:nvPr>
            <p:ph type="subTitle" idx="9"/>
          </p:nvPr>
        </p:nvSpPr>
        <p:spPr>
          <a:xfrm>
            <a:off x="7995335" y="2506267"/>
            <a:ext cx="3243200" cy="1182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41" name="Google Shape;141;p23"/>
          <p:cNvSpPr txBox="1">
            <a:spLocks noGrp="1"/>
          </p:cNvSpPr>
          <p:nvPr>
            <p:ph type="subTitle" idx="13"/>
          </p:nvPr>
        </p:nvSpPr>
        <p:spPr>
          <a:xfrm>
            <a:off x="7995335" y="4765867"/>
            <a:ext cx="3243200" cy="1182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42" name="Google Shape;142;p23"/>
          <p:cNvSpPr txBox="1">
            <a:spLocks noGrp="1"/>
          </p:cNvSpPr>
          <p:nvPr>
            <p:ph type="subTitle" idx="14"/>
          </p:nvPr>
        </p:nvSpPr>
        <p:spPr>
          <a:xfrm>
            <a:off x="7995337" y="1632667"/>
            <a:ext cx="3243200" cy="975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43" name="Google Shape;143;p23"/>
          <p:cNvSpPr txBox="1">
            <a:spLocks noGrp="1"/>
          </p:cNvSpPr>
          <p:nvPr>
            <p:ph type="subTitle" idx="15"/>
          </p:nvPr>
        </p:nvSpPr>
        <p:spPr>
          <a:xfrm>
            <a:off x="7995337" y="3892267"/>
            <a:ext cx="3243200" cy="975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Tree>
    <p:extLst>
      <p:ext uri="{BB962C8B-B14F-4D97-AF65-F5344CB8AC3E}">
        <p14:creationId xmlns:p14="http://schemas.microsoft.com/office/powerpoint/2010/main" val="5816085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Numbers and text">
  <p:cSld name="Numbers and text">
    <p:bg>
      <p:bgPr>
        <a:solidFill>
          <a:schemeClr val="lt1"/>
        </a:solidFill>
        <a:effectLst/>
      </p:bgPr>
    </p:bg>
    <p:spTree>
      <p:nvGrpSpPr>
        <p:cNvPr id="1" name="Shape 144"/>
        <p:cNvGrpSpPr/>
        <p:nvPr/>
      </p:nvGrpSpPr>
      <p:grpSpPr>
        <a:xfrm>
          <a:off x="0" y="0"/>
          <a:ext cx="0" cy="0"/>
          <a:chOff x="0" y="0"/>
          <a:chExt cx="0" cy="0"/>
        </a:xfrm>
      </p:grpSpPr>
      <p:pic>
        <p:nvPicPr>
          <p:cNvPr id="145" name="Google Shape;145;p24"/>
          <p:cNvPicPr preferRelativeResize="0"/>
          <p:nvPr/>
        </p:nvPicPr>
        <p:blipFill rotWithShape="1">
          <a:blip r:embed="rId2">
            <a:alphaModFix/>
          </a:blip>
          <a:srcRect l="-50000" t="49600" r="50000" b="-5849"/>
          <a:stretch/>
        </p:blipFill>
        <p:spPr>
          <a:xfrm>
            <a:off x="0" y="0"/>
            <a:ext cx="12192000" cy="6858000"/>
          </a:xfrm>
          <a:prstGeom prst="rect">
            <a:avLst/>
          </a:prstGeom>
          <a:noFill/>
          <a:ln>
            <a:noFill/>
          </a:ln>
        </p:spPr>
      </p:pic>
      <p:sp>
        <p:nvSpPr>
          <p:cNvPr id="146" name="Google Shape;146;p24"/>
          <p:cNvSpPr txBox="1">
            <a:spLocks noGrp="1"/>
          </p:cNvSpPr>
          <p:nvPr>
            <p:ph type="title" hasCustomPrompt="1"/>
          </p:nvPr>
        </p:nvSpPr>
        <p:spPr>
          <a:xfrm>
            <a:off x="953467" y="1310667"/>
            <a:ext cx="10285200" cy="1269200"/>
          </a:xfrm>
          <a:prstGeom prst="rect">
            <a:avLst/>
          </a:prstGeom>
        </p:spPr>
        <p:txBody>
          <a:bodyPr spcFirstLastPara="1" wrap="square" lIns="91425" tIns="91425" rIns="91425" bIns="91425" anchor="b" anchorCtr="0">
            <a:noAutofit/>
          </a:bodyPr>
          <a:lstStyle>
            <a:lvl1pPr lvl="0" rtl="0">
              <a:spcBef>
                <a:spcPts val="0"/>
              </a:spcBef>
              <a:spcAft>
                <a:spcPts val="0"/>
              </a:spcAft>
              <a:buSzPts val="6200"/>
              <a:buNone/>
              <a:defRPr sz="6667"/>
            </a:lvl1pPr>
            <a:lvl2pPr lvl="1" algn="ctr" rtl="0">
              <a:spcBef>
                <a:spcPts val="0"/>
              </a:spcBef>
              <a:spcAft>
                <a:spcPts val="0"/>
              </a:spcAft>
              <a:buSzPts val="6200"/>
              <a:buNone/>
              <a:defRPr sz="8266"/>
            </a:lvl2pPr>
            <a:lvl3pPr lvl="2" algn="ctr" rtl="0">
              <a:spcBef>
                <a:spcPts val="0"/>
              </a:spcBef>
              <a:spcAft>
                <a:spcPts val="0"/>
              </a:spcAft>
              <a:buSzPts val="6200"/>
              <a:buNone/>
              <a:defRPr sz="8266"/>
            </a:lvl3pPr>
            <a:lvl4pPr lvl="3" algn="ctr" rtl="0">
              <a:spcBef>
                <a:spcPts val="0"/>
              </a:spcBef>
              <a:spcAft>
                <a:spcPts val="0"/>
              </a:spcAft>
              <a:buSzPts val="6200"/>
              <a:buNone/>
              <a:defRPr sz="8266"/>
            </a:lvl4pPr>
            <a:lvl5pPr lvl="4" algn="ctr" rtl="0">
              <a:spcBef>
                <a:spcPts val="0"/>
              </a:spcBef>
              <a:spcAft>
                <a:spcPts val="0"/>
              </a:spcAft>
              <a:buSzPts val="6200"/>
              <a:buNone/>
              <a:defRPr sz="8266"/>
            </a:lvl5pPr>
            <a:lvl6pPr lvl="5" algn="ctr" rtl="0">
              <a:spcBef>
                <a:spcPts val="0"/>
              </a:spcBef>
              <a:spcAft>
                <a:spcPts val="0"/>
              </a:spcAft>
              <a:buSzPts val="6200"/>
              <a:buNone/>
              <a:defRPr sz="8266"/>
            </a:lvl6pPr>
            <a:lvl7pPr lvl="6" algn="ctr" rtl="0">
              <a:spcBef>
                <a:spcPts val="0"/>
              </a:spcBef>
              <a:spcAft>
                <a:spcPts val="0"/>
              </a:spcAft>
              <a:buSzPts val="6200"/>
              <a:buNone/>
              <a:defRPr sz="8266"/>
            </a:lvl7pPr>
            <a:lvl8pPr lvl="7" algn="ctr" rtl="0">
              <a:spcBef>
                <a:spcPts val="0"/>
              </a:spcBef>
              <a:spcAft>
                <a:spcPts val="0"/>
              </a:spcAft>
              <a:buSzPts val="6200"/>
              <a:buNone/>
              <a:defRPr sz="8266"/>
            </a:lvl8pPr>
            <a:lvl9pPr lvl="8" algn="ctr" rtl="0">
              <a:spcBef>
                <a:spcPts val="0"/>
              </a:spcBef>
              <a:spcAft>
                <a:spcPts val="0"/>
              </a:spcAft>
              <a:buSzPts val="6200"/>
              <a:buNone/>
              <a:defRPr sz="8266"/>
            </a:lvl9pPr>
          </a:lstStyle>
          <a:p>
            <a:r>
              <a:t>xx%</a:t>
            </a:r>
          </a:p>
        </p:txBody>
      </p:sp>
      <p:sp>
        <p:nvSpPr>
          <p:cNvPr id="147" name="Google Shape;147;p24"/>
          <p:cNvSpPr txBox="1">
            <a:spLocks noGrp="1"/>
          </p:cNvSpPr>
          <p:nvPr>
            <p:ph type="subTitle" idx="1"/>
          </p:nvPr>
        </p:nvSpPr>
        <p:spPr>
          <a:xfrm>
            <a:off x="953467" y="2478267"/>
            <a:ext cx="10285200" cy="80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48" name="Google Shape;148;p24"/>
          <p:cNvSpPr txBox="1">
            <a:spLocks noGrp="1"/>
          </p:cNvSpPr>
          <p:nvPr>
            <p:ph type="title" idx="2" hasCustomPrompt="1"/>
          </p:nvPr>
        </p:nvSpPr>
        <p:spPr>
          <a:xfrm>
            <a:off x="953467" y="3895467"/>
            <a:ext cx="10285200" cy="1269200"/>
          </a:xfrm>
          <a:prstGeom prst="rect">
            <a:avLst/>
          </a:prstGeom>
        </p:spPr>
        <p:txBody>
          <a:bodyPr spcFirstLastPara="1" wrap="square" lIns="91425" tIns="91425" rIns="91425" bIns="91425" anchor="b" anchorCtr="0">
            <a:noAutofit/>
          </a:bodyPr>
          <a:lstStyle>
            <a:lvl1pPr lvl="0" rtl="0">
              <a:spcBef>
                <a:spcPts val="0"/>
              </a:spcBef>
              <a:spcAft>
                <a:spcPts val="0"/>
              </a:spcAft>
              <a:buSzPts val="6200"/>
              <a:buNone/>
              <a:defRPr sz="6667"/>
            </a:lvl1pPr>
            <a:lvl2pPr lvl="1" algn="ctr" rtl="0">
              <a:spcBef>
                <a:spcPts val="0"/>
              </a:spcBef>
              <a:spcAft>
                <a:spcPts val="0"/>
              </a:spcAft>
              <a:buSzPts val="6200"/>
              <a:buNone/>
              <a:defRPr sz="8266"/>
            </a:lvl2pPr>
            <a:lvl3pPr lvl="2" algn="ctr" rtl="0">
              <a:spcBef>
                <a:spcPts val="0"/>
              </a:spcBef>
              <a:spcAft>
                <a:spcPts val="0"/>
              </a:spcAft>
              <a:buSzPts val="6200"/>
              <a:buNone/>
              <a:defRPr sz="8266"/>
            </a:lvl3pPr>
            <a:lvl4pPr lvl="3" algn="ctr" rtl="0">
              <a:spcBef>
                <a:spcPts val="0"/>
              </a:spcBef>
              <a:spcAft>
                <a:spcPts val="0"/>
              </a:spcAft>
              <a:buSzPts val="6200"/>
              <a:buNone/>
              <a:defRPr sz="8266"/>
            </a:lvl4pPr>
            <a:lvl5pPr lvl="4" algn="ctr" rtl="0">
              <a:spcBef>
                <a:spcPts val="0"/>
              </a:spcBef>
              <a:spcAft>
                <a:spcPts val="0"/>
              </a:spcAft>
              <a:buSzPts val="6200"/>
              <a:buNone/>
              <a:defRPr sz="8266"/>
            </a:lvl5pPr>
            <a:lvl6pPr lvl="5" algn="ctr" rtl="0">
              <a:spcBef>
                <a:spcPts val="0"/>
              </a:spcBef>
              <a:spcAft>
                <a:spcPts val="0"/>
              </a:spcAft>
              <a:buSzPts val="6200"/>
              <a:buNone/>
              <a:defRPr sz="8266"/>
            </a:lvl6pPr>
            <a:lvl7pPr lvl="6" algn="ctr" rtl="0">
              <a:spcBef>
                <a:spcPts val="0"/>
              </a:spcBef>
              <a:spcAft>
                <a:spcPts val="0"/>
              </a:spcAft>
              <a:buSzPts val="6200"/>
              <a:buNone/>
              <a:defRPr sz="8266"/>
            </a:lvl7pPr>
            <a:lvl8pPr lvl="7" algn="ctr" rtl="0">
              <a:spcBef>
                <a:spcPts val="0"/>
              </a:spcBef>
              <a:spcAft>
                <a:spcPts val="0"/>
              </a:spcAft>
              <a:buSzPts val="6200"/>
              <a:buNone/>
              <a:defRPr sz="8266"/>
            </a:lvl8pPr>
            <a:lvl9pPr lvl="8" algn="ctr" rtl="0">
              <a:spcBef>
                <a:spcPts val="0"/>
              </a:spcBef>
              <a:spcAft>
                <a:spcPts val="0"/>
              </a:spcAft>
              <a:buSzPts val="6200"/>
              <a:buNone/>
              <a:defRPr sz="8266"/>
            </a:lvl9pPr>
          </a:lstStyle>
          <a:p>
            <a:r>
              <a:t>xx%</a:t>
            </a:r>
          </a:p>
        </p:txBody>
      </p:sp>
      <p:sp>
        <p:nvSpPr>
          <p:cNvPr id="149" name="Google Shape;149;p24"/>
          <p:cNvSpPr txBox="1">
            <a:spLocks noGrp="1"/>
          </p:cNvSpPr>
          <p:nvPr>
            <p:ph type="subTitle" idx="3"/>
          </p:nvPr>
        </p:nvSpPr>
        <p:spPr>
          <a:xfrm>
            <a:off x="953467" y="5063067"/>
            <a:ext cx="10285200" cy="80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Tree>
    <p:extLst>
      <p:ext uri="{BB962C8B-B14F-4D97-AF65-F5344CB8AC3E}">
        <p14:creationId xmlns:p14="http://schemas.microsoft.com/office/powerpoint/2010/main" val="33474246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Numbers and text 1">
  <p:cSld name="Numbers and text 1">
    <p:bg>
      <p:bgPr>
        <a:solidFill>
          <a:schemeClr val="lt1"/>
        </a:solidFill>
        <a:effectLst/>
      </p:bgPr>
    </p:bg>
    <p:spTree>
      <p:nvGrpSpPr>
        <p:cNvPr id="1" name="Shape 150"/>
        <p:cNvGrpSpPr/>
        <p:nvPr/>
      </p:nvGrpSpPr>
      <p:grpSpPr>
        <a:xfrm>
          <a:off x="0" y="0"/>
          <a:ext cx="0" cy="0"/>
          <a:chOff x="0" y="0"/>
          <a:chExt cx="0" cy="0"/>
        </a:xfrm>
      </p:grpSpPr>
      <p:pic>
        <p:nvPicPr>
          <p:cNvPr id="151" name="Google Shape;151;p25"/>
          <p:cNvPicPr preferRelativeResize="0"/>
          <p:nvPr/>
        </p:nvPicPr>
        <p:blipFill rotWithShape="1">
          <a:blip r:embed="rId2">
            <a:alphaModFix/>
          </a:blip>
          <a:srcRect l="-235242" t="44962" r="44460" b="-108521"/>
          <a:stretch/>
        </p:blipFill>
        <p:spPr>
          <a:xfrm rot="10800000">
            <a:off x="-13533" y="1"/>
            <a:ext cx="12205533" cy="6864500"/>
          </a:xfrm>
          <a:prstGeom prst="rect">
            <a:avLst/>
          </a:prstGeom>
          <a:noFill/>
          <a:ln>
            <a:noFill/>
          </a:ln>
        </p:spPr>
      </p:pic>
      <p:sp>
        <p:nvSpPr>
          <p:cNvPr id="152" name="Google Shape;152;p25"/>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None/>
              <a:defRPr>
                <a:solidFill>
                  <a:schemeClr val="dk1"/>
                </a:solidFill>
              </a:defRPr>
            </a:lvl1pPr>
            <a:lvl2pPr lvl="1" rtl="0">
              <a:spcBef>
                <a:spcPts val="0"/>
              </a:spcBef>
              <a:spcAft>
                <a:spcPts val="0"/>
              </a:spcAft>
              <a:buClr>
                <a:schemeClr val="dk1"/>
              </a:buClr>
              <a:buSzPts val="3000"/>
              <a:buNone/>
              <a:defRPr sz="4000">
                <a:solidFill>
                  <a:schemeClr val="dk1"/>
                </a:solidFill>
              </a:defRPr>
            </a:lvl2pPr>
            <a:lvl3pPr lvl="2" rtl="0">
              <a:spcBef>
                <a:spcPts val="0"/>
              </a:spcBef>
              <a:spcAft>
                <a:spcPts val="0"/>
              </a:spcAft>
              <a:buClr>
                <a:schemeClr val="dk1"/>
              </a:buClr>
              <a:buSzPts val="3000"/>
              <a:buNone/>
              <a:defRPr sz="4000">
                <a:solidFill>
                  <a:schemeClr val="dk1"/>
                </a:solidFill>
              </a:defRPr>
            </a:lvl3pPr>
            <a:lvl4pPr lvl="3" rtl="0">
              <a:spcBef>
                <a:spcPts val="0"/>
              </a:spcBef>
              <a:spcAft>
                <a:spcPts val="0"/>
              </a:spcAft>
              <a:buClr>
                <a:schemeClr val="dk1"/>
              </a:buClr>
              <a:buSzPts val="3000"/>
              <a:buNone/>
              <a:defRPr sz="4000">
                <a:solidFill>
                  <a:schemeClr val="dk1"/>
                </a:solidFill>
              </a:defRPr>
            </a:lvl4pPr>
            <a:lvl5pPr lvl="4" rtl="0">
              <a:spcBef>
                <a:spcPts val="0"/>
              </a:spcBef>
              <a:spcAft>
                <a:spcPts val="0"/>
              </a:spcAft>
              <a:buClr>
                <a:schemeClr val="dk1"/>
              </a:buClr>
              <a:buSzPts val="3000"/>
              <a:buNone/>
              <a:defRPr sz="4000">
                <a:solidFill>
                  <a:schemeClr val="dk1"/>
                </a:solidFill>
              </a:defRPr>
            </a:lvl5pPr>
            <a:lvl6pPr lvl="5" rtl="0">
              <a:spcBef>
                <a:spcPts val="0"/>
              </a:spcBef>
              <a:spcAft>
                <a:spcPts val="0"/>
              </a:spcAft>
              <a:buClr>
                <a:schemeClr val="dk1"/>
              </a:buClr>
              <a:buSzPts val="3000"/>
              <a:buNone/>
              <a:defRPr sz="4000">
                <a:solidFill>
                  <a:schemeClr val="dk1"/>
                </a:solidFill>
              </a:defRPr>
            </a:lvl6pPr>
            <a:lvl7pPr lvl="6" rtl="0">
              <a:spcBef>
                <a:spcPts val="0"/>
              </a:spcBef>
              <a:spcAft>
                <a:spcPts val="0"/>
              </a:spcAft>
              <a:buClr>
                <a:schemeClr val="dk1"/>
              </a:buClr>
              <a:buSzPts val="3000"/>
              <a:buNone/>
              <a:defRPr sz="4000">
                <a:solidFill>
                  <a:schemeClr val="dk1"/>
                </a:solidFill>
              </a:defRPr>
            </a:lvl7pPr>
            <a:lvl8pPr lvl="7" rtl="0">
              <a:spcBef>
                <a:spcPts val="0"/>
              </a:spcBef>
              <a:spcAft>
                <a:spcPts val="0"/>
              </a:spcAft>
              <a:buClr>
                <a:schemeClr val="dk1"/>
              </a:buClr>
              <a:buSzPts val="3000"/>
              <a:buNone/>
              <a:defRPr sz="4000">
                <a:solidFill>
                  <a:schemeClr val="dk1"/>
                </a:solidFill>
              </a:defRPr>
            </a:lvl8pPr>
            <a:lvl9pPr lvl="8" rtl="0">
              <a:spcBef>
                <a:spcPts val="0"/>
              </a:spcBef>
              <a:spcAft>
                <a:spcPts val="0"/>
              </a:spcAft>
              <a:buClr>
                <a:schemeClr val="dk1"/>
              </a:buClr>
              <a:buSzPts val="3000"/>
              <a:buNone/>
              <a:defRPr sz="4000">
                <a:solidFill>
                  <a:schemeClr val="dk1"/>
                </a:solidFill>
              </a:defRPr>
            </a:lvl9pPr>
          </a:lstStyle>
          <a:p>
            <a:r>
              <a:rPr lang="en-US"/>
              <a:t>Click to edit Master title style</a:t>
            </a:r>
            <a:endParaRPr/>
          </a:p>
        </p:txBody>
      </p:sp>
      <p:sp>
        <p:nvSpPr>
          <p:cNvPr id="153" name="Google Shape;153;p25"/>
          <p:cNvSpPr txBox="1">
            <a:spLocks noGrp="1"/>
          </p:cNvSpPr>
          <p:nvPr>
            <p:ph type="title" idx="2" hasCustomPrompt="1"/>
          </p:nvPr>
        </p:nvSpPr>
        <p:spPr>
          <a:xfrm>
            <a:off x="953467" y="3376467"/>
            <a:ext cx="5040800" cy="608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54" name="Google Shape;154;p25"/>
          <p:cNvSpPr txBox="1">
            <a:spLocks noGrp="1"/>
          </p:cNvSpPr>
          <p:nvPr>
            <p:ph type="subTitle" idx="1"/>
          </p:nvPr>
        </p:nvSpPr>
        <p:spPr>
          <a:xfrm>
            <a:off x="953467" y="4389267"/>
            <a:ext cx="5040800" cy="119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55" name="Google Shape;155;p25"/>
          <p:cNvSpPr txBox="1">
            <a:spLocks noGrp="1"/>
          </p:cNvSpPr>
          <p:nvPr>
            <p:ph type="subTitle" idx="3"/>
          </p:nvPr>
        </p:nvSpPr>
        <p:spPr>
          <a:xfrm>
            <a:off x="953467" y="3882867"/>
            <a:ext cx="5040800" cy="60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56" name="Google Shape;156;p25"/>
          <p:cNvSpPr txBox="1">
            <a:spLocks noGrp="1"/>
          </p:cNvSpPr>
          <p:nvPr>
            <p:ph type="subTitle" idx="4"/>
          </p:nvPr>
        </p:nvSpPr>
        <p:spPr>
          <a:xfrm>
            <a:off x="6197733" y="4389267"/>
            <a:ext cx="5040800" cy="119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57" name="Google Shape;157;p25"/>
          <p:cNvSpPr txBox="1">
            <a:spLocks noGrp="1"/>
          </p:cNvSpPr>
          <p:nvPr>
            <p:ph type="subTitle" idx="5"/>
          </p:nvPr>
        </p:nvSpPr>
        <p:spPr>
          <a:xfrm>
            <a:off x="6197733" y="3882867"/>
            <a:ext cx="5040800" cy="60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58" name="Google Shape;158;p25"/>
          <p:cNvSpPr txBox="1">
            <a:spLocks noGrp="1"/>
          </p:cNvSpPr>
          <p:nvPr>
            <p:ph type="title" idx="6" hasCustomPrompt="1"/>
          </p:nvPr>
        </p:nvSpPr>
        <p:spPr>
          <a:xfrm>
            <a:off x="6197733" y="3376467"/>
            <a:ext cx="5040800" cy="608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Tree>
    <p:extLst>
      <p:ext uri="{BB962C8B-B14F-4D97-AF65-F5344CB8AC3E}">
        <p14:creationId xmlns:p14="http://schemas.microsoft.com/office/powerpoint/2010/main" val="3774578826"/>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1">
  <p:cSld name="Title only 1">
    <p:bg>
      <p:bgPr>
        <a:solidFill>
          <a:schemeClr val="lt1"/>
        </a:solidFill>
        <a:effectLst/>
      </p:bgPr>
    </p:bg>
    <p:spTree>
      <p:nvGrpSpPr>
        <p:cNvPr id="1" name="Shape 159"/>
        <p:cNvGrpSpPr/>
        <p:nvPr/>
      </p:nvGrpSpPr>
      <p:grpSpPr>
        <a:xfrm>
          <a:off x="0" y="0"/>
          <a:ext cx="0" cy="0"/>
          <a:chOff x="0" y="0"/>
          <a:chExt cx="0" cy="0"/>
        </a:xfrm>
      </p:grpSpPr>
      <p:sp>
        <p:nvSpPr>
          <p:cNvPr id="160" name="Google Shape;160;p26"/>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Tree>
    <p:extLst>
      <p:ext uri="{BB962C8B-B14F-4D97-AF65-F5344CB8AC3E}">
        <p14:creationId xmlns:p14="http://schemas.microsoft.com/office/powerpoint/2010/main" val="25740805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2">
  <p:cSld name="Title only 2">
    <p:bg>
      <p:bgPr>
        <a:solidFill>
          <a:schemeClr val="lt1"/>
        </a:solidFill>
        <a:effectLst/>
      </p:bgPr>
    </p:bg>
    <p:spTree>
      <p:nvGrpSpPr>
        <p:cNvPr id="1" name="Shape 161"/>
        <p:cNvGrpSpPr/>
        <p:nvPr/>
      </p:nvGrpSpPr>
      <p:grpSpPr>
        <a:xfrm>
          <a:off x="0" y="0"/>
          <a:ext cx="0" cy="0"/>
          <a:chOff x="0" y="0"/>
          <a:chExt cx="0" cy="0"/>
        </a:xfrm>
      </p:grpSpPr>
      <p:pic>
        <p:nvPicPr>
          <p:cNvPr id="162" name="Google Shape;162;p27"/>
          <p:cNvPicPr preferRelativeResize="0"/>
          <p:nvPr/>
        </p:nvPicPr>
        <p:blipFill rotWithShape="1">
          <a:blip r:embed="rId2">
            <a:alphaModFix/>
          </a:blip>
          <a:srcRect l="-235242" t="44962" r="44460" b="-108521"/>
          <a:stretch/>
        </p:blipFill>
        <p:spPr>
          <a:xfrm rot="10800000">
            <a:off x="-13533" y="1"/>
            <a:ext cx="12205533" cy="6864500"/>
          </a:xfrm>
          <a:prstGeom prst="rect">
            <a:avLst/>
          </a:prstGeom>
          <a:noFill/>
          <a:ln>
            <a:noFill/>
          </a:ln>
        </p:spPr>
      </p:pic>
      <p:pic>
        <p:nvPicPr>
          <p:cNvPr id="163" name="Google Shape;163;p27"/>
          <p:cNvPicPr preferRelativeResize="0"/>
          <p:nvPr/>
        </p:nvPicPr>
        <p:blipFill rotWithShape="1">
          <a:blip r:embed="rId2">
            <a:alphaModFix/>
          </a:blip>
          <a:srcRect l="-235242" t="44962" r="44460" b="-108521"/>
          <a:stretch/>
        </p:blipFill>
        <p:spPr>
          <a:xfrm rot="10800000" flipH="1">
            <a:off x="-6095" y="-3249"/>
            <a:ext cx="12204193" cy="6864500"/>
          </a:xfrm>
          <a:prstGeom prst="rect">
            <a:avLst/>
          </a:prstGeom>
          <a:noFill/>
          <a:ln>
            <a:noFill/>
          </a:ln>
        </p:spPr>
      </p:pic>
      <p:sp>
        <p:nvSpPr>
          <p:cNvPr id="164" name="Google Shape;164;p27"/>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Tree>
    <p:extLst>
      <p:ext uri="{BB962C8B-B14F-4D97-AF65-F5344CB8AC3E}">
        <p14:creationId xmlns:p14="http://schemas.microsoft.com/office/powerpoint/2010/main" val="28217324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3">
  <p:cSld name="Title only 3">
    <p:bg>
      <p:bgPr>
        <a:solidFill>
          <a:schemeClr val="lt1"/>
        </a:solidFill>
        <a:effectLst/>
      </p:bgPr>
    </p:bg>
    <p:spTree>
      <p:nvGrpSpPr>
        <p:cNvPr id="1" name="Shape 165"/>
        <p:cNvGrpSpPr/>
        <p:nvPr/>
      </p:nvGrpSpPr>
      <p:grpSpPr>
        <a:xfrm>
          <a:off x="0" y="0"/>
          <a:ext cx="0" cy="0"/>
          <a:chOff x="0" y="0"/>
          <a:chExt cx="0" cy="0"/>
        </a:xfrm>
      </p:grpSpPr>
      <p:pic>
        <p:nvPicPr>
          <p:cNvPr id="166" name="Google Shape;166;p28"/>
          <p:cNvPicPr preferRelativeResize="0"/>
          <p:nvPr/>
        </p:nvPicPr>
        <p:blipFill rotWithShape="1">
          <a:blip r:embed="rId2">
            <a:alphaModFix/>
          </a:blip>
          <a:srcRect l="-6643" t="-11183" r="27548" b="-11170"/>
          <a:stretch/>
        </p:blipFill>
        <p:spPr>
          <a:xfrm>
            <a:off x="7758733" y="0"/>
            <a:ext cx="4433267" cy="6858000"/>
          </a:xfrm>
          <a:prstGeom prst="rect">
            <a:avLst/>
          </a:prstGeom>
          <a:noFill/>
          <a:ln>
            <a:noFill/>
          </a:ln>
        </p:spPr>
      </p:pic>
      <p:sp>
        <p:nvSpPr>
          <p:cNvPr id="167" name="Google Shape;167;p28"/>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Tree>
    <p:extLst>
      <p:ext uri="{BB962C8B-B14F-4D97-AF65-F5344CB8AC3E}">
        <p14:creationId xmlns:p14="http://schemas.microsoft.com/office/powerpoint/2010/main" val="6420930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anks">
  <p:cSld name="Thanks">
    <p:bg>
      <p:bgPr>
        <a:solidFill>
          <a:schemeClr val="lt1"/>
        </a:solidFill>
        <a:effectLst/>
      </p:bgPr>
    </p:bg>
    <p:spTree>
      <p:nvGrpSpPr>
        <p:cNvPr id="1" name="Shape 168"/>
        <p:cNvGrpSpPr/>
        <p:nvPr/>
      </p:nvGrpSpPr>
      <p:grpSpPr>
        <a:xfrm>
          <a:off x="0" y="0"/>
          <a:ext cx="0" cy="0"/>
          <a:chOff x="0" y="0"/>
          <a:chExt cx="0" cy="0"/>
        </a:xfrm>
      </p:grpSpPr>
      <p:pic>
        <p:nvPicPr>
          <p:cNvPr id="169" name="Google Shape;169;p29"/>
          <p:cNvPicPr preferRelativeResize="0"/>
          <p:nvPr/>
        </p:nvPicPr>
        <p:blipFill rotWithShape="1">
          <a:blip r:embed="rId2">
            <a:alphaModFix/>
          </a:blip>
          <a:srcRect l="-55210" t="50562" r="55209" b="-6811"/>
          <a:stretch/>
        </p:blipFill>
        <p:spPr>
          <a:xfrm flipH="1">
            <a:off x="0" y="0"/>
            <a:ext cx="12192000" cy="6858000"/>
          </a:xfrm>
          <a:prstGeom prst="rect">
            <a:avLst/>
          </a:prstGeom>
          <a:noFill/>
          <a:ln>
            <a:noFill/>
          </a:ln>
        </p:spPr>
      </p:pic>
      <p:pic>
        <p:nvPicPr>
          <p:cNvPr id="170" name="Google Shape;170;p29"/>
          <p:cNvPicPr preferRelativeResize="0"/>
          <p:nvPr/>
        </p:nvPicPr>
        <p:blipFill rotWithShape="1">
          <a:blip r:embed="rId2">
            <a:alphaModFix/>
          </a:blip>
          <a:srcRect l="-55210" t="50562" r="55209" b="-6811"/>
          <a:stretch/>
        </p:blipFill>
        <p:spPr>
          <a:xfrm rot="10800000" flipH="1">
            <a:off x="0" y="0"/>
            <a:ext cx="12192000" cy="6858000"/>
          </a:xfrm>
          <a:prstGeom prst="rect">
            <a:avLst/>
          </a:prstGeom>
          <a:noFill/>
          <a:ln>
            <a:noFill/>
          </a:ln>
        </p:spPr>
      </p:pic>
      <p:sp>
        <p:nvSpPr>
          <p:cNvPr id="171" name="Google Shape;171;p29"/>
          <p:cNvSpPr txBox="1">
            <a:spLocks noGrp="1"/>
          </p:cNvSpPr>
          <p:nvPr>
            <p:ph type="ctrTitle"/>
          </p:nvPr>
        </p:nvSpPr>
        <p:spPr>
          <a:xfrm>
            <a:off x="953467" y="4440833"/>
            <a:ext cx="5142400" cy="1670000"/>
          </a:xfrm>
          <a:prstGeom prst="rect">
            <a:avLst/>
          </a:prstGeom>
        </p:spPr>
        <p:txBody>
          <a:bodyPr spcFirstLastPara="1" wrap="square" lIns="91425" tIns="91425" rIns="91425" bIns="91425" anchor="t" anchorCtr="0">
            <a:noAutofit/>
          </a:bodyPr>
          <a:lstStyle>
            <a:lvl1pPr lvl="0" rtl="0">
              <a:spcBef>
                <a:spcPts val="0"/>
              </a:spcBef>
              <a:spcAft>
                <a:spcPts val="0"/>
              </a:spcAft>
              <a:buSzPts val="5200"/>
              <a:buNone/>
              <a:defRPr sz="9333"/>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r>
              <a:rPr lang="en-US"/>
              <a:t>Click to edit Master title style</a:t>
            </a:r>
            <a:endParaRPr/>
          </a:p>
        </p:txBody>
      </p:sp>
      <p:sp>
        <p:nvSpPr>
          <p:cNvPr id="172" name="Google Shape;172;p29"/>
          <p:cNvSpPr txBox="1">
            <a:spLocks noGrp="1"/>
          </p:cNvSpPr>
          <p:nvPr>
            <p:ph type="subTitle" idx="1"/>
          </p:nvPr>
        </p:nvSpPr>
        <p:spPr>
          <a:xfrm>
            <a:off x="6095867" y="713333"/>
            <a:ext cx="3578400" cy="1542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867"/>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
        <p:nvSpPr>
          <p:cNvPr id="173" name="Google Shape;173;p29"/>
          <p:cNvSpPr txBox="1"/>
          <p:nvPr/>
        </p:nvSpPr>
        <p:spPr>
          <a:xfrm>
            <a:off x="6095817" y="3037333"/>
            <a:ext cx="3578400" cy="665200"/>
          </a:xfrm>
          <a:prstGeom prst="rect">
            <a:avLst/>
          </a:prstGeom>
          <a:noFill/>
          <a:ln>
            <a:noFill/>
          </a:ln>
        </p:spPr>
        <p:txBody>
          <a:bodyPr spcFirstLastPara="1" wrap="square" lIns="121900" tIns="121900" rIns="121900" bIns="121900" anchor="ctr" anchorCtr="0">
            <a:noAutofit/>
          </a:bodyPr>
          <a:lstStyle/>
          <a:p>
            <a:pPr marL="0" lvl="0" indent="0" algn="l" rtl="0">
              <a:lnSpc>
                <a:spcPct val="100000"/>
              </a:lnSpc>
              <a:spcBef>
                <a:spcPts val="0"/>
              </a:spcBef>
              <a:spcAft>
                <a:spcPts val="0"/>
              </a:spcAft>
              <a:buNone/>
            </a:pPr>
            <a:r>
              <a:rPr lang="en" sz="1200">
                <a:solidFill>
                  <a:schemeClr val="dk1"/>
                </a:solidFill>
                <a:latin typeface="Albert Sans"/>
                <a:ea typeface="Albert Sans"/>
                <a:cs typeface="Albert Sans"/>
                <a:sym typeface="Albert Sans"/>
              </a:rPr>
              <a:t>CREDITS: This presentation template was created by </a:t>
            </a:r>
            <a:r>
              <a:rPr lang="en" sz="1200" b="1">
                <a:solidFill>
                  <a:schemeClr val="dk1"/>
                </a:solidFill>
                <a:uFill>
                  <a:noFill/>
                </a:uFill>
                <a:latin typeface="Albert Sans"/>
                <a:ea typeface="Albert Sans"/>
                <a:cs typeface="Albert Sans"/>
                <a:sym typeface="Albert Sans"/>
                <a:hlinkClick r:id="rId3">
                  <a:extLst>
                    <a:ext uri="{A12FA001-AC4F-418D-AE19-62706E023703}">
                      <ahyp:hlinkClr xmlns:ahyp="http://schemas.microsoft.com/office/drawing/2018/hyperlinkcolor" val="tx"/>
                    </a:ext>
                  </a:extLst>
                </a:hlinkClick>
              </a:rPr>
              <a:t>Slidesgo</a:t>
            </a:r>
            <a:r>
              <a:rPr lang="en" sz="1200">
                <a:solidFill>
                  <a:schemeClr val="dk1"/>
                </a:solidFill>
                <a:latin typeface="Albert Sans"/>
                <a:ea typeface="Albert Sans"/>
                <a:cs typeface="Albert Sans"/>
                <a:sym typeface="Albert Sans"/>
              </a:rPr>
              <a:t>, and includes icons by </a:t>
            </a:r>
            <a:r>
              <a:rPr lang="en" sz="1200" b="1">
                <a:solidFill>
                  <a:schemeClr val="dk1"/>
                </a:solidFill>
                <a:uFill>
                  <a:noFill/>
                </a:uFill>
                <a:latin typeface="Albert Sans"/>
                <a:ea typeface="Albert Sans"/>
                <a:cs typeface="Albert Sans"/>
                <a:sym typeface="Albert Sans"/>
                <a:hlinkClick r:id="rId4">
                  <a:extLst>
                    <a:ext uri="{A12FA001-AC4F-418D-AE19-62706E023703}">
                      <ahyp:hlinkClr xmlns:ahyp="http://schemas.microsoft.com/office/drawing/2018/hyperlinkcolor" val="tx"/>
                    </a:ext>
                  </a:extLst>
                </a:hlinkClick>
              </a:rPr>
              <a:t>Flaticon</a:t>
            </a:r>
            <a:r>
              <a:rPr lang="en" sz="1200" b="1">
                <a:solidFill>
                  <a:schemeClr val="dk1"/>
                </a:solidFill>
                <a:latin typeface="Albert Sans"/>
                <a:ea typeface="Albert Sans"/>
                <a:cs typeface="Albert Sans"/>
                <a:sym typeface="Albert Sans"/>
              </a:rPr>
              <a:t> </a:t>
            </a:r>
            <a:r>
              <a:rPr lang="en" sz="1200">
                <a:solidFill>
                  <a:schemeClr val="dk1"/>
                </a:solidFill>
                <a:latin typeface="Albert Sans"/>
                <a:ea typeface="Albert Sans"/>
                <a:cs typeface="Albert Sans"/>
                <a:sym typeface="Albert Sans"/>
              </a:rPr>
              <a:t>and infographics &amp; images by </a:t>
            </a:r>
            <a:r>
              <a:rPr lang="en" sz="1200" b="1">
                <a:solidFill>
                  <a:schemeClr val="dk1"/>
                </a:solidFill>
                <a:uFill>
                  <a:noFill/>
                </a:uFill>
                <a:latin typeface="Albert Sans"/>
                <a:ea typeface="Albert Sans"/>
                <a:cs typeface="Albert Sans"/>
                <a:sym typeface="Albert Sans"/>
                <a:hlinkClick r:id="rId5">
                  <a:extLst>
                    <a:ext uri="{A12FA001-AC4F-418D-AE19-62706E023703}">
                      <ahyp:hlinkClr xmlns:ahyp="http://schemas.microsoft.com/office/drawing/2018/hyperlinkcolor" val="tx"/>
                    </a:ext>
                  </a:extLst>
                </a:hlinkClick>
              </a:rPr>
              <a:t>Freepik</a:t>
            </a:r>
            <a:endParaRPr sz="1200" b="1">
              <a:solidFill>
                <a:schemeClr val="dk1"/>
              </a:solidFill>
              <a:latin typeface="Albert Sans"/>
              <a:ea typeface="Albert Sans"/>
              <a:cs typeface="Albert Sans"/>
              <a:sym typeface="Albert Sans"/>
            </a:endParaRPr>
          </a:p>
        </p:txBody>
      </p:sp>
    </p:spTree>
    <p:extLst>
      <p:ext uri="{BB962C8B-B14F-4D97-AF65-F5344CB8AC3E}">
        <p14:creationId xmlns:p14="http://schemas.microsoft.com/office/powerpoint/2010/main" val="19798330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p:cSld name="Background">
    <p:bg>
      <p:bgPr>
        <a:solidFill>
          <a:schemeClr val="lt1"/>
        </a:solidFill>
        <a:effectLst/>
      </p:bgPr>
    </p:bg>
    <p:spTree>
      <p:nvGrpSpPr>
        <p:cNvPr id="1" name="Shape 174"/>
        <p:cNvGrpSpPr/>
        <p:nvPr/>
      </p:nvGrpSpPr>
      <p:grpSpPr>
        <a:xfrm>
          <a:off x="0" y="0"/>
          <a:ext cx="0" cy="0"/>
          <a:chOff x="0" y="0"/>
          <a:chExt cx="0" cy="0"/>
        </a:xfrm>
      </p:grpSpPr>
      <p:pic>
        <p:nvPicPr>
          <p:cNvPr id="175" name="Google Shape;175;p30"/>
          <p:cNvPicPr preferRelativeResize="0"/>
          <p:nvPr/>
        </p:nvPicPr>
        <p:blipFill rotWithShape="1">
          <a:blip r:embed="rId2">
            <a:alphaModFix/>
          </a:blip>
          <a:srcRect l="-6643" t="13471" r="27548" b="-35825"/>
          <a:stretch/>
        </p:blipFill>
        <p:spPr>
          <a:xfrm flipH="1">
            <a:off x="-14240" y="-3249"/>
            <a:ext cx="4428391" cy="6858000"/>
          </a:xfrm>
          <a:prstGeom prst="rect">
            <a:avLst/>
          </a:prstGeom>
          <a:noFill/>
          <a:ln>
            <a:noFill/>
          </a:ln>
        </p:spPr>
      </p:pic>
      <p:pic>
        <p:nvPicPr>
          <p:cNvPr id="176" name="Google Shape;176;p30"/>
          <p:cNvPicPr preferRelativeResize="0"/>
          <p:nvPr/>
        </p:nvPicPr>
        <p:blipFill rotWithShape="1">
          <a:blip r:embed="rId2">
            <a:alphaModFix/>
          </a:blip>
          <a:srcRect l="-235242" t="44962" r="44460" b="-108521"/>
          <a:stretch/>
        </p:blipFill>
        <p:spPr>
          <a:xfrm rot="10800000" flipH="1">
            <a:off x="-14240" y="-3249"/>
            <a:ext cx="12192107" cy="6864500"/>
          </a:xfrm>
          <a:prstGeom prst="rect">
            <a:avLst/>
          </a:prstGeom>
          <a:noFill/>
          <a:ln>
            <a:noFill/>
          </a:ln>
        </p:spPr>
      </p:pic>
    </p:spTree>
    <p:extLst>
      <p:ext uri="{BB962C8B-B14F-4D97-AF65-F5344CB8AC3E}">
        <p14:creationId xmlns:p14="http://schemas.microsoft.com/office/powerpoint/2010/main" val="36970264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1">
  <p:cSld name="Background 1">
    <p:bg>
      <p:bgPr>
        <a:solidFill>
          <a:schemeClr val="lt1"/>
        </a:solidFill>
        <a:effectLst/>
      </p:bgPr>
    </p:bg>
    <p:spTree>
      <p:nvGrpSpPr>
        <p:cNvPr id="1" name="Shape 177"/>
        <p:cNvGrpSpPr/>
        <p:nvPr/>
      </p:nvGrpSpPr>
      <p:grpSpPr>
        <a:xfrm>
          <a:off x="0" y="0"/>
          <a:ext cx="0" cy="0"/>
          <a:chOff x="0" y="0"/>
          <a:chExt cx="0" cy="0"/>
        </a:xfrm>
      </p:grpSpPr>
      <p:pic>
        <p:nvPicPr>
          <p:cNvPr id="178" name="Google Shape;178;p31"/>
          <p:cNvPicPr preferRelativeResize="0"/>
          <p:nvPr/>
        </p:nvPicPr>
        <p:blipFill rotWithShape="1">
          <a:blip r:embed="rId2">
            <a:alphaModFix/>
          </a:blip>
          <a:srcRect l="-55210" t="50562" r="55209" b="-6811"/>
          <a:stretch/>
        </p:blipFill>
        <p:spPr>
          <a:xfrm>
            <a:off x="0" y="0"/>
            <a:ext cx="12192000" cy="6858000"/>
          </a:xfrm>
          <a:prstGeom prst="rect">
            <a:avLst/>
          </a:prstGeom>
          <a:noFill/>
          <a:ln>
            <a:noFill/>
          </a:ln>
        </p:spPr>
      </p:pic>
      <p:pic>
        <p:nvPicPr>
          <p:cNvPr id="179" name="Google Shape;179;p31"/>
          <p:cNvPicPr preferRelativeResize="0"/>
          <p:nvPr/>
        </p:nvPicPr>
        <p:blipFill rotWithShape="1">
          <a:blip r:embed="rId2">
            <a:alphaModFix/>
          </a:blip>
          <a:srcRect l="-55210" t="50562" r="55209" b="-6811"/>
          <a:stretch/>
        </p:blipFill>
        <p:spPr>
          <a:xfrm rot="10800000">
            <a:off x="0" y="0"/>
            <a:ext cx="12192000" cy="6858000"/>
          </a:xfrm>
          <a:prstGeom prst="rect">
            <a:avLst/>
          </a:prstGeom>
          <a:noFill/>
          <a:ln>
            <a:noFill/>
          </a:ln>
        </p:spPr>
      </p:pic>
    </p:spTree>
    <p:extLst>
      <p:ext uri="{BB962C8B-B14F-4D97-AF65-F5344CB8AC3E}">
        <p14:creationId xmlns:p14="http://schemas.microsoft.com/office/powerpoint/2010/main" val="17944906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BA9A7-DC78-3CB3-7F00-929E421E9B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8F4783-8B8F-B836-F68D-81BDF16A16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FE82BE-60AE-D797-7868-81B8EF463DFF}"/>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5" name="Footer Placeholder 4">
            <a:extLst>
              <a:ext uri="{FF2B5EF4-FFF2-40B4-BE49-F238E27FC236}">
                <a16:creationId xmlns:a16="http://schemas.microsoft.com/office/drawing/2014/main" id="{6DD90722-9270-7EDB-981C-B923AA08C7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9E6731-DBE6-4F74-E2CF-7659DBC87CF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9231358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183"/>
        <p:cNvGrpSpPr/>
        <p:nvPr/>
      </p:nvGrpSpPr>
      <p:grpSpPr>
        <a:xfrm>
          <a:off x="0" y="0"/>
          <a:ext cx="0" cy="0"/>
          <a:chOff x="0" y="0"/>
          <a:chExt cx="0" cy="0"/>
        </a:xfrm>
      </p:grpSpPr>
    </p:spTree>
    <p:extLst>
      <p:ext uri="{BB962C8B-B14F-4D97-AF65-F5344CB8AC3E}">
        <p14:creationId xmlns:p14="http://schemas.microsoft.com/office/powerpoint/2010/main" val="17131524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184"/>
        <p:cNvGrpSpPr/>
        <p:nvPr/>
      </p:nvGrpSpPr>
      <p:grpSpPr>
        <a:xfrm>
          <a:off x="0" y="0"/>
          <a:ext cx="0" cy="0"/>
          <a:chOff x="0" y="0"/>
          <a:chExt cx="0" cy="0"/>
        </a:xfrm>
      </p:grpSpPr>
      <p:sp>
        <p:nvSpPr>
          <p:cNvPr id="185" name="Google Shape;185;p34"/>
          <p:cNvSpPr txBox="1">
            <a:spLocks noGrp="1"/>
          </p:cNvSpPr>
          <p:nvPr>
            <p:ph type="title"/>
          </p:nvPr>
        </p:nvSpPr>
        <p:spPr>
          <a:xfrm>
            <a:off x="964600" y="681367"/>
            <a:ext cx="102628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r>
              <a:rPr lang="en-US"/>
              <a:t>Click to edit Master title style</a:t>
            </a:r>
            <a:endParaRPr/>
          </a:p>
        </p:txBody>
      </p:sp>
    </p:spTree>
    <p:extLst>
      <p:ext uri="{BB962C8B-B14F-4D97-AF65-F5344CB8AC3E}">
        <p14:creationId xmlns:p14="http://schemas.microsoft.com/office/powerpoint/2010/main" val="318969153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chemeClr val="lt1"/>
        </a:solidFill>
        <a:effectLst/>
      </p:bgPr>
    </p:bg>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l="-55210" t="50562" r="55209" b="-6811"/>
          <a:stretch/>
        </p:blipFill>
        <p:spPr>
          <a:xfrm rot="10800000">
            <a:off x="0" y="0"/>
            <a:ext cx="12192000" cy="6858000"/>
          </a:xfrm>
          <a:prstGeom prst="rect">
            <a:avLst/>
          </a:prstGeom>
          <a:noFill/>
          <a:ln>
            <a:noFill/>
          </a:ln>
        </p:spPr>
      </p:pic>
      <p:pic>
        <p:nvPicPr>
          <p:cNvPr id="10" name="Google Shape;10;p2"/>
          <p:cNvPicPr preferRelativeResize="0"/>
          <p:nvPr/>
        </p:nvPicPr>
        <p:blipFill rotWithShape="1">
          <a:blip r:embed="rId2">
            <a:alphaModFix/>
          </a:blip>
          <a:srcRect l="-19689" t="41478" r="19690" b="2272"/>
          <a:stretch/>
        </p:blipFill>
        <p:spPr>
          <a:xfrm>
            <a:off x="0" y="0"/>
            <a:ext cx="12192000" cy="6858000"/>
          </a:xfrm>
          <a:prstGeom prst="rect">
            <a:avLst/>
          </a:prstGeom>
          <a:noFill/>
          <a:ln>
            <a:noFill/>
          </a:ln>
        </p:spPr>
      </p:pic>
      <p:sp>
        <p:nvSpPr>
          <p:cNvPr id="11" name="Google Shape;11;p2"/>
          <p:cNvSpPr txBox="1">
            <a:spLocks noGrp="1"/>
          </p:cNvSpPr>
          <p:nvPr>
            <p:ph type="ctrTitle"/>
          </p:nvPr>
        </p:nvSpPr>
        <p:spPr>
          <a:xfrm>
            <a:off x="949000" y="2611467"/>
            <a:ext cx="5706800" cy="3533200"/>
          </a:xfrm>
          <a:prstGeom prst="rect">
            <a:avLst/>
          </a:prstGeom>
        </p:spPr>
        <p:txBody>
          <a:bodyPr spcFirstLastPara="1" wrap="square" lIns="91425" tIns="91425" rIns="91425" bIns="91425" anchor="t" anchorCtr="0">
            <a:noAutofit/>
          </a:bodyPr>
          <a:lstStyle>
            <a:lvl1pPr lvl="0">
              <a:lnSpc>
                <a:spcPct val="90000"/>
              </a:lnSpc>
              <a:spcBef>
                <a:spcPts val="0"/>
              </a:spcBef>
              <a:spcAft>
                <a:spcPts val="0"/>
              </a:spcAft>
              <a:buSzPts val="5200"/>
              <a:buNone/>
              <a:defRPr sz="12000"/>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US"/>
              <a:t>Click to edit Master title style</a:t>
            </a:r>
            <a:endParaRPr/>
          </a:p>
        </p:txBody>
      </p:sp>
      <p:sp>
        <p:nvSpPr>
          <p:cNvPr id="12" name="Google Shape;12;p2"/>
          <p:cNvSpPr txBox="1">
            <a:spLocks noGrp="1"/>
          </p:cNvSpPr>
          <p:nvPr>
            <p:ph type="subTitle" idx="1"/>
          </p:nvPr>
        </p:nvSpPr>
        <p:spPr>
          <a:xfrm>
            <a:off x="6096000" y="713333"/>
            <a:ext cx="5147200" cy="517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200"/>
              <a:buNone/>
              <a:defRPr sz="1867"/>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40555471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solidFill>
          <a:schemeClr val="lt1"/>
        </a:solidFill>
        <a:effectLst/>
      </p:bgPr>
    </p:bg>
    <p:spTree>
      <p:nvGrpSpPr>
        <p:cNvPr id="1" name="Shape 13"/>
        <p:cNvGrpSpPr/>
        <p:nvPr/>
      </p:nvGrpSpPr>
      <p:grpSpPr>
        <a:xfrm>
          <a:off x="0" y="0"/>
          <a:ext cx="0" cy="0"/>
          <a:chOff x="0" y="0"/>
          <a:chExt cx="0" cy="0"/>
        </a:xfrm>
      </p:grpSpPr>
      <p:pic>
        <p:nvPicPr>
          <p:cNvPr id="14" name="Google Shape;14;p3"/>
          <p:cNvPicPr preferRelativeResize="0"/>
          <p:nvPr/>
        </p:nvPicPr>
        <p:blipFill rotWithShape="1">
          <a:blip r:embed="rId2">
            <a:alphaModFix/>
          </a:blip>
          <a:srcRect l="-55210" t="50562" r="55209" b="-6811"/>
          <a:stretch/>
        </p:blipFill>
        <p:spPr>
          <a:xfrm flipH="1">
            <a:off x="0" y="0"/>
            <a:ext cx="12192000" cy="6858000"/>
          </a:xfrm>
          <a:prstGeom prst="rect">
            <a:avLst/>
          </a:prstGeom>
          <a:noFill/>
          <a:ln>
            <a:noFill/>
          </a:ln>
        </p:spPr>
      </p:pic>
      <p:pic>
        <p:nvPicPr>
          <p:cNvPr id="15" name="Google Shape;15;p3"/>
          <p:cNvPicPr preferRelativeResize="0"/>
          <p:nvPr/>
        </p:nvPicPr>
        <p:blipFill rotWithShape="1">
          <a:blip r:embed="rId3">
            <a:alphaModFix/>
          </a:blip>
          <a:srcRect l="36283" t="30" r="-6" b="-40"/>
          <a:stretch/>
        </p:blipFill>
        <p:spPr>
          <a:xfrm rot="10800000">
            <a:off x="7819933" y="-4366"/>
            <a:ext cx="4372067" cy="6862367"/>
          </a:xfrm>
          <a:prstGeom prst="rect">
            <a:avLst/>
          </a:prstGeom>
          <a:noFill/>
          <a:ln>
            <a:noFill/>
          </a:ln>
        </p:spPr>
      </p:pic>
      <p:sp>
        <p:nvSpPr>
          <p:cNvPr id="16" name="Google Shape;16;p3"/>
          <p:cNvSpPr txBox="1">
            <a:spLocks noGrp="1"/>
          </p:cNvSpPr>
          <p:nvPr>
            <p:ph type="title"/>
          </p:nvPr>
        </p:nvSpPr>
        <p:spPr>
          <a:xfrm>
            <a:off x="953467" y="4437400"/>
            <a:ext cx="10278400" cy="16716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9333"/>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
        <p:nvSpPr>
          <p:cNvPr id="17" name="Google Shape;17;p3"/>
          <p:cNvSpPr txBox="1">
            <a:spLocks noGrp="1"/>
          </p:cNvSpPr>
          <p:nvPr>
            <p:ph type="title" idx="2" hasCustomPrompt="1"/>
          </p:nvPr>
        </p:nvSpPr>
        <p:spPr>
          <a:xfrm>
            <a:off x="953467" y="2765667"/>
            <a:ext cx="10278400" cy="167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2"/>
              </a:buClr>
              <a:buSzPts val="6000"/>
              <a:buNone/>
              <a:defRPr sz="9333">
                <a:solidFill>
                  <a:schemeClr val="lt2"/>
                </a:solidFill>
              </a:defRPr>
            </a:lvl1pPr>
            <a:lvl2pPr lvl="1" algn="ctr" rtl="0">
              <a:spcBef>
                <a:spcPts val="0"/>
              </a:spcBef>
              <a:spcAft>
                <a:spcPts val="0"/>
              </a:spcAft>
              <a:buClr>
                <a:schemeClr val="lt2"/>
              </a:buClr>
              <a:buSzPts val="6000"/>
              <a:buNone/>
              <a:defRPr sz="8000">
                <a:solidFill>
                  <a:schemeClr val="lt2"/>
                </a:solidFill>
              </a:defRPr>
            </a:lvl2pPr>
            <a:lvl3pPr lvl="2" algn="ctr" rtl="0">
              <a:spcBef>
                <a:spcPts val="0"/>
              </a:spcBef>
              <a:spcAft>
                <a:spcPts val="0"/>
              </a:spcAft>
              <a:buClr>
                <a:schemeClr val="lt2"/>
              </a:buClr>
              <a:buSzPts val="6000"/>
              <a:buNone/>
              <a:defRPr sz="8000">
                <a:solidFill>
                  <a:schemeClr val="lt2"/>
                </a:solidFill>
              </a:defRPr>
            </a:lvl3pPr>
            <a:lvl4pPr lvl="3" algn="ctr" rtl="0">
              <a:spcBef>
                <a:spcPts val="0"/>
              </a:spcBef>
              <a:spcAft>
                <a:spcPts val="0"/>
              </a:spcAft>
              <a:buClr>
                <a:schemeClr val="lt2"/>
              </a:buClr>
              <a:buSzPts val="6000"/>
              <a:buNone/>
              <a:defRPr sz="8000">
                <a:solidFill>
                  <a:schemeClr val="lt2"/>
                </a:solidFill>
              </a:defRPr>
            </a:lvl4pPr>
            <a:lvl5pPr lvl="4" algn="ctr" rtl="0">
              <a:spcBef>
                <a:spcPts val="0"/>
              </a:spcBef>
              <a:spcAft>
                <a:spcPts val="0"/>
              </a:spcAft>
              <a:buClr>
                <a:schemeClr val="lt2"/>
              </a:buClr>
              <a:buSzPts val="6000"/>
              <a:buNone/>
              <a:defRPr sz="8000">
                <a:solidFill>
                  <a:schemeClr val="lt2"/>
                </a:solidFill>
              </a:defRPr>
            </a:lvl5pPr>
            <a:lvl6pPr lvl="5" algn="ctr" rtl="0">
              <a:spcBef>
                <a:spcPts val="0"/>
              </a:spcBef>
              <a:spcAft>
                <a:spcPts val="0"/>
              </a:spcAft>
              <a:buClr>
                <a:schemeClr val="lt2"/>
              </a:buClr>
              <a:buSzPts val="6000"/>
              <a:buNone/>
              <a:defRPr sz="8000">
                <a:solidFill>
                  <a:schemeClr val="lt2"/>
                </a:solidFill>
              </a:defRPr>
            </a:lvl6pPr>
            <a:lvl7pPr lvl="6" algn="ctr" rtl="0">
              <a:spcBef>
                <a:spcPts val="0"/>
              </a:spcBef>
              <a:spcAft>
                <a:spcPts val="0"/>
              </a:spcAft>
              <a:buClr>
                <a:schemeClr val="lt2"/>
              </a:buClr>
              <a:buSzPts val="6000"/>
              <a:buNone/>
              <a:defRPr sz="8000">
                <a:solidFill>
                  <a:schemeClr val="lt2"/>
                </a:solidFill>
              </a:defRPr>
            </a:lvl7pPr>
            <a:lvl8pPr lvl="7" algn="ctr" rtl="0">
              <a:spcBef>
                <a:spcPts val="0"/>
              </a:spcBef>
              <a:spcAft>
                <a:spcPts val="0"/>
              </a:spcAft>
              <a:buClr>
                <a:schemeClr val="lt2"/>
              </a:buClr>
              <a:buSzPts val="6000"/>
              <a:buNone/>
              <a:defRPr sz="8000">
                <a:solidFill>
                  <a:schemeClr val="lt2"/>
                </a:solidFill>
              </a:defRPr>
            </a:lvl8pPr>
            <a:lvl9pPr lvl="8" algn="ctr" rtl="0">
              <a:spcBef>
                <a:spcPts val="0"/>
              </a:spcBef>
              <a:spcAft>
                <a:spcPts val="0"/>
              </a:spcAft>
              <a:buClr>
                <a:schemeClr val="lt2"/>
              </a:buClr>
              <a:buSzPts val="6000"/>
              <a:buNone/>
              <a:defRPr sz="8000">
                <a:solidFill>
                  <a:schemeClr val="lt2"/>
                </a:solidFill>
              </a:defRPr>
            </a:lvl9pPr>
          </a:lstStyle>
          <a:p>
            <a:r>
              <a:t>xx%</a:t>
            </a:r>
          </a:p>
        </p:txBody>
      </p:sp>
      <p:sp>
        <p:nvSpPr>
          <p:cNvPr id="18" name="Google Shape;18;p3"/>
          <p:cNvSpPr txBox="1">
            <a:spLocks noGrp="1"/>
          </p:cNvSpPr>
          <p:nvPr>
            <p:ph type="subTitle" idx="1"/>
          </p:nvPr>
        </p:nvSpPr>
        <p:spPr>
          <a:xfrm>
            <a:off x="6096000" y="713333"/>
            <a:ext cx="5142400" cy="51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867"/>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Tree>
    <p:extLst>
      <p:ext uri="{BB962C8B-B14F-4D97-AF65-F5344CB8AC3E}">
        <p14:creationId xmlns:p14="http://schemas.microsoft.com/office/powerpoint/2010/main" val="33158550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solidFill>
          <a:schemeClr val="lt1"/>
        </a:solidFill>
        <a:effectLst/>
      </p:bgPr>
    </p:bg>
    <p:spTree>
      <p:nvGrpSpPr>
        <p:cNvPr id="1" name="Shape 19"/>
        <p:cNvGrpSpPr/>
        <p:nvPr/>
      </p:nvGrpSpPr>
      <p:grpSpPr>
        <a:xfrm>
          <a:off x="0" y="0"/>
          <a:ext cx="0" cy="0"/>
          <a:chOff x="0" y="0"/>
          <a:chExt cx="0" cy="0"/>
        </a:xfrm>
      </p:grpSpPr>
      <p:pic>
        <p:nvPicPr>
          <p:cNvPr id="20" name="Google Shape;20;p4"/>
          <p:cNvPicPr preferRelativeResize="0"/>
          <p:nvPr/>
        </p:nvPicPr>
        <p:blipFill rotWithShape="1">
          <a:blip r:embed="rId2">
            <a:alphaModFix/>
          </a:blip>
          <a:srcRect l="174697" t="-83399" r="177064" b="41635"/>
          <a:stretch/>
        </p:blipFill>
        <p:spPr>
          <a:xfrm>
            <a:off x="1767" y="-2182"/>
            <a:ext cx="12188600" cy="6862367"/>
          </a:xfrm>
          <a:prstGeom prst="rect">
            <a:avLst/>
          </a:prstGeom>
          <a:noFill/>
          <a:ln>
            <a:noFill/>
          </a:ln>
        </p:spPr>
      </p:pic>
      <p:sp>
        <p:nvSpPr>
          <p:cNvPr id="21" name="Google Shape;21;p4"/>
          <p:cNvSpPr txBox="1">
            <a:spLocks noGrp="1"/>
          </p:cNvSpPr>
          <p:nvPr>
            <p:ph type="title"/>
          </p:nvPr>
        </p:nvSpPr>
        <p:spPr>
          <a:xfrm>
            <a:off x="953467" y="713333"/>
            <a:ext cx="5142400" cy="1265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22" name="Google Shape;22;p4"/>
          <p:cNvSpPr txBox="1">
            <a:spLocks noGrp="1"/>
          </p:cNvSpPr>
          <p:nvPr>
            <p:ph type="body" idx="1"/>
          </p:nvPr>
        </p:nvSpPr>
        <p:spPr>
          <a:xfrm>
            <a:off x="953467" y="2181733"/>
            <a:ext cx="5142400" cy="2526400"/>
          </a:xfrm>
          <a:prstGeom prst="rect">
            <a:avLst/>
          </a:prstGeom>
          <a:ln>
            <a:noFill/>
          </a:ln>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dk1"/>
              </a:buClr>
              <a:buSzPts val="1200"/>
              <a:buChar char="●"/>
              <a:defRPr sz="1600">
                <a:solidFill>
                  <a:schemeClr val="dk1"/>
                </a:solidFill>
              </a:defRPr>
            </a:lvl1pPr>
            <a:lvl2pPr marL="1219170" lvl="1" indent="-406390" rtl="0">
              <a:lnSpc>
                <a:spcPct val="100000"/>
              </a:lnSpc>
              <a:spcBef>
                <a:spcPts val="0"/>
              </a:spcBef>
              <a:spcAft>
                <a:spcPts val="0"/>
              </a:spcAft>
              <a:buClr>
                <a:schemeClr val="dk1"/>
              </a:buClr>
              <a:buSzPts val="1200"/>
              <a:buChar char="○"/>
              <a:defRPr sz="1600">
                <a:solidFill>
                  <a:schemeClr val="dk1"/>
                </a:solidFill>
              </a:defRPr>
            </a:lvl2pPr>
            <a:lvl3pPr marL="1828754" lvl="2" indent="-406390" rtl="0">
              <a:lnSpc>
                <a:spcPct val="100000"/>
              </a:lnSpc>
              <a:spcBef>
                <a:spcPts val="0"/>
              </a:spcBef>
              <a:spcAft>
                <a:spcPts val="0"/>
              </a:spcAft>
              <a:buClr>
                <a:schemeClr val="dk1"/>
              </a:buClr>
              <a:buSzPts val="1200"/>
              <a:buChar char="■"/>
              <a:defRPr sz="1600">
                <a:solidFill>
                  <a:schemeClr val="dk1"/>
                </a:solidFill>
              </a:defRPr>
            </a:lvl3pPr>
            <a:lvl4pPr marL="2438339" lvl="3" indent="-406390" rtl="0">
              <a:lnSpc>
                <a:spcPct val="100000"/>
              </a:lnSpc>
              <a:spcBef>
                <a:spcPts val="0"/>
              </a:spcBef>
              <a:spcAft>
                <a:spcPts val="0"/>
              </a:spcAft>
              <a:buClr>
                <a:schemeClr val="dk1"/>
              </a:buClr>
              <a:buSzPts val="1200"/>
              <a:buChar char="●"/>
              <a:defRPr sz="1600">
                <a:solidFill>
                  <a:schemeClr val="dk1"/>
                </a:solidFill>
              </a:defRPr>
            </a:lvl4pPr>
            <a:lvl5pPr marL="3047924" lvl="4" indent="-406390" rtl="0">
              <a:lnSpc>
                <a:spcPct val="100000"/>
              </a:lnSpc>
              <a:spcBef>
                <a:spcPts val="0"/>
              </a:spcBef>
              <a:spcAft>
                <a:spcPts val="0"/>
              </a:spcAft>
              <a:buClr>
                <a:schemeClr val="dk1"/>
              </a:buClr>
              <a:buSzPts val="1200"/>
              <a:buChar char="○"/>
              <a:defRPr sz="1600">
                <a:solidFill>
                  <a:schemeClr val="dk1"/>
                </a:solidFill>
              </a:defRPr>
            </a:lvl5pPr>
            <a:lvl6pPr marL="3657509" lvl="5" indent="-406390" rtl="0">
              <a:lnSpc>
                <a:spcPct val="100000"/>
              </a:lnSpc>
              <a:spcBef>
                <a:spcPts val="0"/>
              </a:spcBef>
              <a:spcAft>
                <a:spcPts val="0"/>
              </a:spcAft>
              <a:buClr>
                <a:schemeClr val="dk1"/>
              </a:buClr>
              <a:buSzPts val="1200"/>
              <a:buChar char="■"/>
              <a:defRPr sz="1600">
                <a:solidFill>
                  <a:schemeClr val="dk1"/>
                </a:solidFill>
              </a:defRPr>
            </a:lvl6pPr>
            <a:lvl7pPr marL="4267093" lvl="6" indent="-406390" rtl="0">
              <a:lnSpc>
                <a:spcPct val="100000"/>
              </a:lnSpc>
              <a:spcBef>
                <a:spcPts val="0"/>
              </a:spcBef>
              <a:spcAft>
                <a:spcPts val="0"/>
              </a:spcAft>
              <a:buClr>
                <a:schemeClr val="dk1"/>
              </a:buClr>
              <a:buSzPts val="1200"/>
              <a:buChar char="●"/>
              <a:defRPr sz="1600">
                <a:solidFill>
                  <a:schemeClr val="dk1"/>
                </a:solidFill>
              </a:defRPr>
            </a:lvl7pPr>
            <a:lvl8pPr marL="4876678" lvl="7" indent="-406390" rtl="0">
              <a:lnSpc>
                <a:spcPct val="100000"/>
              </a:lnSpc>
              <a:spcBef>
                <a:spcPts val="0"/>
              </a:spcBef>
              <a:spcAft>
                <a:spcPts val="0"/>
              </a:spcAft>
              <a:buClr>
                <a:schemeClr val="dk1"/>
              </a:buClr>
              <a:buSzPts val="1200"/>
              <a:buChar char="○"/>
              <a:defRPr sz="1600">
                <a:solidFill>
                  <a:schemeClr val="dk1"/>
                </a:solidFill>
              </a:defRPr>
            </a:lvl8pPr>
            <a:lvl9pPr marL="5486263" lvl="8" indent="-406390" rtl="0">
              <a:lnSpc>
                <a:spcPct val="100000"/>
              </a:lnSpc>
              <a:spcBef>
                <a:spcPts val="0"/>
              </a:spcBef>
              <a:spcAft>
                <a:spcPts val="0"/>
              </a:spcAft>
              <a:buClr>
                <a:schemeClr val="dk1"/>
              </a:buClr>
              <a:buSzPts val="1200"/>
              <a:buChar char="■"/>
              <a:defRPr sz="1600">
                <a:solidFill>
                  <a:schemeClr val="dk1"/>
                </a:solidFill>
              </a:defRPr>
            </a:lvl9pPr>
          </a:lstStyle>
          <a:p>
            <a:pPr lvl="0"/>
            <a:r>
              <a:rPr lang="en-US"/>
              <a:t>Click to edit Master text styles</a:t>
            </a:r>
          </a:p>
        </p:txBody>
      </p:sp>
      <p:sp>
        <p:nvSpPr>
          <p:cNvPr id="23" name="Google Shape;23;p4"/>
          <p:cNvSpPr>
            <a:spLocks noGrp="1"/>
          </p:cNvSpPr>
          <p:nvPr>
            <p:ph type="pic" idx="2"/>
          </p:nvPr>
        </p:nvSpPr>
        <p:spPr>
          <a:xfrm>
            <a:off x="7620233" y="100"/>
            <a:ext cx="4572000" cy="6858000"/>
          </a:xfrm>
          <a:prstGeom prst="rect">
            <a:avLst/>
          </a:prstGeom>
          <a:noFill/>
          <a:ln>
            <a:noFill/>
          </a:ln>
        </p:spPr>
        <p:txBody>
          <a:bodyPr/>
          <a:lstStyle/>
          <a:p>
            <a:endParaRPr lang="en-IN"/>
          </a:p>
        </p:txBody>
      </p:sp>
    </p:spTree>
    <p:extLst>
      <p:ext uri="{BB962C8B-B14F-4D97-AF65-F5344CB8AC3E}">
        <p14:creationId xmlns:p14="http://schemas.microsoft.com/office/powerpoint/2010/main" val="303966915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bg>
      <p:bgPr>
        <a:solidFill>
          <a:schemeClr val="lt1"/>
        </a:solidFill>
        <a:effectLst/>
      </p:bgPr>
    </p:bg>
    <p:spTree>
      <p:nvGrpSpPr>
        <p:cNvPr id="1" name="Shape 24"/>
        <p:cNvGrpSpPr/>
        <p:nvPr/>
      </p:nvGrpSpPr>
      <p:grpSpPr>
        <a:xfrm>
          <a:off x="0" y="0"/>
          <a:ext cx="0" cy="0"/>
          <a:chOff x="0" y="0"/>
          <a:chExt cx="0" cy="0"/>
        </a:xfrm>
      </p:grpSpPr>
      <p:pic>
        <p:nvPicPr>
          <p:cNvPr id="25" name="Google Shape;25;p5"/>
          <p:cNvPicPr preferRelativeResize="0"/>
          <p:nvPr/>
        </p:nvPicPr>
        <p:blipFill rotWithShape="1">
          <a:blip r:embed="rId2">
            <a:alphaModFix/>
          </a:blip>
          <a:srcRect l="-55210" t="50562" r="55209" b="-6811"/>
          <a:stretch/>
        </p:blipFill>
        <p:spPr>
          <a:xfrm rot="10800000">
            <a:off x="0" y="0"/>
            <a:ext cx="12192000" cy="6858000"/>
          </a:xfrm>
          <a:prstGeom prst="rect">
            <a:avLst/>
          </a:prstGeom>
          <a:noFill/>
          <a:ln>
            <a:noFill/>
          </a:ln>
        </p:spPr>
      </p:pic>
      <p:sp>
        <p:nvSpPr>
          <p:cNvPr id="26" name="Google Shape;26;p5"/>
          <p:cNvSpPr txBox="1">
            <a:spLocks noGrp="1"/>
          </p:cNvSpPr>
          <p:nvPr>
            <p:ph type="subTitle" idx="1"/>
          </p:nvPr>
        </p:nvSpPr>
        <p:spPr>
          <a:xfrm>
            <a:off x="1586333" y="2323867"/>
            <a:ext cx="3876800" cy="290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27" name="Google Shape;27;p5"/>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28" name="Google Shape;28;p5"/>
          <p:cNvSpPr txBox="1">
            <a:spLocks noGrp="1"/>
          </p:cNvSpPr>
          <p:nvPr>
            <p:ph type="subTitle" idx="2"/>
          </p:nvPr>
        </p:nvSpPr>
        <p:spPr>
          <a:xfrm>
            <a:off x="6728867" y="2323867"/>
            <a:ext cx="3876800" cy="290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Tree>
    <p:extLst>
      <p:ext uri="{BB962C8B-B14F-4D97-AF65-F5344CB8AC3E}">
        <p14:creationId xmlns:p14="http://schemas.microsoft.com/office/powerpoint/2010/main" val="33639352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solidFill>
          <a:schemeClr val="lt1"/>
        </a:solidFill>
        <a:effectLst/>
      </p:bgPr>
    </p:bg>
    <p:spTree>
      <p:nvGrpSpPr>
        <p:cNvPr id="1" name="Shape 29"/>
        <p:cNvGrpSpPr/>
        <p:nvPr/>
      </p:nvGrpSpPr>
      <p:grpSpPr>
        <a:xfrm>
          <a:off x="0" y="0"/>
          <a:ext cx="0" cy="0"/>
          <a:chOff x="0" y="0"/>
          <a:chExt cx="0" cy="0"/>
        </a:xfrm>
      </p:grpSpPr>
      <p:pic>
        <p:nvPicPr>
          <p:cNvPr id="30" name="Google Shape;30;p6"/>
          <p:cNvPicPr preferRelativeResize="0"/>
          <p:nvPr/>
        </p:nvPicPr>
        <p:blipFill rotWithShape="1">
          <a:blip r:embed="rId2">
            <a:alphaModFix/>
          </a:blip>
          <a:srcRect l="104756" t="-108210" r="280062" b="47851"/>
          <a:stretch/>
        </p:blipFill>
        <p:spPr>
          <a:xfrm rot="10800000">
            <a:off x="1767" y="-2182"/>
            <a:ext cx="12188600" cy="6862367"/>
          </a:xfrm>
          <a:prstGeom prst="rect">
            <a:avLst/>
          </a:prstGeom>
          <a:noFill/>
          <a:ln>
            <a:noFill/>
          </a:ln>
        </p:spPr>
      </p:pic>
      <p:sp>
        <p:nvSpPr>
          <p:cNvPr id="31" name="Google Shape;31;p6"/>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Tree>
    <p:extLst>
      <p:ext uri="{BB962C8B-B14F-4D97-AF65-F5344CB8AC3E}">
        <p14:creationId xmlns:p14="http://schemas.microsoft.com/office/powerpoint/2010/main" val="398651957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One column text">
  <p:cSld name="One column text">
    <p:bg>
      <p:bgPr>
        <a:solidFill>
          <a:schemeClr val="lt1"/>
        </a:solidFill>
        <a:effectLst/>
      </p:bgPr>
    </p:bg>
    <p:spTree>
      <p:nvGrpSpPr>
        <p:cNvPr id="1" name="Shape 32"/>
        <p:cNvGrpSpPr/>
        <p:nvPr/>
      </p:nvGrpSpPr>
      <p:grpSpPr>
        <a:xfrm>
          <a:off x="0" y="0"/>
          <a:ext cx="0" cy="0"/>
          <a:chOff x="0" y="0"/>
          <a:chExt cx="0" cy="0"/>
        </a:xfrm>
      </p:grpSpPr>
      <p:pic>
        <p:nvPicPr>
          <p:cNvPr id="33" name="Google Shape;33;p7"/>
          <p:cNvPicPr preferRelativeResize="0"/>
          <p:nvPr/>
        </p:nvPicPr>
        <p:blipFill rotWithShape="1">
          <a:blip r:embed="rId2">
            <a:alphaModFix/>
          </a:blip>
          <a:srcRect l="130683" t="-50527" r="175247" b="34585"/>
          <a:stretch/>
        </p:blipFill>
        <p:spPr>
          <a:xfrm>
            <a:off x="1767" y="-2182"/>
            <a:ext cx="12188600" cy="6862367"/>
          </a:xfrm>
          <a:prstGeom prst="rect">
            <a:avLst/>
          </a:prstGeom>
          <a:noFill/>
          <a:ln>
            <a:noFill/>
          </a:ln>
        </p:spPr>
      </p:pic>
      <p:sp>
        <p:nvSpPr>
          <p:cNvPr id="34" name="Google Shape;34;p7"/>
          <p:cNvSpPr txBox="1">
            <a:spLocks noGrp="1"/>
          </p:cNvSpPr>
          <p:nvPr>
            <p:ph type="title"/>
          </p:nvPr>
        </p:nvSpPr>
        <p:spPr>
          <a:xfrm>
            <a:off x="953467" y="713333"/>
            <a:ext cx="5142400" cy="1272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35" name="Google Shape;35;p7"/>
          <p:cNvSpPr txBox="1">
            <a:spLocks noGrp="1"/>
          </p:cNvSpPr>
          <p:nvPr>
            <p:ph type="body" idx="1"/>
          </p:nvPr>
        </p:nvSpPr>
        <p:spPr>
          <a:xfrm>
            <a:off x="953467" y="2188533"/>
            <a:ext cx="5142400" cy="968400"/>
          </a:xfrm>
          <a:prstGeom prst="rect">
            <a:avLst/>
          </a:prstGeom>
          <a:ln>
            <a:noFill/>
          </a:ln>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dk1"/>
              </a:buClr>
              <a:buSzPts val="1200"/>
              <a:buChar char="●"/>
              <a:defRPr sz="1600">
                <a:solidFill>
                  <a:schemeClr val="dk1"/>
                </a:solidFill>
              </a:defRPr>
            </a:lvl1pPr>
            <a:lvl2pPr marL="1219170" lvl="1" indent="-406390" rtl="0">
              <a:lnSpc>
                <a:spcPct val="100000"/>
              </a:lnSpc>
              <a:spcBef>
                <a:spcPts val="0"/>
              </a:spcBef>
              <a:spcAft>
                <a:spcPts val="0"/>
              </a:spcAft>
              <a:buClr>
                <a:schemeClr val="dk1"/>
              </a:buClr>
              <a:buSzPts val="1200"/>
              <a:buChar char="○"/>
              <a:defRPr sz="1600">
                <a:solidFill>
                  <a:schemeClr val="dk1"/>
                </a:solidFill>
              </a:defRPr>
            </a:lvl2pPr>
            <a:lvl3pPr marL="1828754" lvl="2" indent="-406390" rtl="0">
              <a:lnSpc>
                <a:spcPct val="100000"/>
              </a:lnSpc>
              <a:spcBef>
                <a:spcPts val="0"/>
              </a:spcBef>
              <a:spcAft>
                <a:spcPts val="0"/>
              </a:spcAft>
              <a:buClr>
                <a:schemeClr val="dk1"/>
              </a:buClr>
              <a:buSzPts val="1200"/>
              <a:buChar char="■"/>
              <a:defRPr sz="1600">
                <a:solidFill>
                  <a:schemeClr val="dk1"/>
                </a:solidFill>
              </a:defRPr>
            </a:lvl3pPr>
            <a:lvl4pPr marL="2438339" lvl="3" indent="-406390" rtl="0">
              <a:lnSpc>
                <a:spcPct val="100000"/>
              </a:lnSpc>
              <a:spcBef>
                <a:spcPts val="0"/>
              </a:spcBef>
              <a:spcAft>
                <a:spcPts val="0"/>
              </a:spcAft>
              <a:buClr>
                <a:schemeClr val="dk1"/>
              </a:buClr>
              <a:buSzPts val="1200"/>
              <a:buChar char="●"/>
              <a:defRPr sz="1600">
                <a:solidFill>
                  <a:schemeClr val="dk1"/>
                </a:solidFill>
              </a:defRPr>
            </a:lvl4pPr>
            <a:lvl5pPr marL="3047924" lvl="4" indent="-406390" rtl="0">
              <a:lnSpc>
                <a:spcPct val="100000"/>
              </a:lnSpc>
              <a:spcBef>
                <a:spcPts val="0"/>
              </a:spcBef>
              <a:spcAft>
                <a:spcPts val="0"/>
              </a:spcAft>
              <a:buClr>
                <a:schemeClr val="dk1"/>
              </a:buClr>
              <a:buSzPts val="1200"/>
              <a:buChar char="○"/>
              <a:defRPr sz="1600">
                <a:solidFill>
                  <a:schemeClr val="dk1"/>
                </a:solidFill>
              </a:defRPr>
            </a:lvl5pPr>
            <a:lvl6pPr marL="3657509" lvl="5" indent="-406390" rtl="0">
              <a:lnSpc>
                <a:spcPct val="100000"/>
              </a:lnSpc>
              <a:spcBef>
                <a:spcPts val="0"/>
              </a:spcBef>
              <a:spcAft>
                <a:spcPts val="0"/>
              </a:spcAft>
              <a:buClr>
                <a:schemeClr val="dk1"/>
              </a:buClr>
              <a:buSzPts val="1200"/>
              <a:buChar char="■"/>
              <a:defRPr sz="1600">
                <a:solidFill>
                  <a:schemeClr val="dk1"/>
                </a:solidFill>
              </a:defRPr>
            </a:lvl6pPr>
            <a:lvl7pPr marL="4267093" lvl="6" indent="-406390" rtl="0">
              <a:lnSpc>
                <a:spcPct val="100000"/>
              </a:lnSpc>
              <a:spcBef>
                <a:spcPts val="0"/>
              </a:spcBef>
              <a:spcAft>
                <a:spcPts val="0"/>
              </a:spcAft>
              <a:buClr>
                <a:schemeClr val="dk1"/>
              </a:buClr>
              <a:buSzPts val="1200"/>
              <a:buChar char="●"/>
              <a:defRPr sz="1600">
                <a:solidFill>
                  <a:schemeClr val="dk1"/>
                </a:solidFill>
              </a:defRPr>
            </a:lvl7pPr>
            <a:lvl8pPr marL="4876678" lvl="7" indent="-406390" rtl="0">
              <a:lnSpc>
                <a:spcPct val="100000"/>
              </a:lnSpc>
              <a:spcBef>
                <a:spcPts val="0"/>
              </a:spcBef>
              <a:spcAft>
                <a:spcPts val="0"/>
              </a:spcAft>
              <a:buClr>
                <a:schemeClr val="dk1"/>
              </a:buClr>
              <a:buSzPts val="1200"/>
              <a:buChar char="○"/>
              <a:defRPr sz="1600">
                <a:solidFill>
                  <a:schemeClr val="dk1"/>
                </a:solidFill>
              </a:defRPr>
            </a:lvl8pPr>
            <a:lvl9pPr marL="5486263" lvl="8" indent="-406390" rtl="0">
              <a:lnSpc>
                <a:spcPct val="100000"/>
              </a:lnSpc>
              <a:spcBef>
                <a:spcPts val="0"/>
              </a:spcBef>
              <a:spcAft>
                <a:spcPts val="0"/>
              </a:spcAft>
              <a:buClr>
                <a:schemeClr val="dk1"/>
              </a:buClr>
              <a:buSzPts val="1200"/>
              <a:buChar char="■"/>
              <a:defRPr sz="1600">
                <a:solidFill>
                  <a:schemeClr val="dk1"/>
                </a:solidFill>
              </a:defRPr>
            </a:lvl9pPr>
          </a:lstStyle>
          <a:p>
            <a:pPr lvl="0"/>
            <a:r>
              <a:rPr lang="en-US"/>
              <a:t>Click to edit Master text styles</a:t>
            </a:r>
          </a:p>
        </p:txBody>
      </p:sp>
      <p:sp>
        <p:nvSpPr>
          <p:cNvPr id="36" name="Google Shape;36;p7"/>
          <p:cNvSpPr>
            <a:spLocks noGrp="1"/>
          </p:cNvSpPr>
          <p:nvPr>
            <p:ph type="pic" idx="2"/>
          </p:nvPr>
        </p:nvSpPr>
        <p:spPr>
          <a:xfrm>
            <a:off x="7619867" y="-100"/>
            <a:ext cx="4572000" cy="6858000"/>
          </a:xfrm>
          <a:prstGeom prst="rect">
            <a:avLst/>
          </a:prstGeom>
          <a:noFill/>
          <a:ln>
            <a:noFill/>
          </a:ln>
        </p:spPr>
        <p:txBody>
          <a:bodyPr/>
          <a:lstStyle/>
          <a:p>
            <a:endParaRPr lang="en-IN"/>
          </a:p>
        </p:txBody>
      </p:sp>
    </p:spTree>
    <p:extLst>
      <p:ext uri="{BB962C8B-B14F-4D97-AF65-F5344CB8AC3E}">
        <p14:creationId xmlns:p14="http://schemas.microsoft.com/office/powerpoint/2010/main" val="12939185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lt1"/>
        </a:solidFill>
        <a:effectLst/>
      </p:bgPr>
    </p:bg>
    <p:spTree>
      <p:nvGrpSpPr>
        <p:cNvPr id="1" name="Shape 37"/>
        <p:cNvGrpSpPr/>
        <p:nvPr/>
      </p:nvGrpSpPr>
      <p:grpSpPr>
        <a:xfrm>
          <a:off x="0" y="0"/>
          <a:ext cx="0" cy="0"/>
          <a:chOff x="0" y="0"/>
          <a:chExt cx="0" cy="0"/>
        </a:xfrm>
      </p:grpSpPr>
      <p:pic>
        <p:nvPicPr>
          <p:cNvPr id="38" name="Google Shape;38;p8"/>
          <p:cNvPicPr preferRelativeResize="0"/>
          <p:nvPr/>
        </p:nvPicPr>
        <p:blipFill rotWithShape="1">
          <a:blip r:embed="rId2">
            <a:alphaModFix/>
          </a:blip>
          <a:srcRect l="-19689" t="41478" r="19690" b="2272"/>
          <a:stretch/>
        </p:blipFill>
        <p:spPr>
          <a:xfrm>
            <a:off x="0" y="0"/>
            <a:ext cx="12192000" cy="6858000"/>
          </a:xfrm>
          <a:prstGeom prst="rect">
            <a:avLst/>
          </a:prstGeom>
          <a:noFill/>
          <a:ln>
            <a:noFill/>
          </a:ln>
        </p:spPr>
      </p:pic>
      <p:sp>
        <p:nvSpPr>
          <p:cNvPr id="39" name="Google Shape;39;p8"/>
          <p:cNvSpPr txBox="1">
            <a:spLocks noGrp="1"/>
          </p:cNvSpPr>
          <p:nvPr>
            <p:ph type="title"/>
          </p:nvPr>
        </p:nvSpPr>
        <p:spPr>
          <a:xfrm>
            <a:off x="953467" y="713333"/>
            <a:ext cx="10285200" cy="3089600"/>
          </a:xfrm>
          <a:prstGeom prst="rect">
            <a:avLst/>
          </a:prstGeom>
        </p:spPr>
        <p:txBody>
          <a:bodyPr spcFirstLastPara="1" wrap="square" lIns="91425" tIns="91425" rIns="91425" bIns="91425" anchor="t" anchorCtr="0">
            <a:noAutofit/>
          </a:bodyPr>
          <a:lstStyle>
            <a:lvl1pPr lvl="0">
              <a:spcBef>
                <a:spcPts val="0"/>
              </a:spcBef>
              <a:spcAft>
                <a:spcPts val="0"/>
              </a:spcAft>
              <a:buSzPts val="6000"/>
              <a:buNone/>
              <a:defRPr sz="9333"/>
            </a:lvl1pPr>
            <a:lvl2pPr lvl="1" algn="ctr">
              <a:spcBef>
                <a:spcPts val="0"/>
              </a:spcBef>
              <a:spcAft>
                <a:spcPts val="0"/>
              </a:spcAft>
              <a:buSzPts val="6000"/>
              <a:buNone/>
              <a:defRPr sz="8000"/>
            </a:lvl2pPr>
            <a:lvl3pPr lvl="2" algn="ctr">
              <a:spcBef>
                <a:spcPts val="0"/>
              </a:spcBef>
              <a:spcAft>
                <a:spcPts val="0"/>
              </a:spcAft>
              <a:buSzPts val="6000"/>
              <a:buNone/>
              <a:defRPr sz="8000"/>
            </a:lvl3pPr>
            <a:lvl4pPr lvl="3" algn="ctr">
              <a:spcBef>
                <a:spcPts val="0"/>
              </a:spcBef>
              <a:spcAft>
                <a:spcPts val="0"/>
              </a:spcAft>
              <a:buSzPts val="6000"/>
              <a:buNone/>
              <a:defRPr sz="8000"/>
            </a:lvl4pPr>
            <a:lvl5pPr lvl="4" algn="ctr">
              <a:spcBef>
                <a:spcPts val="0"/>
              </a:spcBef>
              <a:spcAft>
                <a:spcPts val="0"/>
              </a:spcAft>
              <a:buSzPts val="6000"/>
              <a:buNone/>
              <a:defRPr sz="8000"/>
            </a:lvl5pPr>
            <a:lvl6pPr lvl="5" algn="ctr">
              <a:spcBef>
                <a:spcPts val="0"/>
              </a:spcBef>
              <a:spcAft>
                <a:spcPts val="0"/>
              </a:spcAft>
              <a:buSzPts val="6000"/>
              <a:buNone/>
              <a:defRPr sz="8000"/>
            </a:lvl6pPr>
            <a:lvl7pPr lvl="6" algn="ctr">
              <a:spcBef>
                <a:spcPts val="0"/>
              </a:spcBef>
              <a:spcAft>
                <a:spcPts val="0"/>
              </a:spcAft>
              <a:buSzPts val="6000"/>
              <a:buNone/>
              <a:defRPr sz="8000"/>
            </a:lvl7pPr>
            <a:lvl8pPr lvl="7" algn="ctr">
              <a:spcBef>
                <a:spcPts val="0"/>
              </a:spcBef>
              <a:spcAft>
                <a:spcPts val="0"/>
              </a:spcAft>
              <a:buSzPts val="6000"/>
              <a:buNone/>
              <a:defRPr sz="8000"/>
            </a:lvl8pPr>
            <a:lvl9pPr lvl="8" algn="ctr">
              <a:spcBef>
                <a:spcPts val="0"/>
              </a:spcBef>
              <a:spcAft>
                <a:spcPts val="0"/>
              </a:spcAft>
              <a:buSzPts val="6000"/>
              <a:buNone/>
              <a:defRPr sz="8000"/>
            </a:lvl9pPr>
          </a:lstStyle>
          <a:p>
            <a:r>
              <a:rPr lang="en-US"/>
              <a:t>Click to edit Master title style</a:t>
            </a:r>
            <a:endParaRPr/>
          </a:p>
        </p:txBody>
      </p:sp>
    </p:spTree>
    <p:extLst>
      <p:ext uri="{BB962C8B-B14F-4D97-AF65-F5344CB8AC3E}">
        <p14:creationId xmlns:p14="http://schemas.microsoft.com/office/powerpoint/2010/main" val="99825747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solidFill>
          <a:schemeClr val="lt1"/>
        </a:solidFill>
        <a:effectLst/>
      </p:bgPr>
    </p:bg>
    <p:spTree>
      <p:nvGrpSpPr>
        <p:cNvPr id="1" name="Shape 40"/>
        <p:cNvGrpSpPr/>
        <p:nvPr/>
      </p:nvGrpSpPr>
      <p:grpSpPr>
        <a:xfrm>
          <a:off x="0" y="0"/>
          <a:ext cx="0" cy="0"/>
          <a:chOff x="0" y="0"/>
          <a:chExt cx="0" cy="0"/>
        </a:xfrm>
      </p:grpSpPr>
      <p:pic>
        <p:nvPicPr>
          <p:cNvPr id="41" name="Google Shape;41;p9"/>
          <p:cNvPicPr preferRelativeResize="0"/>
          <p:nvPr/>
        </p:nvPicPr>
        <p:blipFill rotWithShape="1">
          <a:blip r:embed="rId2">
            <a:alphaModFix/>
          </a:blip>
          <a:srcRect l="7043" t="47434" r="-48486" b="-26994"/>
          <a:stretch/>
        </p:blipFill>
        <p:spPr>
          <a:xfrm rot="10800000" flipH="1">
            <a:off x="-16" y="-3047"/>
            <a:ext cx="12192000" cy="6864093"/>
          </a:xfrm>
          <a:prstGeom prst="rect">
            <a:avLst/>
          </a:prstGeom>
          <a:noFill/>
          <a:ln>
            <a:noFill/>
          </a:ln>
        </p:spPr>
      </p:pic>
      <p:sp>
        <p:nvSpPr>
          <p:cNvPr id="42" name="Google Shape;42;p9"/>
          <p:cNvSpPr txBox="1">
            <a:spLocks noGrp="1"/>
          </p:cNvSpPr>
          <p:nvPr>
            <p:ph type="title"/>
          </p:nvPr>
        </p:nvSpPr>
        <p:spPr>
          <a:xfrm>
            <a:off x="960000" y="713333"/>
            <a:ext cx="7900400" cy="16672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9333"/>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43" name="Google Shape;43;p9"/>
          <p:cNvSpPr txBox="1">
            <a:spLocks noGrp="1"/>
          </p:cNvSpPr>
          <p:nvPr>
            <p:ph type="subTitle" idx="1"/>
          </p:nvPr>
        </p:nvSpPr>
        <p:spPr>
          <a:xfrm>
            <a:off x="6096000" y="4477467"/>
            <a:ext cx="5142400" cy="166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867"/>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Tree>
    <p:extLst>
      <p:ext uri="{BB962C8B-B14F-4D97-AF65-F5344CB8AC3E}">
        <p14:creationId xmlns:p14="http://schemas.microsoft.com/office/powerpoint/2010/main" val="27741809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4"/>
        <p:cNvGrpSpPr/>
        <p:nvPr/>
      </p:nvGrpSpPr>
      <p:grpSpPr>
        <a:xfrm>
          <a:off x="0" y="0"/>
          <a:ext cx="0" cy="0"/>
          <a:chOff x="0" y="0"/>
          <a:chExt cx="0" cy="0"/>
        </a:xfrm>
      </p:grpSpPr>
      <p:sp>
        <p:nvSpPr>
          <p:cNvPr id="45" name="Google Shape;45;p10"/>
          <p:cNvSpPr>
            <a:spLocks noGrp="1"/>
          </p:cNvSpPr>
          <p:nvPr>
            <p:ph type="pic" idx="2"/>
          </p:nvPr>
        </p:nvSpPr>
        <p:spPr>
          <a:xfrm>
            <a:off x="0" y="0"/>
            <a:ext cx="12192000" cy="6858000"/>
          </a:xfrm>
          <a:prstGeom prst="rect">
            <a:avLst/>
          </a:prstGeom>
          <a:noFill/>
          <a:ln>
            <a:noFill/>
          </a:ln>
        </p:spPr>
        <p:txBody>
          <a:bodyPr/>
          <a:lstStyle/>
          <a:p>
            <a:endParaRPr lang="en-IN"/>
          </a:p>
        </p:txBody>
      </p:sp>
      <p:sp>
        <p:nvSpPr>
          <p:cNvPr id="46" name="Google Shape;46;p10"/>
          <p:cNvSpPr txBox="1">
            <a:spLocks noGrp="1"/>
          </p:cNvSpPr>
          <p:nvPr>
            <p:ph type="title"/>
          </p:nvPr>
        </p:nvSpPr>
        <p:spPr>
          <a:xfrm>
            <a:off x="953467" y="5413067"/>
            <a:ext cx="10284800" cy="731600"/>
          </a:xfrm>
          <a:prstGeom prst="rect">
            <a:avLst/>
          </a:prstGeom>
          <a:solidFill>
            <a:schemeClr val="lt1"/>
          </a:solidFill>
        </p:spPr>
        <p:txBody>
          <a:bodyPr spcFirstLastPara="1" wrap="square" lIns="91425" tIns="91425" rIns="91425" bIns="91425" anchor="ctr" anchorCtr="0">
            <a:noAutofit/>
          </a:bodyPr>
          <a:lstStyle>
            <a:lvl1pPr lvl="0" algn="ctr" rtl="0">
              <a:spcBef>
                <a:spcPts val="0"/>
              </a:spcBef>
              <a:spcAft>
                <a:spcPts val="0"/>
              </a:spcAft>
              <a:buSzPts val="2500"/>
              <a:buNone/>
              <a:defRPr/>
            </a:lvl1pPr>
            <a:lvl2pPr lvl="1" algn="ctr" rtl="0">
              <a:spcBef>
                <a:spcPts val="0"/>
              </a:spcBef>
              <a:spcAft>
                <a:spcPts val="0"/>
              </a:spcAft>
              <a:buSzPts val="2500"/>
              <a:buNone/>
              <a:defRPr/>
            </a:lvl2pPr>
            <a:lvl3pPr lvl="2" algn="ctr" rtl="0">
              <a:spcBef>
                <a:spcPts val="0"/>
              </a:spcBef>
              <a:spcAft>
                <a:spcPts val="0"/>
              </a:spcAft>
              <a:buSzPts val="2500"/>
              <a:buNone/>
              <a:defRPr/>
            </a:lvl3pPr>
            <a:lvl4pPr lvl="3" algn="ctr" rtl="0">
              <a:spcBef>
                <a:spcPts val="0"/>
              </a:spcBef>
              <a:spcAft>
                <a:spcPts val="0"/>
              </a:spcAft>
              <a:buSzPts val="2500"/>
              <a:buNone/>
              <a:defRPr/>
            </a:lvl4pPr>
            <a:lvl5pPr lvl="4" algn="ctr" rtl="0">
              <a:spcBef>
                <a:spcPts val="0"/>
              </a:spcBef>
              <a:spcAft>
                <a:spcPts val="0"/>
              </a:spcAft>
              <a:buSzPts val="2500"/>
              <a:buNone/>
              <a:defRPr/>
            </a:lvl5pPr>
            <a:lvl6pPr lvl="5" algn="ctr" rtl="0">
              <a:spcBef>
                <a:spcPts val="0"/>
              </a:spcBef>
              <a:spcAft>
                <a:spcPts val="0"/>
              </a:spcAft>
              <a:buSzPts val="2500"/>
              <a:buNone/>
              <a:defRPr/>
            </a:lvl6pPr>
            <a:lvl7pPr lvl="6" algn="ctr" rtl="0">
              <a:spcBef>
                <a:spcPts val="0"/>
              </a:spcBef>
              <a:spcAft>
                <a:spcPts val="0"/>
              </a:spcAft>
              <a:buSzPts val="2500"/>
              <a:buNone/>
              <a:defRPr/>
            </a:lvl7pPr>
            <a:lvl8pPr lvl="7" algn="ctr" rtl="0">
              <a:spcBef>
                <a:spcPts val="0"/>
              </a:spcBef>
              <a:spcAft>
                <a:spcPts val="0"/>
              </a:spcAft>
              <a:buSzPts val="2500"/>
              <a:buNone/>
              <a:defRPr/>
            </a:lvl8pPr>
            <a:lvl9pPr lvl="8" algn="ctr" rtl="0">
              <a:spcBef>
                <a:spcPts val="0"/>
              </a:spcBef>
              <a:spcAft>
                <a:spcPts val="0"/>
              </a:spcAft>
              <a:buSzPts val="2500"/>
              <a:buNone/>
              <a:defRPr/>
            </a:lvl9pPr>
          </a:lstStyle>
          <a:p>
            <a:r>
              <a:rPr lang="en-US"/>
              <a:t>Click to edit Master title style</a:t>
            </a:r>
            <a:endParaRPr/>
          </a:p>
        </p:txBody>
      </p:sp>
    </p:spTree>
    <p:extLst>
      <p:ext uri="{BB962C8B-B14F-4D97-AF65-F5344CB8AC3E}">
        <p14:creationId xmlns:p14="http://schemas.microsoft.com/office/powerpoint/2010/main" val="35211449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lt1"/>
        </a:solidFill>
        <a:effectLst/>
      </p:bgPr>
    </p:bg>
    <p:spTree>
      <p:nvGrpSpPr>
        <p:cNvPr id="1" name="Shape 47"/>
        <p:cNvGrpSpPr/>
        <p:nvPr/>
      </p:nvGrpSpPr>
      <p:grpSpPr>
        <a:xfrm>
          <a:off x="0" y="0"/>
          <a:ext cx="0" cy="0"/>
          <a:chOff x="0" y="0"/>
          <a:chExt cx="0" cy="0"/>
        </a:xfrm>
      </p:grpSpPr>
      <p:pic>
        <p:nvPicPr>
          <p:cNvPr id="48" name="Google Shape;48;p11"/>
          <p:cNvPicPr preferRelativeResize="0"/>
          <p:nvPr/>
        </p:nvPicPr>
        <p:blipFill rotWithShape="1">
          <a:blip r:embed="rId2">
            <a:alphaModFix/>
          </a:blip>
          <a:srcRect l="-55210" t="50562" r="55209" b="-6811"/>
          <a:stretch/>
        </p:blipFill>
        <p:spPr>
          <a:xfrm flipH="1">
            <a:off x="0" y="0"/>
            <a:ext cx="12192000" cy="6858000"/>
          </a:xfrm>
          <a:prstGeom prst="rect">
            <a:avLst/>
          </a:prstGeom>
          <a:noFill/>
          <a:ln>
            <a:noFill/>
          </a:ln>
        </p:spPr>
      </p:pic>
      <p:pic>
        <p:nvPicPr>
          <p:cNvPr id="49" name="Google Shape;49;p11"/>
          <p:cNvPicPr preferRelativeResize="0"/>
          <p:nvPr/>
        </p:nvPicPr>
        <p:blipFill rotWithShape="1">
          <a:blip r:embed="rId2">
            <a:alphaModFix/>
          </a:blip>
          <a:srcRect l="-55210" t="50562" r="55209" b="-6811"/>
          <a:stretch/>
        </p:blipFill>
        <p:spPr>
          <a:xfrm rot="10800000" flipH="1">
            <a:off x="0" y="0"/>
            <a:ext cx="12192000" cy="6858000"/>
          </a:xfrm>
          <a:prstGeom prst="rect">
            <a:avLst/>
          </a:prstGeom>
          <a:noFill/>
          <a:ln>
            <a:noFill/>
          </a:ln>
        </p:spPr>
      </p:pic>
      <p:sp>
        <p:nvSpPr>
          <p:cNvPr id="50" name="Google Shape;50;p11"/>
          <p:cNvSpPr txBox="1">
            <a:spLocks noGrp="1"/>
          </p:cNvSpPr>
          <p:nvPr>
            <p:ph type="title" hasCustomPrompt="1"/>
          </p:nvPr>
        </p:nvSpPr>
        <p:spPr>
          <a:xfrm>
            <a:off x="953467" y="4091467"/>
            <a:ext cx="10285200" cy="2053200"/>
          </a:xfrm>
          <a:prstGeom prst="rect">
            <a:avLst/>
          </a:prstGeom>
        </p:spPr>
        <p:txBody>
          <a:bodyPr spcFirstLastPara="1" wrap="square" lIns="91425" tIns="91425" rIns="91425" bIns="91425" anchor="t" anchorCtr="0">
            <a:noAutofit/>
          </a:bodyPr>
          <a:lstStyle>
            <a:lvl1pPr lvl="0">
              <a:spcBef>
                <a:spcPts val="0"/>
              </a:spcBef>
              <a:spcAft>
                <a:spcPts val="0"/>
              </a:spcAft>
              <a:buSzPts val="9600"/>
              <a:buNone/>
              <a:defRPr sz="12000"/>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51" name="Google Shape;51;p11"/>
          <p:cNvSpPr txBox="1">
            <a:spLocks noGrp="1"/>
          </p:cNvSpPr>
          <p:nvPr>
            <p:ph type="subTitle" idx="1"/>
          </p:nvPr>
        </p:nvSpPr>
        <p:spPr>
          <a:xfrm>
            <a:off x="6096000" y="713333"/>
            <a:ext cx="5142400" cy="51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867"/>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US"/>
              <a:t>Click to edit Master subtitle style</a:t>
            </a:r>
            <a:endParaRPr/>
          </a:p>
        </p:txBody>
      </p:sp>
    </p:spTree>
    <p:extLst>
      <p:ext uri="{BB962C8B-B14F-4D97-AF65-F5344CB8AC3E}">
        <p14:creationId xmlns:p14="http://schemas.microsoft.com/office/powerpoint/2010/main" val="39340665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Tree>
    <p:extLst>
      <p:ext uri="{BB962C8B-B14F-4D97-AF65-F5344CB8AC3E}">
        <p14:creationId xmlns:p14="http://schemas.microsoft.com/office/powerpoint/2010/main" val="254326108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able of contents">
  <p:cSld name="Table of contents">
    <p:bg>
      <p:bgPr>
        <a:solidFill>
          <a:schemeClr val="lt1"/>
        </a:solidFill>
        <a:effectLst/>
      </p:bgPr>
    </p:bg>
    <p:spTree>
      <p:nvGrpSpPr>
        <p:cNvPr id="1" name="Shape 53"/>
        <p:cNvGrpSpPr/>
        <p:nvPr/>
      </p:nvGrpSpPr>
      <p:grpSpPr>
        <a:xfrm>
          <a:off x="0" y="0"/>
          <a:ext cx="0" cy="0"/>
          <a:chOff x="0" y="0"/>
          <a:chExt cx="0" cy="0"/>
        </a:xfrm>
      </p:grpSpPr>
      <p:pic>
        <p:nvPicPr>
          <p:cNvPr id="54" name="Google Shape;54;p13"/>
          <p:cNvPicPr preferRelativeResize="0"/>
          <p:nvPr/>
        </p:nvPicPr>
        <p:blipFill rotWithShape="1">
          <a:blip r:embed="rId2">
            <a:alphaModFix/>
          </a:blip>
          <a:srcRect l="-235242" t="44962" r="44460" b="-108521"/>
          <a:stretch/>
        </p:blipFill>
        <p:spPr>
          <a:xfrm rot="10800000">
            <a:off x="-13533" y="1"/>
            <a:ext cx="12205533" cy="6864500"/>
          </a:xfrm>
          <a:prstGeom prst="rect">
            <a:avLst/>
          </a:prstGeom>
          <a:noFill/>
          <a:ln>
            <a:noFill/>
          </a:ln>
        </p:spPr>
      </p:pic>
      <p:sp>
        <p:nvSpPr>
          <p:cNvPr id="55" name="Google Shape;55;p13"/>
          <p:cNvSpPr txBox="1">
            <a:spLocks noGrp="1"/>
          </p:cNvSpPr>
          <p:nvPr>
            <p:ph type="title" hasCustomPrompt="1"/>
          </p:nvPr>
        </p:nvSpPr>
        <p:spPr>
          <a:xfrm>
            <a:off x="1427533" y="1823100"/>
            <a:ext cx="718000" cy="98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56" name="Google Shape;56;p13"/>
          <p:cNvSpPr txBox="1">
            <a:spLocks noGrp="1"/>
          </p:cNvSpPr>
          <p:nvPr>
            <p:ph type="subTitle" idx="1"/>
          </p:nvPr>
        </p:nvSpPr>
        <p:spPr>
          <a:xfrm>
            <a:off x="2145433" y="1823100"/>
            <a:ext cx="3476400" cy="981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57" name="Google Shape;57;p13"/>
          <p:cNvSpPr txBox="1">
            <a:spLocks noGrp="1"/>
          </p:cNvSpPr>
          <p:nvPr>
            <p:ph type="title" idx="2"/>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None/>
              <a:defRPr>
                <a:solidFill>
                  <a:schemeClr val="dk1"/>
                </a:solidFill>
              </a:defRPr>
            </a:lvl1pPr>
            <a:lvl2pPr lvl="1" rtl="0">
              <a:spcBef>
                <a:spcPts val="0"/>
              </a:spcBef>
              <a:spcAft>
                <a:spcPts val="0"/>
              </a:spcAft>
              <a:buClr>
                <a:schemeClr val="dk1"/>
              </a:buClr>
              <a:buSzPts val="3000"/>
              <a:buNone/>
              <a:defRPr sz="4000">
                <a:solidFill>
                  <a:schemeClr val="dk1"/>
                </a:solidFill>
              </a:defRPr>
            </a:lvl2pPr>
            <a:lvl3pPr lvl="2" rtl="0">
              <a:spcBef>
                <a:spcPts val="0"/>
              </a:spcBef>
              <a:spcAft>
                <a:spcPts val="0"/>
              </a:spcAft>
              <a:buClr>
                <a:schemeClr val="dk1"/>
              </a:buClr>
              <a:buSzPts val="3000"/>
              <a:buNone/>
              <a:defRPr sz="4000">
                <a:solidFill>
                  <a:schemeClr val="dk1"/>
                </a:solidFill>
              </a:defRPr>
            </a:lvl3pPr>
            <a:lvl4pPr lvl="3" rtl="0">
              <a:spcBef>
                <a:spcPts val="0"/>
              </a:spcBef>
              <a:spcAft>
                <a:spcPts val="0"/>
              </a:spcAft>
              <a:buClr>
                <a:schemeClr val="dk1"/>
              </a:buClr>
              <a:buSzPts val="3000"/>
              <a:buNone/>
              <a:defRPr sz="4000">
                <a:solidFill>
                  <a:schemeClr val="dk1"/>
                </a:solidFill>
              </a:defRPr>
            </a:lvl4pPr>
            <a:lvl5pPr lvl="4" rtl="0">
              <a:spcBef>
                <a:spcPts val="0"/>
              </a:spcBef>
              <a:spcAft>
                <a:spcPts val="0"/>
              </a:spcAft>
              <a:buClr>
                <a:schemeClr val="dk1"/>
              </a:buClr>
              <a:buSzPts val="3000"/>
              <a:buNone/>
              <a:defRPr sz="4000">
                <a:solidFill>
                  <a:schemeClr val="dk1"/>
                </a:solidFill>
              </a:defRPr>
            </a:lvl5pPr>
            <a:lvl6pPr lvl="5" rtl="0">
              <a:spcBef>
                <a:spcPts val="0"/>
              </a:spcBef>
              <a:spcAft>
                <a:spcPts val="0"/>
              </a:spcAft>
              <a:buClr>
                <a:schemeClr val="dk1"/>
              </a:buClr>
              <a:buSzPts val="3000"/>
              <a:buNone/>
              <a:defRPr sz="4000">
                <a:solidFill>
                  <a:schemeClr val="dk1"/>
                </a:solidFill>
              </a:defRPr>
            </a:lvl6pPr>
            <a:lvl7pPr lvl="6" rtl="0">
              <a:spcBef>
                <a:spcPts val="0"/>
              </a:spcBef>
              <a:spcAft>
                <a:spcPts val="0"/>
              </a:spcAft>
              <a:buClr>
                <a:schemeClr val="dk1"/>
              </a:buClr>
              <a:buSzPts val="3000"/>
              <a:buNone/>
              <a:defRPr sz="4000">
                <a:solidFill>
                  <a:schemeClr val="dk1"/>
                </a:solidFill>
              </a:defRPr>
            </a:lvl7pPr>
            <a:lvl8pPr lvl="7" rtl="0">
              <a:spcBef>
                <a:spcPts val="0"/>
              </a:spcBef>
              <a:spcAft>
                <a:spcPts val="0"/>
              </a:spcAft>
              <a:buClr>
                <a:schemeClr val="dk1"/>
              </a:buClr>
              <a:buSzPts val="3000"/>
              <a:buNone/>
              <a:defRPr sz="4000">
                <a:solidFill>
                  <a:schemeClr val="dk1"/>
                </a:solidFill>
              </a:defRPr>
            </a:lvl8pPr>
            <a:lvl9pPr lvl="8" rtl="0">
              <a:spcBef>
                <a:spcPts val="0"/>
              </a:spcBef>
              <a:spcAft>
                <a:spcPts val="0"/>
              </a:spcAft>
              <a:buClr>
                <a:schemeClr val="dk1"/>
              </a:buClr>
              <a:buSzPts val="3000"/>
              <a:buNone/>
              <a:defRPr sz="4000">
                <a:solidFill>
                  <a:schemeClr val="dk1"/>
                </a:solidFill>
              </a:defRPr>
            </a:lvl9pPr>
          </a:lstStyle>
          <a:p>
            <a:r>
              <a:rPr lang="en-US"/>
              <a:t>Click to edit Master title style</a:t>
            </a:r>
            <a:endParaRPr/>
          </a:p>
        </p:txBody>
      </p:sp>
      <p:sp>
        <p:nvSpPr>
          <p:cNvPr id="58" name="Google Shape;58;p13"/>
          <p:cNvSpPr txBox="1">
            <a:spLocks noGrp="1"/>
          </p:cNvSpPr>
          <p:nvPr>
            <p:ph type="title" idx="3" hasCustomPrompt="1"/>
          </p:nvPr>
        </p:nvSpPr>
        <p:spPr>
          <a:xfrm>
            <a:off x="1427533" y="2804700"/>
            <a:ext cx="718000" cy="98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59" name="Google Shape;59;p13"/>
          <p:cNvSpPr txBox="1">
            <a:spLocks noGrp="1"/>
          </p:cNvSpPr>
          <p:nvPr>
            <p:ph type="subTitle" idx="4"/>
          </p:nvPr>
        </p:nvSpPr>
        <p:spPr>
          <a:xfrm>
            <a:off x="2145433" y="2804699"/>
            <a:ext cx="3476400" cy="981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60" name="Google Shape;60;p13"/>
          <p:cNvSpPr txBox="1">
            <a:spLocks noGrp="1"/>
          </p:cNvSpPr>
          <p:nvPr>
            <p:ph type="title" idx="5" hasCustomPrompt="1"/>
          </p:nvPr>
        </p:nvSpPr>
        <p:spPr>
          <a:xfrm>
            <a:off x="1427533" y="3786333"/>
            <a:ext cx="718000" cy="98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1" name="Google Shape;61;p13"/>
          <p:cNvSpPr txBox="1">
            <a:spLocks noGrp="1"/>
          </p:cNvSpPr>
          <p:nvPr>
            <p:ph type="subTitle" idx="6"/>
          </p:nvPr>
        </p:nvSpPr>
        <p:spPr>
          <a:xfrm>
            <a:off x="2145433" y="3786331"/>
            <a:ext cx="3476400" cy="981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62" name="Google Shape;62;p13"/>
          <p:cNvSpPr txBox="1">
            <a:spLocks noGrp="1"/>
          </p:cNvSpPr>
          <p:nvPr>
            <p:ph type="title" idx="7" hasCustomPrompt="1"/>
          </p:nvPr>
        </p:nvSpPr>
        <p:spPr>
          <a:xfrm>
            <a:off x="1427533" y="4767933"/>
            <a:ext cx="718000" cy="98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3" name="Google Shape;63;p13"/>
          <p:cNvSpPr txBox="1">
            <a:spLocks noGrp="1"/>
          </p:cNvSpPr>
          <p:nvPr>
            <p:ph type="subTitle" idx="8"/>
          </p:nvPr>
        </p:nvSpPr>
        <p:spPr>
          <a:xfrm>
            <a:off x="2145433" y="4767931"/>
            <a:ext cx="3476400" cy="981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64" name="Google Shape;64;p13"/>
          <p:cNvSpPr txBox="1">
            <a:spLocks noGrp="1"/>
          </p:cNvSpPr>
          <p:nvPr>
            <p:ph type="title" idx="9" hasCustomPrompt="1"/>
          </p:nvPr>
        </p:nvSpPr>
        <p:spPr>
          <a:xfrm>
            <a:off x="6569932" y="1823100"/>
            <a:ext cx="718000" cy="98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5" name="Google Shape;65;p13"/>
          <p:cNvSpPr txBox="1">
            <a:spLocks noGrp="1"/>
          </p:cNvSpPr>
          <p:nvPr>
            <p:ph type="subTitle" idx="13"/>
          </p:nvPr>
        </p:nvSpPr>
        <p:spPr>
          <a:xfrm>
            <a:off x="7287933" y="1823100"/>
            <a:ext cx="3476400" cy="981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66" name="Google Shape;66;p13"/>
          <p:cNvSpPr txBox="1">
            <a:spLocks noGrp="1"/>
          </p:cNvSpPr>
          <p:nvPr>
            <p:ph type="title" idx="14" hasCustomPrompt="1"/>
          </p:nvPr>
        </p:nvSpPr>
        <p:spPr>
          <a:xfrm>
            <a:off x="6569932" y="2804696"/>
            <a:ext cx="718000" cy="98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7" name="Google Shape;67;p13"/>
          <p:cNvSpPr txBox="1">
            <a:spLocks noGrp="1"/>
          </p:cNvSpPr>
          <p:nvPr>
            <p:ph type="subTitle" idx="15"/>
          </p:nvPr>
        </p:nvSpPr>
        <p:spPr>
          <a:xfrm>
            <a:off x="7287933" y="2804692"/>
            <a:ext cx="3476400" cy="981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68" name="Google Shape;68;p13"/>
          <p:cNvSpPr txBox="1">
            <a:spLocks noGrp="1"/>
          </p:cNvSpPr>
          <p:nvPr>
            <p:ph type="title" idx="16" hasCustomPrompt="1"/>
          </p:nvPr>
        </p:nvSpPr>
        <p:spPr>
          <a:xfrm>
            <a:off x="6569932" y="3786304"/>
            <a:ext cx="718000" cy="98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9" name="Google Shape;69;p13"/>
          <p:cNvSpPr txBox="1">
            <a:spLocks noGrp="1"/>
          </p:cNvSpPr>
          <p:nvPr>
            <p:ph type="subTitle" idx="17"/>
          </p:nvPr>
        </p:nvSpPr>
        <p:spPr>
          <a:xfrm>
            <a:off x="7287933" y="3786295"/>
            <a:ext cx="3476400" cy="981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70" name="Google Shape;70;p13"/>
          <p:cNvSpPr txBox="1">
            <a:spLocks noGrp="1"/>
          </p:cNvSpPr>
          <p:nvPr>
            <p:ph type="title" idx="18" hasCustomPrompt="1"/>
          </p:nvPr>
        </p:nvSpPr>
        <p:spPr>
          <a:xfrm>
            <a:off x="6569932" y="4767900"/>
            <a:ext cx="718000" cy="98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71" name="Google Shape;71;p13"/>
          <p:cNvSpPr txBox="1">
            <a:spLocks noGrp="1"/>
          </p:cNvSpPr>
          <p:nvPr>
            <p:ph type="subTitle" idx="19"/>
          </p:nvPr>
        </p:nvSpPr>
        <p:spPr>
          <a:xfrm>
            <a:off x="7287933" y="4767888"/>
            <a:ext cx="3476400" cy="981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Tree>
    <p:extLst>
      <p:ext uri="{BB962C8B-B14F-4D97-AF65-F5344CB8AC3E}">
        <p14:creationId xmlns:p14="http://schemas.microsoft.com/office/powerpoint/2010/main" val="61778311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Quote">
  <p:cSld name="Quote">
    <p:bg>
      <p:bgPr>
        <a:solidFill>
          <a:schemeClr val="lt1"/>
        </a:solidFill>
        <a:effectLst/>
      </p:bgPr>
    </p:bg>
    <p:spTree>
      <p:nvGrpSpPr>
        <p:cNvPr id="1" name="Shape 72"/>
        <p:cNvGrpSpPr/>
        <p:nvPr/>
      </p:nvGrpSpPr>
      <p:grpSpPr>
        <a:xfrm>
          <a:off x="0" y="0"/>
          <a:ext cx="0" cy="0"/>
          <a:chOff x="0" y="0"/>
          <a:chExt cx="0" cy="0"/>
        </a:xfrm>
      </p:grpSpPr>
      <p:pic>
        <p:nvPicPr>
          <p:cNvPr id="73" name="Google Shape;73;p14"/>
          <p:cNvPicPr preferRelativeResize="0"/>
          <p:nvPr/>
        </p:nvPicPr>
        <p:blipFill rotWithShape="1">
          <a:blip r:embed="rId2">
            <a:alphaModFix/>
          </a:blip>
          <a:srcRect l="-6643" t="13471" r="27548" b="-35825"/>
          <a:stretch/>
        </p:blipFill>
        <p:spPr>
          <a:xfrm>
            <a:off x="7758733" y="0"/>
            <a:ext cx="4433267" cy="6858000"/>
          </a:xfrm>
          <a:prstGeom prst="rect">
            <a:avLst/>
          </a:prstGeom>
          <a:noFill/>
          <a:ln>
            <a:noFill/>
          </a:ln>
        </p:spPr>
      </p:pic>
      <p:pic>
        <p:nvPicPr>
          <p:cNvPr id="74" name="Google Shape;74;p14"/>
          <p:cNvPicPr preferRelativeResize="0"/>
          <p:nvPr/>
        </p:nvPicPr>
        <p:blipFill rotWithShape="1">
          <a:blip r:embed="rId2">
            <a:alphaModFix/>
          </a:blip>
          <a:srcRect l="-235242" t="44962" r="44460" b="-108521"/>
          <a:stretch/>
        </p:blipFill>
        <p:spPr>
          <a:xfrm rot="10800000">
            <a:off x="-13533" y="1"/>
            <a:ext cx="12205533" cy="6864500"/>
          </a:xfrm>
          <a:prstGeom prst="rect">
            <a:avLst/>
          </a:prstGeom>
          <a:noFill/>
          <a:ln>
            <a:noFill/>
          </a:ln>
        </p:spPr>
      </p:pic>
      <p:sp>
        <p:nvSpPr>
          <p:cNvPr id="75" name="Google Shape;75;p14"/>
          <p:cNvSpPr txBox="1">
            <a:spLocks noGrp="1"/>
          </p:cNvSpPr>
          <p:nvPr>
            <p:ph type="subTitle" idx="1"/>
          </p:nvPr>
        </p:nvSpPr>
        <p:spPr>
          <a:xfrm>
            <a:off x="953467" y="2004233"/>
            <a:ext cx="7906800" cy="2673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500"/>
              <a:buNone/>
              <a:defRPr sz="4000"/>
            </a:lvl1pPr>
            <a:lvl2pPr lvl="1" algn="ctr" rtl="0">
              <a:lnSpc>
                <a:spcPct val="100000"/>
              </a:lnSpc>
              <a:spcBef>
                <a:spcPts val="0"/>
              </a:spcBef>
              <a:spcAft>
                <a:spcPts val="0"/>
              </a:spcAft>
              <a:buSzPts val="2500"/>
              <a:buNone/>
              <a:defRPr sz="3333"/>
            </a:lvl2pPr>
            <a:lvl3pPr lvl="2" algn="ctr" rtl="0">
              <a:lnSpc>
                <a:spcPct val="100000"/>
              </a:lnSpc>
              <a:spcBef>
                <a:spcPts val="0"/>
              </a:spcBef>
              <a:spcAft>
                <a:spcPts val="0"/>
              </a:spcAft>
              <a:buSzPts val="2500"/>
              <a:buNone/>
              <a:defRPr sz="3333"/>
            </a:lvl3pPr>
            <a:lvl4pPr lvl="3" algn="ctr" rtl="0">
              <a:lnSpc>
                <a:spcPct val="100000"/>
              </a:lnSpc>
              <a:spcBef>
                <a:spcPts val="0"/>
              </a:spcBef>
              <a:spcAft>
                <a:spcPts val="0"/>
              </a:spcAft>
              <a:buSzPts val="2500"/>
              <a:buNone/>
              <a:defRPr sz="3333"/>
            </a:lvl4pPr>
            <a:lvl5pPr lvl="4" algn="ctr" rtl="0">
              <a:lnSpc>
                <a:spcPct val="100000"/>
              </a:lnSpc>
              <a:spcBef>
                <a:spcPts val="0"/>
              </a:spcBef>
              <a:spcAft>
                <a:spcPts val="0"/>
              </a:spcAft>
              <a:buSzPts val="2500"/>
              <a:buNone/>
              <a:defRPr sz="3333"/>
            </a:lvl5pPr>
            <a:lvl6pPr lvl="5" algn="ctr" rtl="0">
              <a:lnSpc>
                <a:spcPct val="100000"/>
              </a:lnSpc>
              <a:spcBef>
                <a:spcPts val="0"/>
              </a:spcBef>
              <a:spcAft>
                <a:spcPts val="0"/>
              </a:spcAft>
              <a:buSzPts val="2500"/>
              <a:buNone/>
              <a:defRPr sz="3333"/>
            </a:lvl6pPr>
            <a:lvl7pPr lvl="6" algn="ctr" rtl="0">
              <a:lnSpc>
                <a:spcPct val="100000"/>
              </a:lnSpc>
              <a:spcBef>
                <a:spcPts val="0"/>
              </a:spcBef>
              <a:spcAft>
                <a:spcPts val="0"/>
              </a:spcAft>
              <a:buSzPts val="2500"/>
              <a:buNone/>
              <a:defRPr sz="3333"/>
            </a:lvl7pPr>
            <a:lvl8pPr lvl="7" algn="ctr" rtl="0">
              <a:lnSpc>
                <a:spcPct val="100000"/>
              </a:lnSpc>
              <a:spcBef>
                <a:spcPts val="0"/>
              </a:spcBef>
              <a:spcAft>
                <a:spcPts val="0"/>
              </a:spcAft>
              <a:buSzPts val="2500"/>
              <a:buNone/>
              <a:defRPr sz="3333"/>
            </a:lvl8pPr>
            <a:lvl9pPr lvl="8" algn="ctr" rtl="0">
              <a:lnSpc>
                <a:spcPct val="100000"/>
              </a:lnSpc>
              <a:spcBef>
                <a:spcPts val="0"/>
              </a:spcBef>
              <a:spcAft>
                <a:spcPts val="0"/>
              </a:spcAft>
              <a:buSzPts val="2500"/>
              <a:buNone/>
              <a:defRPr sz="3333"/>
            </a:lvl9pPr>
          </a:lstStyle>
          <a:p>
            <a:r>
              <a:rPr lang="en-US"/>
              <a:t>Click to edit Master subtitle style</a:t>
            </a:r>
            <a:endParaRPr/>
          </a:p>
        </p:txBody>
      </p:sp>
      <p:sp>
        <p:nvSpPr>
          <p:cNvPr id="76" name="Google Shape;76;p14"/>
          <p:cNvSpPr txBox="1">
            <a:spLocks noGrp="1"/>
          </p:cNvSpPr>
          <p:nvPr>
            <p:ph type="subTitle" idx="2"/>
          </p:nvPr>
        </p:nvSpPr>
        <p:spPr>
          <a:xfrm>
            <a:off x="953467" y="5287067"/>
            <a:ext cx="7906800" cy="6080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Tree>
    <p:extLst>
      <p:ext uri="{BB962C8B-B14F-4D97-AF65-F5344CB8AC3E}">
        <p14:creationId xmlns:p14="http://schemas.microsoft.com/office/powerpoint/2010/main" val="178297960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ext">
  <p:cSld name="Title and text">
    <p:bg>
      <p:bgPr>
        <a:solidFill>
          <a:schemeClr val="lt1"/>
        </a:solidFill>
        <a:effectLst/>
      </p:bgPr>
    </p:bg>
    <p:spTree>
      <p:nvGrpSpPr>
        <p:cNvPr id="1" name="Shape 77"/>
        <p:cNvGrpSpPr/>
        <p:nvPr/>
      </p:nvGrpSpPr>
      <p:grpSpPr>
        <a:xfrm>
          <a:off x="0" y="0"/>
          <a:ext cx="0" cy="0"/>
          <a:chOff x="0" y="0"/>
          <a:chExt cx="0" cy="0"/>
        </a:xfrm>
      </p:grpSpPr>
      <p:pic>
        <p:nvPicPr>
          <p:cNvPr id="78" name="Google Shape;78;p15"/>
          <p:cNvPicPr preferRelativeResize="0"/>
          <p:nvPr/>
        </p:nvPicPr>
        <p:blipFill rotWithShape="1">
          <a:blip r:embed="rId2">
            <a:alphaModFix/>
          </a:blip>
          <a:srcRect l="-19689" t="41478" r="19690" b="2272"/>
          <a:stretch/>
        </p:blipFill>
        <p:spPr>
          <a:xfrm rot="10800000" flipH="1">
            <a:off x="0" y="-3047"/>
            <a:ext cx="12192000" cy="6864093"/>
          </a:xfrm>
          <a:prstGeom prst="rect">
            <a:avLst/>
          </a:prstGeom>
          <a:noFill/>
          <a:ln>
            <a:noFill/>
          </a:ln>
        </p:spPr>
      </p:pic>
      <p:sp>
        <p:nvSpPr>
          <p:cNvPr id="79" name="Google Shape;79;p15"/>
          <p:cNvSpPr txBox="1">
            <a:spLocks noGrp="1"/>
          </p:cNvSpPr>
          <p:nvPr>
            <p:ph type="title"/>
          </p:nvPr>
        </p:nvSpPr>
        <p:spPr>
          <a:xfrm>
            <a:off x="953467" y="3012767"/>
            <a:ext cx="5702400" cy="3089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9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80" name="Google Shape;80;p15"/>
          <p:cNvSpPr txBox="1">
            <a:spLocks noGrp="1"/>
          </p:cNvSpPr>
          <p:nvPr>
            <p:ph type="body" idx="1"/>
          </p:nvPr>
        </p:nvSpPr>
        <p:spPr>
          <a:xfrm>
            <a:off x="6096000" y="713333"/>
            <a:ext cx="5142000" cy="1078800"/>
          </a:xfrm>
          <a:prstGeom prst="rect">
            <a:avLst/>
          </a:prstGeom>
          <a:ln>
            <a:noFill/>
          </a:ln>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dk1"/>
              </a:buClr>
              <a:buSzPts val="1200"/>
              <a:buChar char="●"/>
              <a:defRPr sz="1867">
                <a:solidFill>
                  <a:schemeClr val="dk1"/>
                </a:solidFill>
              </a:defRPr>
            </a:lvl1pPr>
            <a:lvl2pPr marL="1219170" lvl="1" indent="-406390" rtl="0">
              <a:lnSpc>
                <a:spcPct val="100000"/>
              </a:lnSpc>
              <a:spcBef>
                <a:spcPts val="0"/>
              </a:spcBef>
              <a:spcAft>
                <a:spcPts val="0"/>
              </a:spcAft>
              <a:buClr>
                <a:schemeClr val="dk1"/>
              </a:buClr>
              <a:buSzPts val="1200"/>
              <a:buChar char="○"/>
              <a:defRPr sz="1600">
                <a:solidFill>
                  <a:schemeClr val="dk1"/>
                </a:solidFill>
              </a:defRPr>
            </a:lvl2pPr>
            <a:lvl3pPr marL="1828754" lvl="2" indent="-406390" rtl="0">
              <a:lnSpc>
                <a:spcPct val="100000"/>
              </a:lnSpc>
              <a:spcBef>
                <a:spcPts val="0"/>
              </a:spcBef>
              <a:spcAft>
                <a:spcPts val="0"/>
              </a:spcAft>
              <a:buClr>
                <a:schemeClr val="dk1"/>
              </a:buClr>
              <a:buSzPts val="1200"/>
              <a:buChar char="■"/>
              <a:defRPr sz="1600">
                <a:solidFill>
                  <a:schemeClr val="dk1"/>
                </a:solidFill>
              </a:defRPr>
            </a:lvl3pPr>
            <a:lvl4pPr marL="2438339" lvl="3" indent="-406390" rtl="0">
              <a:lnSpc>
                <a:spcPct val="100000"/>
              </a:lnSpc>
              <a:spcBef>
                <a:spcPts val="0"/>
              </a:spcBef>
              <a:spcAft>
                <a:spcPts val="0"/>
              </a:spcAft>
              <a:buClr>
                <a:schemeClr val="dk1"/>
              </a:buClr>
              <a:buSzPts val="1200"/>
              <a:buChar char="●"/>
              <a:defRPr sz="1600">
                <a:solidFill>
                  <a:schemeClr val="dk1"/>
                </a:solidFill>
              </a:defRPr>
            </a:lvl4pPr>
            <a:lvl5pPr marL="3047924" lvl="4" indent="-406390" rtl="0">
              <a:lnSpc>
                <a:spcPct val="100000"/>
              </a:lnSpc>
              <a:spcBef>
                <a:spcPts val="0"/>
              </a:spcBef>
              <a:spcAft>
                <a:spcPts val="0"/>
              </a:spcAft>
              <a:buClr>
                <a:schemeClr val="dk1"/>
              </a:buClr>
              <a:buSzPts val="1200"/>
              <a:buChar char="○"/>
              <a:defRPr sz="1600">
                <a:solidFill>
                  <a:schemeClr val="dk1"/>
                </a:solidFill>
              </a:defRPr>
            </a:lvl5pPr>
            <a:lvl6pPr marL="3657509" lvl="5" indent="-406390" rtl="0">
              <a:lnSpc>
                <a:spcPct val="100000"/>
              </a:lnSpc>
              <a:spcBef>
                <a:spcPts val="0"/>
              </a:spcBef>
              <a:spcAft>
                <a:spcPts val="0"/>
              </a:spcAft>
              <a:buClr>
                <a:schemeClr val="dk1"/>
              </a:buClr>
              <a:buSzPts val="1200"/>
              <a:buChar char="■"/>
              <a:defRPr sz="1600">
                <a:solidFill>
                  <a:schemeClr val="dk1"/>
                </a:solidFill>
              </a:defRPr>
            </a:lvl6pPr>
            <a:lvl7pPr marL="4267093" lvl="6" indent="-406390" rtl="0">
              <a:lnSpc>
                <a:spcPct val="100000"/>
              </a:lnSpc>
              <a:spcBef>
                <a:spcPts val="0"/>
              </a:spcBef>
              <a:spcAft>
                <a:spcPts val="0"/>
              </a:spcAft>
              <a:buClr>
                <a:schemeClr val="dk1"/>
              </a:buClr>
              <a:buSzPts val="1200"/>
              <a:buChar char="●"/>
              <a:defRPr sz="1600">
                <a:solidFill>
                  <a:schemeClr val="dk1"/>
                </a:solidFill>
              </a:defRPr>
            </a:lvl7pPr>
            <a:lvl8pPr marL="4876678" lvl="7" indent="-406390" rtl="0">
              <a:lnSpc>
                <a:spcPct val="100000"/>
              </a:lnSpc>
              <a:spcBef>
                <a:spcPts val="0"/>
              </a:spcBef>
              <a:spcAft>
                <a:spcPts val="0"/>
              </a:spcAft>
              <a:buClr>
                <a:schemeClr val="dk1"/>
              </a:buClr>
              <a:buSzPts val="1200"/>
              <a:buChar char="○"/>
              <a:defRPr sz="1600">
                <a:solidFill>
                  <a:schemeClr val="dk1"/>
                </a:solidFill>
              </a:defRPr>
            </a:lvl8pPr>
            <a:lvl9pPr marL="5486263" lvl="8" indent="-406390" rtl="0">
              <a:lnSpc>
                <a:spcPct val="100000"/>
              </a:lnSpc>
              <a:spcBef>
                <a:spcPts val="0"/>
              </a:spcBef>
              <a:spcAft>
                <a:spcPts val="0"/>
              </a:spcAft>
              <a:buClr>
                <a:schemeClr val="dk1"/>
              </a:buClr>
              <a:buSzPts val="1200"/>
              <a:buChar char="■"/>
              <a:defRPr sz="1600">
                <a:solidFill>
                  <a:schemeClr val="dk1"/>
                </a:solidFill>
              </a:defRPr>
            </a:lvl9pPr>
          </a:lstStyle>
          <a:p>
            <a:pPr lvl="0"/>
            <a:r>
              <a:rPr lang="en-US"/>
              <a:t>Click to edit Master text styles</a:t>
            </a:r>
          </a:p>
        </p:txBody>
      </p:sp>
    </p:spTree>
    <p:extLst>
      <p:ext uri="{BB962C8B-B14F-4D97-AF65-F5344CB8AC3E}">
        <p14:creationId xmlns:p14="http://schemas.microsoft.com/office/powerpoint/2010/main" val="22309323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text 1">
  <p:cSld name="Title and text 1">
    <p:bg>
      <p:bgPr>
        <a:solidFill>
          <a:schemeClr val="lt1"/>
        </a:solidFill>
        <a:effectLst/>
      </p:bgPr>
    </p:bg>
    <p:spTree>
      <p:nvGrpSpPr>
        <p:cNvPr id="1" name="Shape 81"/>
        <p:cNvGrpSpPr/>
        <p:nvPr/>
      </p:nvGrpSpPr>
      <p:grpSpPr>
        <a:xfrm>
          <a:off x="0" y="0"/>
          <a:ext cx="0" cy="0"/>
          <a:chOff x="0" y="0"/>
          <a:chExt cx="0" cy="0"/>
        </a:xfrm>
      </p:grpSpPr>
      <p:pic>
        <p:nvPicPr>
          <p:cNvPr id="82" name="Google Shape;82;p16"/>
          <p:cNvPicPr preferRelativeResize="0"/>
          <p:nvPr/>
        </p:nvPicPr>
        <p:blipFill rotWithShape="1">
          <a:blip r:embed="rId2">
            <a:alphaModFix/>
          </a:blip>
          <a:srcRect l="7043" t="47434" r="-48486" b="-26994"/>
          <a:stretch/>
        </p:blipFill>
        <p:spPr>
          <a:xfrm rot="10800000" flipH="1">
            <a:off x="-16" y="-3047"/>
            <a:ext cx="12192000" cy="6864093"/>
          </a:xfrm>
          <a:prstGeom prst="rect">
            <a:avLst/>
          </a:prstGeom>
          <a:noFill/>
          <a:ln>
            <a:noFill/>
          </a:ln>
        </p:spPr>
      </p:pic>
      <p:sp>
        <p:nvSpPr>
          <p:cNvPr id="83" name="Google Shape;83;p16"/>
          <p:cNvSpPr txBox="1">
            <a:spLocks noGrp="1"/>
          </p:cNvSpPr>
          <p:nvPr>
            <p:ph type="title"/>
          </p:nvPr>
        </p:nvSpPr>
        <p:spPr>
          <a:xfrm>
            <a:off x="953467" y="2575800"/>
            <a:ext cx="4939200" cy="731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84" name="Google Shape;84;p16"/>
          <p:cNvSpPr txBox="1">
            <a:spLocks noGrp="1"/>
          </p:cNvSpPr>
          <p:nvPr>
            <p:ph type="body" idx="1"/>
          </p:nvPr>
        </p:nvSpPr>
        <p:spPr>
          <a:xfrm>
            <a:off x="953467" y="3307400"/>
            <a:ext cx="4939200" cy="974800"/>
          </a:xfrm>
          <a:prstGeom prst="rect">
            <a:avLst/>
          </a:prstGeom>
          <a:ln>
            <a:noFill/>
          </a:ln>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dk1"/>
              </a:buClr>
              <a:buSzPts val="1200"/>
              <a:buChar char="●"/>
              <a:defRPr sz="1600">
                <a:solidFill>
                  <a:schemeClr val="dk1"/>
                </a:solidFill>
              </a:defRPr>
            </a:lvl1pPr>
            <a:lvl2pPr marL="1219170" lvl="1" indent="-406390" rtl="0">
              <a:lnSpc>
                <a:spcPct val="100000"/>
              </a:lnSpc>
              <a:spcBef>
                <a:spcPts val="0"/>
              </a:spcBef>
              <a:spcAft>
                <a:spcPts val="0"/>
              </a:spcAft>
              <a:buClr>
                <a:schemeClr val="dk1"/>
              </a:buClr>
              <a:buSzPts val="1200"/>
              <a:buChar char="○"/>
              <a:defRPr sz="1600">
                <a:solidFill>
                  <a:schemeClr val="dk1"/>
                </a:solidFill>
              </a:defRPr>
            </a:lvl2pPr>
            <a:lvl3pPr marL="1828754" lvl="2" indent="-406390" rtl="0">
              <a:lnSpc>
                <a:spcPct val="100000"/>
              </a:lnSpc>
              <a:spcBef>
                <a:spcPts val="0"/>
              </a:spcBef>
              <a:spcAft>
                <a:spcPts val="0"/>
              </a:spcAft>
              <a:buClr>
                <a:schemeClr val="dk1"/>
              </a:buClr>
              <a:buSzPts val="1200"/>
              <a:buChar char="■"/>
              <a:defRPr sz="1600">
                <a:solidFill>
                  <a:schemeClr val="dk1"/>
                </a:solidFill>
              </a:defRPr>
            </a:lvl3pPr>
            <a:lvl4pPr marL="2438339" lvl="3" indent="-406390" rtl="0">
              <a:lnSpc>
                <a:spcPct val="100000"/>
              </a:lnSpc>
              <a:spcBef>
                <a:spcPts val="0"/>
              </a:spcBef>
              <a:spcAft>
                <a:spcPts val="0"/>
              </a:spcAft>
              <a:buClr>
                <a:schemeClr val="dk1"/>
              </a:buClr>
              <a:buSzPts val="1200"/>
              <a:buChar char="●"/>
              <a:defRPr sz="1600">
                <a:solidFill>
                  <a:schemeClr val="dk1"/>
                </a:solidFill>
              </a:defRPr>
            </a:lvl4pPr>
            <a:lvl5pPr marL="3047924" lvl="4" indent="-406390" rtl="0">
              <a:lnSpc>
                <a:spcPct val="100000"/>
              </a:lnSpc>
              <a:spcBef>
                <a:spcPts val="0"/>
              </a:spcBef>
              <a:spcAft>
                <a:spcPts val="0"/>
              </a:spcAft>
              <a:buClr>
                <a:schemeClr val="dk1"/>
              </a:buClr>
              <a:buSzPts val="1200"/>
              <a:buChar char="○"/>
              <a:defRPr sz="1600">
                <a:solidFill>
                  <a:schemeClr val="dk1"/>
                </a:solidFill>
              </a:defRPr>
            </a:lvl5pPr>
            <a:lvl6pPr marL="3657509" lvl="5" indent="-406390" rtl="0">
              <a:lnSpc>
                <a:spcPct val="100000"/>
              </a:lnSpc>
              <a:spcBef>
                <a:spcPts val="0"/>
              </a:spcBef>
              <a:spcAft>
                <a:spcPts val="0"/>
              </a:spcAft>
              <a:buClr>
                <a:schemeClr val="dk1"/>
              </a:buClr>
              <a:buSzPts val="1200"/>
              <a:buChar char="■"/>
              <a:defRPr sz="1600">
                <a:solidFill>
                  <a:schemeClr val="dk1"/>
                </a:solidFill>
              </a:defRPr>
            </a:lvl6pPr>
            <a:lvl7pPr marL="4267093" lvl="6" indent="-406390" rtl="0">
              <a:lnSpc>
                <a:spcPct val="100000"/>
              </a:lnSpc>
              <a:spcBef>
                <a:spcPts val="0"/>
              </a:spcBef>
              <a:spcAft>
                <a:spcPts val="0"/>
              </a:spcAft>
              <a:buClr>
                <a:schemeClr val="dk1"/>
              </a:buClr>
              <a:buSzPts val="1200"/>
              <a:buChar char="●"/>
              <a:defRPr sz="1600">
                <a:solidFill>
                  <a:schemeClr val="dk1"/>
                </a:solidFill>
              </a:defRPr>
            </a:lvl7pPr>
            <a:lvl8pPr marL="4876678" lvl="7" indent="-406390" rtl="0">
              <a:lnSpc>
                <a:spcPct val="100000"/>
              </a:lnSpc>
              <a:spcBef>
                <a:spcPts val="0"/>
              </a:spcBef>
              <a:spcAft>
                <a:spcPts val="0"/>
              </a:spcAft>
              <a:buClr>
                <a:schemeClr val="dk1"/>
              </a:buClr>
              <a:buSzPts val="1200"/>
              <a:buChar char="○"/>
              <a:defRPr sz="1600">
                <a:solidFill>
                  <a:schemeClr val="dk1"/>
                </a:solidFill>
              </a:defRPr>
            </a:lvl8pPr>
            <a:lvl9pPr marL="5486263" lvl="8" indent="-406390" rtl="0">
              <a:lnSpc>
                <a:spcPct val="100000"/>
              </a:lnSpc>
              <a:spcBef>
                <a:spcPts val="0"/>
              </a:spcBef>
              <a:spcAft>
                <a:spcPts val="0"/>
              </a:spcAft>
              <a:buClr>
                <a:schemeClr val="dk1"/>
              </a:buClr>
              <a:buSzPts val="1200"/>
              <a:buChar char="■"/>
              <a:defRPr sz="1600">
                <a:solidFill>
                  <a:schemeClr val="dk1"/>
                </a:solidFill>
              </a:defRPr>
            </a:lvl9pPr>
          </a:lstStyle>
          <a:p>
            <a:pPr lvl="0"/>
            <a:r>
              <a:rPr lang="en-US"/>
              <a:t>Click to edit Master text styles</a:t>
            </a:r>
          </a:p>
        </p:txBody>
      </p:sp>
    </p:spTree>
    <p:extLst>
      <p:ext uri="{BB962C8B-B14F-4D97-AF65-F5344CB8AC3E}">
        <p14:creationId xmlns:p14="http://schemas.microsoft.com/office/powerpoint/2010/main" val="176617736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text 2">
  <p:cSld name="Title and text 2">
    <p:bg>
      <p:bgPr>
        <a:solidFill>
          <a:schemeClr val="lt1"/>
        </a:solidFill>
        <a:effectLst/>
      </p:bgPr>
    </p:bg>
    <p:spTree>
      <p:nvGrpSpPr>
        <p:cNvPr id="1" name="Shape 85"/>
        <p:cNvGrpSpPr/>
        <p:nvPr/>
      </p:nvGrpSpPr>
      <p:grpSpPr>
        <a:xfrm>
          <a:off x="0" y="0"/>
          <a:ext cx="0" cy="0"/>
          <a:chOff x="0" y="0"/>
          <a:chExt cx="0" cy="0"/>
        </a:xfrm>
      </p:grpSpPr>
      <p:pic>
        <p:nvPicPr>
          <p:cNvPr id="86" name="Google Shape;86;p17"/>
          <p:cNvPicPr preferRelativeResize="0"/>
          <p:nvPr/>
        </p:nvPicPr>
        <p:blipFill rotWithShape="1">
          <a:blip r:embed="rId2">
            <a:alphaModFix/>
          </a:blip>
          <a:srcRect l="-50000" t="49600" r="50000" b="-5849"/>
          <a:stretch/>
        </p:blipFill>
        <p:spPr>
          <a:xfrm>
            <a:off x="0" y="0"/>
            <a:ext cx="12192000" cy="6858000"/>
          </a:xfrm>
          <a:prstGeom prst="rect">
            <a:avLst/>
          </a:prstGeom>
          <a:noFill/>
          <a:ln>
            <a:noFill/>
          </a:ln>
        </p:spPr>
      </p:pic>
      <p:sp>
        <p:nvSpPr>
          <p:cNvPr id="87" name="Google Shape;87;p17"/>
          <p:cNvSpPr txBox="1">
            <a:spLocks noGrp="1"/>
          </p:cNvSpPr>
          <p:nvPr>
            <p:ph type="title"/>
          </p:nvPr>
        </p:nvSpPr>
        <p:spPr>
          <a:xfrm>
            <a:off x="5736363" y="2575800"/>
            <a:ext cx="4939200" cy="731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88" name="Google Shape;88;p17"/>
          <p:cNvSpPr txBox="1">
            <a:spLocks noGrp="1"/>
          </p:cNvSpPr>
          <p:nvPr>
            <p:ph type="body" idx="1"/>
          </p:nvPr>
        </p:nvSpPr>
        <p:spPr>
          <a:xfrm>
            <a:off x="5736363" y="3307400"/>
            <a:ext cx="4939200" cy="974800"/>
          </a:xfrm>
          <a:prstGeom prst="rect">
            <a:avLst/>
          </a:prstGeom>
          <a:ln>
            <a:noFill/>
          </a:ln>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dk1"/>
              </a:buClr>
              <a:buSzPts val="1200"/>
              <a:buChar char="●"/>
              <a:defRPr sz="1600">
                <a:solidFill>
                  <a:schemeClr val="dk1"/>
                </a:solidFill>
              </a:defRPr>
            </a:lvl1pPr>
            <a:lvl2pPr marL="1219170" lvl="1" indent="-406390" rtl="0">
              <a:lnSpc>
                <a:spcPct val="100000"/>
              </a:lnSpc>
              <a:spcBef>
                <a:spcPts val="0"/>
              </a:spcBef>
              <a:spcAft>
                <a:spcPts val="0"/>
              </a:spcAft>
              <a:buClr>
                <a:schemeClr val="dk1"/>
              </a:buClr>
              <a:buSzPts val="1200"/>
              <a:buChar char="○"/>
              <a:defRPr sz="1600">
                <a:solidFill>
                  <a:schemeClr val="dk1"/>
                </a:solidFill>
              </a:defRPr>
            </a:lvl2pPr>
            <a:lvl3pPr marL="1828754" lvl="2" indent="-406390" rtl="0">
              <a:lnSpc>
                <a:spcPct val="100000"/>
              </a:lnSpc>
              <a:spcBef>
                <a:spcPts val="0"/>
              </a:spcBef>
              <a:spcAft>
                <a:spcPts val="0"/>
              </a:spcAft>
              <a:buClr>
                <a:schemeClr val="dk1"/>
              </a:buClr>
              <a:buSzPts val="1200"/>
              <a:buChar char="■"/>
              <a:defRPr sz="1600">
                <a:solidFill>
                  <a:schemeClr val="dk1"/>
                </a:solidFill>
              </a:defRPr>
            </a:lvl3pPr>
            <a:lvl4pPr marL="2438339" lvl="3" indent="-406390" rtl="0">
              <a:lnSpc>
                <a:spcPct val="100000"/>
              </a:lnSpc>
              <a:spcBef>
                <a:spcPts val="0"/>
              </a:spcBef>
              <a:spcAft>
                <a:spcPts val="0"/>
              </a:spcAft>
              <a:buClr>
                <a:schemeClr val="dk1"/>
              </a:buClr>
              <a:buSzPts val="1200"/>
              <a:buChar char="●"/>
              <a:defRPr sz="1600">
                <a:solidFill>
                  <a:schemeClr val="dk1"/>
                </a:solidFill>
              </a:defRPr>
            </a:lvl4pPr>
            <a:lvl5pPr marL="3047924" lvl="4" indent="-406390" rtl="0">
              <a:lnSpc>
                <a:spcPct val="100000"/>
              </a:lnSpc>
              <a:spcBef>
                <a:spcPts val="0"/>
              </a:spcBef>
              <a:spcAft>
                <a:spcPts val="0"/>
              </a:spcAft>
              <a:buClr>
                <a:schemeClr val="dk1"/>
              </a:buClr>
              <a:buSzPts val="1200"/>
              <a:buChar char="○"/>
              <a:defRPr sz="1600">
                <a:solidFill>
                  <a:schemeClr val="dk1"/>
                </a:solidFill>
              </a:defRPr>
            </a:lvl5pPr>
            <a:lvl6pPr marL="3657509" lvl="5" indent="-406390" rtl="0">
              <a:lnSpc>
                <a:spcPct val="100000"/>
              </a:lnSpc>
              <a:spcBef>
                <a:spcPts val="0"/>
              </a:spcBef>
              <a:spcAft>
                <a:spcPts val="0"/>
              </a:spcAft>
              <a:buClr>
                <a:schemeClr val="dk1"/>
              </a:buClr>
              <a:buSzPts val="1200"/>
              <a:buChar char="■"/>
              <a:defRPr sz="1600">
                <a:solidFill>
                  <a:schemeClr val="dk1"/>
                </a:solidFill>
              </a:defRPr>
            </a:lvl6pPr>
            <a:lvl7pPr marL="4267093" lvl="6" indent="-406390" rtl="0">
              <a:lnSpc>
                <a:spcPct val="100000"/>
              </a:lnSpc>
              <a:spcBef>
                <a:spcPts val="0"/>
              </a:spcBef>
              <a:spcAft>
                <a:spcPts val="0"/>
              </a:spcAft>
              <a:buClr>
                <a:schemeClr val="dk1"/>
              </a:buClr>
              <a:buSzPts val="1200"/>
              <a:buChar char="●"/>
              <a:defRPr sz="1600">
                <a:solidFill>
                  <a:schemeClr val="dk1"/>
                </a:solidFill>
              </a:defRPr>
            </a:lvl7pPr>
            <a:lvl8pPr marL="4876678" lvl="7" indent="-406390" rtl="0">
              <a:lnSpc>
                <a:spcPct val="100000"/>
              </a:lnSpc>
              <a:spcBef>
                <a:spcPts val="0"/>
              </a:spcBef>
              <a:spcAft>
                <a:spcPts val="0"/>
              </a:spcAft>
              <a:buClr>
                <a:schemeClr val="dk1"/>
              </a:buClr>
              <a:buSzPts val="1200"/>
              <a:buChar char="○"/>
              <a:defRPr sz="1600">
                <a:solidFill>
                  <a:schemeClr val="dk1"/>
                </a:solidFill>
              </a:defRPr>
            </a:lvl8pPr>
            <a:lvl9pPr marL="5486263" lvl="8" indent="-406390" rtl="0">
              <a:lnSpc>
                <a:spcPct val="100000"/>
              </a:lnSpc>
              <a:spcBef>
                <a:spcPts val="0"/>
              </a:spcBef>
              <a:spcAft>
                <a:spcPts val="0"/>
              </a:spcAft>
              <a:buClr>
                <a:schemeClr val="dk1"/>
              </a:buClr>
              <a:buSzPts val="1200"/>
              <a:buChar char="■"/>
              <a:defRPr sz="1600">
                <a:solidFill>
                  <a:schemeClr val="dk1"/>
                </a:solidFill>
              </a:defRPr>
            </a:lvl9pPr>
          </a:lstStyle>
          <a:p>
            <a:pPr lvl="0"/>
            <a:r>
              <a:rPr lang="en-US"/>
              <a:t>Click to edit Master text styles</a:t>
            </a:r>
          </a:p>
        </p:txBody>
      </p:sp>
    </p:spTree>
    <p:extLst>
      <p:ext uri="{BB962C8B-B14F-4D97-AF65-F5344CB8AC3E}">
        <p14:creationId xmlns:p14="http://schemas.microsoft.com/office/powerpoint/2010/main" val="212157735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text 3">
  <p:cSld name="Title and text 3">
    <p:bg>
      <p:bgPr>
        <a:solidFill>
          <a:schemeClr val="lt1"/>
        </a:solidFill>
        <a:effectLst/>
      </p:bgPr>
    </p:bg>
    <p:spTree>
      <p:nvGrpSpPr>
        <p:cNvPr id="1" name="Shape 89"/>
        <p:cNvGrpSpPr/>
        <p:nvPr/>
      </p:nvGrpSpPr>
      <p:grpSpPr>
        <a:xfrm>
          <a:off x="0" y="0"/>
          <a:ext cx="0" cy="0"/>
          <a:chOff x="0" y="0"/>
          <a:chExt cx="0" cy="0"/>
        </a:xfrm>
      </p:grpSpPr>
      <p:pic>
        <p:nvPicPr>
          <p:cNvPr id="90" name="Google Shape;90;p18"/>
          <p:cNvPicPr preferRelativeResize="0"/>
          <p:nvPr/>
        </p:nvPicPr>
        <p:blipFill rotWithShape="1">
          <a:blip r:embed="rId2">
            <a:alphaModFix/>
          </a:blip>
          <a:srcRect l="-55210" t="50562" r="55209" b="-6811"/>
          <a:stretch/>
        </p:blipFill>
        <p:spPr>
          <a:xfrm rot="10800000">
            <a:off x="0" y="0"/>
            <a:ext cx="12192000" cy="6858000"/>
          </a:xfrm>
          <a:prstGeom prst="rect">
            <a:avLst/>
          </a:prstGeom>
          <a:noFill/>
          <a:ln>
            <a:noFill/>
          </a:ln>
        </p:spPr>
      </p:pic>
      <p:sp>
        <p:nvSpPr>
          <p:cNvPr id="91" name="Google Shape;91;p18"/>
          <p:cNvSpPr txBox="1">
            <a:spLocks noGrp="1"/>
          </p:cNvSpPr>
          <p:nvPr>
            <p:ph type="title"/>
          </p:nvPr>
        </p:nvSpPr>
        <p:spPr>
          <a:xfrm>
            <a:off x="2060629" y="2575800"/>
            <a:ext cx="4939200" cy="731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92" name="Google Shape;92;p18"/>
          <p:cNvSpPr txBox="1">
            <a:spLocks noGrp="1"/>
          </p:cNvSpPr>
          <p:nvPr>
            <p:ph type="body" idx="1"/>
          </p:nvPr>
        </p:nvSpPr>
        <p:spPr>
          <a:xfrm>
            <a:off x="2060629" y="3307400"/>
            <a:ext cx="4939200" cy="974800"/>
          </a:xfrm>
          <a:prstGeom prst="rect">
            <a:avLst/>
          </a:prstGeom>
          <a:ln>
            <a:noFill/>
          </a:ln>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dk1"/>
              </a:buClr>
              <a:buSzPts val="1200"/>
              <a:buChar char="●"/>
              <a:defRPr sz="1600">
                <a:solidFill>
                  <a:schemeClr val="dk1"/>
                </a:solidFill>
              </a:defRPr>
            </a:lvl1pPr>
            <a:lvl2pPr marL="1219170" lvl="1" indent="-406390" rtl="0">
              <a:lnSpc>
                <a:spcPct val="100000"/>
              </a:lnSpc>
              <a:spcBef>
                <a:spcPts val="0"/>
              </a:spcBef>
              <a:spcAft>
                <a:spcPts val="0"/>
              </a:spcAft>
              <a:buClr>
                <a:schemeClr val="dk1"/>
              </a:buClr>
              <a:buSzPts val="1200"/>
              <a:buChar char="○"/>
              <a:defRPr sz="1600">
                <a:solidFill>
                  <a:schemeClr val="dk1"/>
                </a:solidFill>
              </a:defRPr>
            </a:lvl2pPr>
            <a:lvl3pPr marL="1828754" lvl="2" indent="-406390" rtl="0">
              <a:lnSpc>
                <a:spcPct val="100000"/>
              </a:lnSpc>
              <a:spcBef>
                <a:spcPts val="0"/>
              </a:spcBef>
              <a:spcAft>
                <a:spcPts val="0"/>
              </a:spcAft>
              <a:buClr>
                <a:schemeClr val="dk1"/>
              </a:buClr>
              <a:buSzPts val="1200"/>
              <a:buChar char="■"/>
              <a:defRPr sz="1600">
                <a:solidFill>
                  <a:schemeClr val="dk1"/>
                </a:solidFill>
              </a:defRPr>
            </a:lvl3pPr>
            <a:lvl4pPr marL="2438339" lvl="3" indent="-406390" rtl="0">
              <a:lnSpc>
                <a:spcPct val="100000"/>
              </a:lnSpc>
              <a:spcBef>
                <a:spcPts val="0"/>
              </a:spcBef>
              <a:spcAft>
                <a:spcPts val="0"/>
              </a:spcAft>
              <a:buClr>
                <a:schemeClr val="dk1"/>
              </a:buClr>
              <a:buSzPts val="1200"/>
              <a:buChar char="●"/>
              <a:defRPr sz="1600">
                <a:solidFill>
                  <a:schemeClr val="dk1"/>
                </a:solidFill>
              </a:defRPr>
            </a:lvl4pPr>
            <a:lvl5pPr marL="3047924" lvl="4" indent="-406390" rtl="0">
              <a:lnSpc>
                <a:spcPct val="100000"/>
              </a:lnSpc>
              <a:spcBef>
                <a:spcPts val="0"/>
              </a:spcBef>
              <a:spcAft>
                <a:spcPts val="0"/>
              </a:spcAft>
              <a:buClr>
                <a:schemeClr val="dk1"/>
              </a:buClr>
              <a:buSzPts val="1200"/>
              <a:buChar char="○"/>
              <a:defRPr sz="1600">
                <a:solidFill>
                  <a:schemeClr val="dk1"/>
                </a:solidFill>
              </a:defRPr>
            </a:lvl5pPr>
            <a:lvl6pPr marL="3657509" lvl="5" indent="-406390" rtl="0">
              <a:lnSpc>
                <a:spcPct val="100000"/>
              </a:lnSpc>
              <a:spcBef>
                <a:spcPts val="0"/>
              </a:spcBef>
              <a:spcAft>
                <a:spcPts val="0"/>
              </a:spcAft>
              <a:buClr>
                <a:schemeClr val="dk1"/>
              </a:buClr>
              <a:buSzPts val="1200"/>
              <a:buChar char="■"/>
              <a:defRPr sz="1600">
                <a:solidFill>
                  <a:schemeClr val="dk1"/>
                </a:solidFill>
              </a:defRPr>
            </a:lvl6pPr>
            <a:lvl7pPr marL="4267093" lvl="6" indent="-406390" rtl="0">
              <a:lnSpc>
                <a:spcPct val="100000"/>
              </a:lnSpc>
              <a:spcBef>
                <a:spcPts val="0"/>
              </a:spcBef>
              <a:spcAft>
                <a:spcPts val="0"/>
              </a:spcAft>
              <a:buClr>
                <a:schemeClr val="dk1"/>
              </a:buClr>
              <a:buSzPts val="1200"/>
              <a:buChar char="●"/>
              <a:defRPr sz="1600">
                <a:solidFill>
                  <a:schemeClr val="dk1"/>
                </a:solidFill>
              </a:defRPr>
            </a:lvl7pPr>
            <a:lvl8pPr marL="4876678" lvl="7" indent="-406390" rtl="0">
              <a:lnSpc>
                <a:spcPct val="100000"/>
              </a:lnSpc>
              <a:spcBef>
                <a:spcPts val="0"/>
              </a:spcBef>
              <a:spcAft>
                <a:spcPts val="0"/>
              </a:spcAft>
              <a:buClr>
                <a:schemeClr val="dk1"/>
              </a:buClr>
              <a:buSzPts val="1200"/>
              <a:buChar char="○"/>
              <a:defRPr sz="1600">
                <a:solidFill>
                  <a:schemeClr val="dk1"/>
                </a:solidFill>
              </a:defRPr>
            </a:lvl8pPr>
            <a:lvl9pPr marL="5486263" lvl="8" indent="-406390" rtl="0">
              <a:lnSpc>
                <a:spcPct val="100000"/>
              </a:lnSpc>
              <a:spcBef>
                <a:spcPts val="0"/>
              </a:spcBef>
              <a:spcAft>
                <a:spcPts val="0"/>
              </a:spcAft>
              <a:buClr>
                <a:schemeClr val="dk1"/>
              </a:buClr>
              <a:buSzPts val="1200"/>
              <a:buChar char="■"/>
              <a:defRPr sz="1600">
                <a:solidFill>
                  <a:schemeClr val="dk1"/>
                </a:solidFill>
              </a:defRPr>
            </a:lvl9pPr>
          </a:lstStyle>
          <a:p>
            <a:pPr lvl="0"/>
            <a:r>
              <a:rPr lang="en-US"/>
              <a:t>Click to edit Master text styles</a:t>
            </a:r>
          </a:p>
        </p:txBody>
      </p:sp>
    </p:spTree>
    <p:extLst>
      <p:ext uri="{BB962C8B-B14F-4D97-AF65-F5344CB8AC3E}">
        <p14:creationId xmlns:p14="http://schemas.microsoft.com/office/powerpoint/2010/main" val="271313972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bg>
      <p:bgPr>
        <a:solidFill>
          <a:schemeClr val="lt1"/>
        </a:solidFill>
        <a:effectLst/>
      </p:bgPr>
    </p:bg>
    <p:spTree>
      <p:nvGrpSpPr>
        <p:cNvPr id="1" name="Shape 93"/>
        <p:cNvGrpSpPr/>
        <p:nvPr/>
      </p:nvGrpSpPr>
      <p:grpSpPr>
        <a:xfrm>
          <a:off x="0" y="0"/>
          <a:ext cx="0" cy="0"/>
          <a:chOff x="0" y="0"/>
          <a:chExt cx="0" cy="0"/>
        </a:xfrm>
      </p:grpSpPr>
      <p:pic>
        <p:nvPicPr>
          <p:cNvPr id="94" name="Google Shape;94;p19"/>
          <p:cNvPicPr preferRelativeResize="0"/>
          <p:nvPr/>
        </p:nvPicPr>
        <p:blipFill rotWithShape="1">
          <a:blip r:embed="rId2">
            <a:alphaModFix/>
          </a:blip>
          <a:srcRect l="-50000" t="49600" r="50000" b="-5849"/>
          <a:stretch/>
        </p:blipFill>
        <p:spPr>
          <a:xfrm>
            <a:off x="0" y="0"/>
            <a:ext cx="12192000" cy="6858000"/>
          </a:xfrm>
          <a:prstGeom prst="rect">
            <a:avLst/>
          </a:prstGeom>
          <a:noFill/>
          <a:ln>
            <a:noFill/>
          </a:ln>
        </p:spPr>
      </p:pic>
      <p:sp>
        <p:nvSpPr>
          <p:cNvPr id="95" name="Google Shape;95;p19"/>
          <p:cNvSpPr txBox="1">
            <a:spLocks noGrp="1"/>
          </p:cNvSpPr>
          <p:nvPr>
            <p:ph type="subTitle" idx="1"/>
          </p:nvPr>
        </p:nvSpPr>
        <p:spPr>
          <a:xfrm>
            <a:off x="953467" y="2728667"/>
            <a:ext cx="7906800" cy="96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96" name="Google Shape;96;p19"/>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97" name="Google Shape;97;p19"/>
          <p:cNvSpPr txBox="1">
            <a:spLocks noGrp="1"/>
          </p:cNvSpPr>
          <p:nvPr>
            <p:ph type="subTitle" idx="2"/>
          </p:nvPr>
        </p:nvSpPr>
        <p:spPr>
          <a:xfrm>
            <a:off x="953467" y="4398667"/>
            <a:ext cx="7906800" cy="96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98" name="Google Shape;98;p19"/>
          <p:cNvSpPr txBox="1">
            <a:spLocks noGrp="1"/>
          </p:cNvSpPr>
          <p:nvPr>
            <p:ph type="subTitle" idx="3"/>
          </p:nvPr>
        </p:nvSpPr>
        <p:spPr>
          <a:xfrm>
            <a:off x="953467" y="2222267"/>
            <a:ext cx="7906800" cy="60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99" name="Google Shape;99;p19"/>
          <p:cNvSpPr txBox="1">
            <a:spLocks noGrp="1"/>
          </p:cNvSpPr>
          <p:nvPr>
            <p:ph type="subTitle" idx="4"/>
          </p:nvPr>
        </p:nvSpPr>
        <p:spPr>
          <a:xfrm>
            <a:off x="953467" y="3892267"/>
            <a:ext cx="7906800" cy="60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Tree>
    <p:extLst>
      <p:ext uri="{BB962C8B-B14F-4D97-AF65-F5344CB8AC3E}">
        <p14:creationId xmlns:p14="http://schemas.microsoft.com/office/powerpoint/2010/main" val="349536989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bg>
      <p:bgPr>
        <a:solidFill>
          <a:schemeClr val="lt1"/>
        </a:solidFill>
        <a:effectLst/>
      </p:bgPr>
    </p:bg>
    <p:spTree>
      <p:nvGrpSpPr>
        <p:cNvPr id="1" name="Shape 100"/>
        <p:cNvGrpSpPr/>
        <p:nvPr/>
      </p:nvGrpSpPr>
      <p:grpSpPr>
        <a:xfrm>
          <a:off x="0" y="0"/>
          <a:ext cx="0" cy="0"/>
          <a:chOff x="0" y="0"/>
          <a:chExt cx="0" cy="0"/>
        </a:xfrm>
      </p:grpSpPr>
      <p:pic>
        <p:nvPicPr>
          <p:cNvPr id="101" name="Google Shape;101;p20"/>
          <p:cNvPicPr preferRelativeResize="0"/>
          <p:nvPr/>
        </p:nvPicPr>
        <p:blipFill rotWithShape="1">
          <a:blip r:embed="rId2">
            <a:alphaModFix/>
          </a:blip>
          <a:srcRect l="-235242" t="44962" r="44460" b="-108521"/>
          <a:stretch/>
        </p:blipFill>
        <p:spPr>
          <a:xfrm rot="10800000">
            <a:off x="-13533" y="1"/>
            <a:ext cx="12205533" cy="6864500"/>
          </a:xfrm>
          <a:prstGeom prst="rect">
            <a:avLst/>
          </a:prstGeom>
          <a:noFill/>
          <a:ln>
            <a:noFill/>
          </a:ln>
        </p:spPr>
      </p:pic>
      <p:pic>
        <p:nvPicPr>
          <p:cNvPr id="102" name="Google Shape;102;p20"/>
          <p:cNvPicPr preferRelativeResize="0"/>
          <p:nvPr/>
        </p:nvPicPr>
        <p:blipFill rotWithShape="1">
          <a:blip r:embed="rId2">
            <a:alphaModFix/>
          </a:blip>
          <a:srcRect l="-235242" t="44962" r="44460" b="-108521"/>
          <a:stretch/>
        </p:blipFill>
        <p:spPr>
          <a:xfrm rot="10800000" flipH="1">
            <a:off x="-6095" y="-3249"/>
            <a:ext cx="12204193" cy="6864500"/>
          </a:xfrm>
          <a:prstGeom prst="rect">
            <a:avLst/>
          </a:prstGeom>
          <a:noFill/>
          <a:ln>
            <a:noFill/>
          </a:ln>
        </p:spPr>
      </p:pic>
      <p:sp>
        <p:nvSpPr>
          <p:cNvPr id="103" name="Google Shape;103;p20"/>
          <p:cNvSpPr txBox="1">
            <a:spLocks noGrp="1"/>
          </p:cNvSpPr>
          <p:nvPr>
            <p:ph type="subTitle" idx="1"/>
          </p:nvPr>
        </p:nvSpPr>
        <p:spPr>
          <a:xfrm>
            <a:off x="953467" y="3105033"/>
            <a:ext cx="2842400" cy="194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04" name="Google Shape;104;p20"/>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105" name="Google Shape;105;p20"/>
          <p:cNvSpPr txBox="1">
            <a:spLocks noGrp="1"/>
          </p:cNvSpPr>
          <p:nvPr>
            <p:ph type="subTitle" idx="2"/>
          </p:nvPr>
        </p:nvSpPr>
        <p:spPr>
          <a:xfrm>
            <a:off x="953467" y="2222267"/>
            <a:ext cx="2842400" cy="9796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06" name="Google Shape;106;p20"/>
          <p:cNvSpPr txBox="1">
            <a:spLocks noGrp="1"/>
          </p:cNvSpPr>
          <p:nvPr>
            <p:ph type="subTitle" idx="3"/>
          </p:nvPr>
        </p:nvSpPr>
        <p:spPr>
          <a:xfrm>
            <a:off x="4674800" y="3105033"/>
            <a:ext cx="2842400" cy="194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07" name="Google Shape;107;p20"/>
          <p:cNvSpPr txBox="1">
            <a:spLocks noGrp="1"/>
          </p:cNvSpPr>
          <p:nvPr>
            <p:ph type="subTitle" idx="4"/>
          </p:nvPr>
        </p:nvSpPr>
        <p:spPr>
          <a:xfrm>
            <a:off x="4674799" y="2222267"/>
            <a:ext cx="2842400" cy="9796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08" name="Google Shape;108;p20"/>
          <p:cNvSpPr txBox="1">
            <a:spLocks noGrp="1"/>
          </p:cNvSpPr>
          <p:nvPr>
            <p:ph type="subTitle" idx="5"/>
          </p:nvPr>
        </p:nvSpPr>
        <p:spPr>
          <a:xfrm>
            <a:off x="8396269" y="3105033"/>
            <a:ext cx="2842400" cy="194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09" name="Google Shape;109;p20"/>
          <p:cNvSpPr txBox="1">
            <a:spLocks noGrp="1"/>
          </p:cNvSpPr>
          <p:nvPr>
            <p:ph type="subTitle" idx="6"/>
          </p:nvPr>
        </p:nvSpPr>
        <p:spPr>
          <a:xfrm>
            <a:off x="8396267" y="2222267"/>
            <a:ext cx="2842400" cy="9796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Tree>
    <p:extLst>
      <p:ext uri="{BB962C8B-B14F-4D97-AF65-F5344CB8AC3E}">
        <p14:creationId xmlns:p14="http://schemas.microsoft.com/office/powerpoint/2010/main" val="50081732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bg>
      <p:bgPr>
        <a:solidFill>
          <a:schemeClr val="lt1"/>
        </a:solidFill>
        <a:effectLst/>
      </p:bgPr>
    </p:bg>
    <p:spTree>
      <p:nvGrpSpPr>
        <p:cNvPr id="1" name="Shape 110"/>
        <p:cNvGrpSpPr/>
        <p:nvPr/>
      </p:nvGrpSpPr>
      <p:grpSpPr>
        <a:xfrm>
          <a:off x="0" y="0"/>
          <a:ext cx="0" cy="0"/>
          <a:chOff x="0" y="0"/>
          <a:chExt cx="0" cy="0"/>
        </a:xfrm>
      </p:grpSpPr>
      <p:pic>
        <p:nvPicPr>
          <p:cNvPr id="111" name="Google Shape;111;p21"/>
          <p:cNvPicPr preferRelativeResize="0"/>
          <p:nvPr/>
        </p:nvPicPr>
        <p:blipFill rotWithShape="1">
          <a:blip r:embed="rId2">
            <a:alphaModFix/>
          </a:blip>
          <a:srcRect l="-50000" t="49600" r="50000" b="-5849"/>
          <a:stretch/>
        </p:blipFill>
        <p:spPr>
          <a:xfrm>
            <a:off x="0" y="0"/>
            <a:ext cx="12192000" cy="6858000"/>
          </a:xfrm>
          <a:prstGeom prst="rect">
            <a:avLst/>
          </a:prstGeom>
          <a:noFill/>
          <a:ln>
            <a:noFill/>
          </a:ln>
        </p:spPr>
      </p:pic>
      <p:sp>
        <p:nvSpPr>
          <p:cNvPr id="112" name="Google Shape;112;p21"/>
          <p:cNvSpPr txBox="1">
            <a:spLocks noGrp="1"/>
          </p:cNvSpPr>
          <p:nvPr>
            <p:ph type="subTitle" idx="1"/>
          </p:nvPr>
        </p:nvSpPr>
        <p:spPr>
          <a:xfrm>
            <a:off x="953467" y="5011484"/>
            <a:ext cx="2842400" cy="73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13" name="Google Shape;113;p21"/>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114" name="Google Shape;114;p21"/>
          <p:cNvSpPr txBox="1">
            <a:spLocks noGrp="1"/>
          </p:cNvSpPr>
          <p:nvPr>
            <p:ph type="subTitle" idx="2"/>
          </p:nvPr>
        </p:nvSpPr>
        <p:spPr>
          <a:xfrm>
            <a:off x="953467" y="4503484"/>
            <a:ext cx="2842400" cy="6096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15" name="Google Shape;115;p21"/>
          <p:cNvSpPr txBox="1">
            <a:spLocks noGrp="1"/>
          </p:cNvSpPr>
          <p:nvPr>
            <p:ph type="subTitle" idx="3"/>
          </p:nvPr>
        </p:nvSpPr>
        <p:spPr>
          <a:xfrm>
            <a:off x="4674799" y="5011484"/>
            <a:ext cx="2842400" cy="73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16" name="Google Shape;116;p21"/>
          <p:cNvSpPr txBox="1">
            <a:spLocks noGrp="1"/>
          </p:cNvSpPr>
          <p:nvPr>
            <p:ph type="subTitle" idx="4"/>
          </p:nvPr>
        </p:nvSpPr>
        <p:spPr>
          <a:xfrm>
            <a:off x="4674799" y="4503484"/>
            <a:ext cx="2842400" cy="6096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17" name="Google Shape;117;p21"/>
          <p:cNvSpPr txBox="1">
            <a:spLocks noGrp="1"/>
          </p:cNvSpPr>
          <p:nvPr>
            <p:ph type="subTitle" idx="5"/>
          </p:nvPr>
        </p:nvSpPr>
        <p:spPr>
          <a:xfrm>
            <a:off x="8396267" y="5011484"/>
            <a:ext cx="2842400" cy="73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18" name="Google Shape;118;p21"/>
          <p:cNvSpPr txBox="1">
            <a:spLocks noGrp="1"/>
          </p:cNvSpPr>
          <p:nvPr>
            <p:ph type="subTitle" idx="6"/>
          </p:nvPr>
        </p:nvSpPr>
        <p:spPr>
          <a:xfrm>
            <a:off x="8396267" y="4503484"/>
            <a:ext cx="2842400" cy="6096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Tree>
    <p:extLst>
      <p:ext uri="{BB962C8B-B14F-4D97-AF65-F5344CB8AC3E}">
        <p14:creationId xmlns:p14="http://schemas.microsoft.com/office/powerpoint/2010/main" val="354663333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bg>
      <p:bgPr>
        <a:solidFill>
          <a:schemeClr val="lt1"/>
        </a:solidFill>
        <a:effectLst/>
      </p:bgPr>
    </p:bg>
    <p:spTree>
      <p:nvGrpSpPr>
        <p:cNvPr id="1" name="Shape 119"/>
        <p:cNvGrpSpPr/>
        <p:nvPr/>
      </p:nvGrpSpPr>
      <p:grpSpPr>
        <a:xfrm>
          <a:off x="0" y="0"/>
          <a:ext cx="0" cy="0"/>
          <a:chOff x="0" y="0"/>
          <a:chExt cx="0" cy="0"/>
        </a:xfrm>
      </p:grpSpPr>
      <p:pic>
        <p:nvPicPr>
          <p:cNvPr id="120" name="Google Shape;120;p22"/>
          <p:cNvPicPr preferRelativeResize="0"/>
          <p:nvPr/>
        </p:nvPicPr>
        <p:blipFill rotWithShape="1">
          <a:blip r:embed="rId2">
            <a:alphaModFix/>
          </a:blip>
          <a:srcRect l="104756" t="-108210" r="280062" b="47851"/>
          <a:stretch/>
        </p:blipFill>
        <p:spPr>
          <a:xfrm rot="10800000">
            <a:off x="1767" y="-2182"/>
            <a:ext cx="12188600" cy="6862367"/>
          </a:xfrm>
          <a:prstGeom prst="rect">
            <a:avLst/>
          </a:prstGeom>
          <a:noFill/>
          <a:ln>
            <a:noFill/>
          </a:ln>
        </p:spPr>
      </p:pic>
      <p:sp>
        <p:nvSpPr>
          <p:cNvPr id="121" name="Google Shape;121;p22"/>
          <p:cNvSpPr txBox="1">
            <a:spLocks noGrp="1"/>
          </p:cNvSpPr>
          <p:nvPr>
            <p:ph type="subTitle" idx="1"/>
          </p:nvPr>
        </p:nvSpPr>
        <p:spPr>
          <a:xfrm>
            <a:off x="953467" y="2728667"/>
            <a:ext cx="5040800" cy="96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22" name="Google Shape;122;p22"/>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123" name="Google Shape;123;p22"/>
          <p:cNvSpPr txBox="1">
            <a:spLocks noGrp="1"/>
          </p:cNvSpPr>
          <p:nvPr>
            <p:ph type="subTitle" idx="2"/>
          </p:nvPr>
        </p:nvSpPr>
        <p:spPr>
          <a:xfrm>
            <a:off x="953467" y="4398667"/>
            <a:ext cx="5040800" cy="96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24" name="Google Shape;124;p22"/>
          <p:cNvSpPr txBox="1">
            <a:spLocks noGrp="1"/>
          </p:cNvSpPr>
          <p:nvPr>
            <p:ph type="subTitle" idx="3"/>
          </p:nvPr>
        </p:nvSpPr>
        <p:spPr>
          <a:xfrm>
            <a:off x="953467" y="2222267"/>
            <a:ext cx="5040800" cy="60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25" name="Google Shape;125;p22"/>
          <p:cNvSpPr txBox="1">
            <a:spLocks noGrp="1"/>
          </p:cNvSpPr>
          <p:nvPr>
            <p:ph type="subTitle" idx="4"/>
          </p:nvPr>
        </p:nvSpPr>
        <p:spPr>
          <a:xfrm>
            <a:off x="953467" y="3892267"/>
            <a:ext cx="5040800" cy="60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26" name="Google Shape;126;p22"/>
          <p:cNvSpPr txBox="1">
            <a:spLocks noGrp="1"/>
          </p:cNvSpPr>
          <p:nvPr>
            <p:ph type="subTitle" idx="5"/>
          </p:nvPr>
        </p:nvSpPr>
        <p:spPr>
          <a:xfrm>
            <a:off x="6197733" y="2728667"/>
            <a:ext cx="5040800" cy="96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27" name="Google Shape;127;p22"/>
          <p:cNvSpPr txBox="1">
            <a:spLocks noGrp="1"/>
          </p:cNvSpPr>
          <p:nvPr>
            <p:ph type="subTitle" idx="6"/>
          </p:nvPr>
        </p:nvSpPr>
        <p:spPr>
          <a:xfrm>
            <a:off x="6197733" y="4398667"/>
            <a:ext cx="5040800" cy="96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28" name="Google Shape;128;p22"/>
          <p:cNvSpPr txBox="1">
            <a:spLocks noGrp="1"/>
          </p:cNvSpPr>
          <p:nvPr>
            <p:ph type="subTitle" idx="7"/>
          </p:nvPr>
        </p:nvSpPr>
        <p:spPr>
          <a:xfrm>
            <a:off x="6197733" y="2222267"/>
            <a:ext cx="5040800" cy="60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29" name="Google Shape;129;p22"/>
          <p:cNvSpPr txBox="1">
            <a:spLocks noGrp="1"/>
          </p:cNvSpPr>
          <p:nvPr>
            <p:ph type="subTitle" idx="8"/>
          </p:nvPr>
        </p:nvSpPr>
        <p:spPr>
          <a:xfrm>
            <a:off x="6197733" y="3892267"/>
            <a:ext cx="5040800" cy="60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Tree>
    <p:extLst>
      <p:ext uri="{BB962C8B-B14F-4D97-AF65-F5344CB8AC3E}">
        <p14:creationId xmlns:p14="http://schemas.microsoft.com/office/powerpoint/2010/main" val="233480346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bg>
      <p:bgPr>
        <a:solidFill>
          <a:schemeClr val="lt1"/>
        </a:solidFill>
        <a:effectLst/>
      </p:bgPr>
    </p:bg>
    <p:spTree>
      <p:nvGrpSpPr>
        <p:cNvPr id="1" name="Shape 130"/>
        <p:cNvGrpSpPr/>
        <p:nvPr/>
      </p:nvGrpSpPr>
      <p:grpSpPr>
        <a:xfrm>
          <a:off x="0" y="0"/>
          <a:ext cx="0" cy="0"/>
          <a:chOff x="0" y="0"/>
          <a:chExt cx="0" cy="0"/>
        </a:xfrm>
      </p:grpSpPr>
      <p:sp>
        <p:nvSpPr>
          <p:cNvPr id="131" name="Google Shape;131;p23"/>
          <p:cNvSpPr txBox="1">
            <a:spLocks noGrp="1"/>
          </p:cNvSpPr>
          <p:nvPr>
            <p:ph type="subTitle" idx="1"/>
          </p:nvPr>
        </p:nvSpPr>
        <p:spPr>
          <a:xfrm>
            <a:off x="953467" y="2506267"/>
            <a:ext cx="3243200" cy="1182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32" name="Google Shape;132;p23"/>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133" name="Google Shape;133;p23"/>
          <p:cNvSpPr txBox="1">
            <a:spLocks noGrp="1"/>
          </p:cNvSpPr>
          <p:nvPr>
            <p:ph type="subTitle" idx="2"/>
          </p:nvPr>
        </p:nvSpPr>
        <p:spPr>
          <a:xfrm>
            <a:off x="953467" y="4765867"/>
            <a:ext cx="3243200" cy="1182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34" name="Google Shape;134;p23"/>
          <p:cNvSpPr txBox="1">
            <a:spLocks noGrp="1"/>
          </p:cNvSpPr>
          <p:nvPr>
            <p:ph type="subTitle" idx="3"/>
          </p:nvPr>
        </p:nvSpPr>
        <p:spPr>
          <a:xfrm>
            <a:off x="953467" y="1632667"/>
            <a:ext cx="3243200" cy="975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35" name="Google Shape;135;p23"/>
          <p:cNvSpPr txBox="1">
            <a:spLocks noGrp="1"/>
          </p:cNvSpPr>
          <p:nvPr>
            <p:ph type="subTitle" idx="4"/>
          </p:nvPr>
        </p:nvSpPr>
        <p:spPr>
          <a:xfrm>
            <a:off x="953467" y="3892267"/>
            <a:ext cx="3243200" cy="975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36" name="Google Shape;136;p23"/>
          <p:cNvSpPr txBox="1">
            <a:spLocks noGrp="1"/>
          </p:cNvSpPr>
          <p:nvPr>
            <p:ph type="subTitle" idx="5"/>
          </p:nvPr>
        </p:nvSpPr>
        <p:spPr>
          <a:xfrm>
            <a:off x="4474399" y="2506267"/>
            <a:ext cx="3243200" cy="1182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37" name="Google Shape;137;p23"/>
          <p:cNvSpPr txBox="1">
            <a:spLocks noGrp="1"/>
          </p:cNvSpPr>
          <p:nvPr>
            <p:ph type="subTitle" idx="6"/>
          </p:nvPr>
        </p:nvSpPr>
        <p:spPr>
          <a:xfrm>
            <a:off x="4474399" y="4765867"/>
            <a:ext cx="3243200" cy="1182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38" name="Google Shape;138;p23"/>
          <p:cNvSpPr txBox="1">
            <a:spLocks noGrp="1"/>
          </p:cNvSpPr>
          <p:nvPr>
            <p:ph type="subTitle" idx="7"/>
          </p:nvPr>
        </p:nvSpPr>
        <p:spPr>
          <a:xfrm>
            <a:off x="4474400" y="1632667"/>
            <a:ext cx="3243200" cy="975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39" name="Google Shape;139;p23"/>
          <p:cNvSpPr txBox="1">
            <a:spLocks noGrp="1"/>
          </p:cNvSpPr>
          <p:nvPr>
            <p:ph type="subTitle" idx="8"/>
          </p:nvPr>
        </p:nvSpPr>
        <p:spPr>
          <a:xfrm>
            <a:off x="4474400" y="3892267"/>
            <a:ext cx="3243200" cy="975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40" name="Google Shape;140;p23"/>
          <p:cNvSpPr txBox="1">
            <a:spLocks noGrp="1"/>
          </p:cNvSpPr>
          <p:nvPr>
            <p:ph type="subTitle" idx="9"/>
          </p:nvPr>
        </p:nvSpPr>
        <p:spPr>
          <a:xfrm>
            <a:off x="7995335" y="2506267"/>
            <a:ext cx="3243200" cy="1182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41" name="Google Shape;141;p23"/>
          <p:cNvSpPr txBox="1">
            <a:spLocks noGrp="1"/>
          </p:cNvSpPr>
          <p:nvPr>
            <p:ph type="subTitle" idx="13"/>
          </p:nvPr>
        </p:nvSpPr>
        <p:spPr>
          <a:xfrm>
            <a:off x="7995335" y="4765867"/>
            <a:ext cx="3243200" cy="1182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42" name="Google Shape;142;p23"/>
          <p:cNvSpPr txBox="1">
            <a:spLocks noGrp="1"/>
          </p:cNvSpPr>
          <p:nvPr>
            <p:ph type="subTitle" idx="14"/>
          </p:nvPr>
        </p:nvSpPr>
        <p:spPr>
          <a:xfrm>
            <a:off x="7995337" y="1632667"/>
            <a:ext cx="3243200" cy="975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43" name="Google Shape;143;p23"/>
          <p:cNvSpPr txBox="1">
            <a:spLocks noGrp="1"/>
          </p:cNvSpPr>
          <p:nvPr>
            <p:ph type="subTitle" idx="15"/>
          </p:nvPr>
        </p:nvSpPr>
        <p:spPr>
          <a:xfrm>
            <a:off x="7995337" y="3892267"/>
            <a:ext cx="3243200" cy="975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Tree>
    <p:extLst>
      <p:ext uri="{BB962C8B-B14F-4D97-AF65-F5344CB8AC3E}">
        <p14:creationId xmlns:p14="http://schemas.microsoft.com/office/powerpoint/2010/main" val="194141519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Numbers and text">
  <p:cSld name="Numbers and text">
    <p:bg>
      <p:bgPr>
        <a:solidFill>
          <a:schemeClr val="lt1"/>
        </a:solidFill>
        <a:effectLst/>
      </p:bgPr>
    </p:bg>
    <p:spTree>
      <p:nvGrpSpPr>
        <p:cNvPr id="1" name="Shape 144"/>
        <p:cNvGrpSpPr/>
        <p:nvPr/>
      </p:nvGrpSpPr>
      <p:grpSpPr>
        <a:xfrm>
          <a:off x="0" y="0"/>
          <a:ext cx="0" cy="0"/>
          <a:chOff x="0" y="0"/>
          <a:chExt cx="0" cy="0"/>
        </a:xfrm>
      </p:grpSpPr>
      <p:pic>
        <p:nvPicPr>
          <p:cNvPr id="145" name="Google Shape;145;p24"/>
          <p:cNvPicPr preferRelativeResize="0"/>
          <p:nvPr/>
        </p:nvPicPr>
        <p:blipFill rotWithShape="1">
          <a:blip r:embed="rId2">
            <a:alphaModFix/>
          </a:blip>
          <a:srcRect l="-50000" t="49600" r="50000" b="-5849"/>
          <a:stretch/>
        </p:blipFill>
        <p:spPr>
          <a:xfrm>
            <a:off x="0" y="0"/>
            <a:ext cx="12192000" cy="6858000"/>
          </a:xfrm>
          <a:prstGeom prst="rect">
            <a:avLst/>
          </a:prstGeom>
          <a:noFill/>
          <a:ln>
            <a:noFill/>
          </a:ln>
        </p:spPr>
      </p:pic>
      <p:sp>
        <p:nvSpPr>
          <p:cNvPr id="146" name="Google Shape;146;p24"/>
          <p:cNvSpPr txBox="1">
            <a:spLocks noGrp="1"/>
          </p:cNvSpPr>
          <p:nvPr>
            <p:ph type="title" hasCustomPrompt="1"/>
          </p:nvPr>
        </p:nvSpPr>
        <p:spPr>
          <a:xfrm>
            <a:off x="953467" y="1310667"/>
            <a:ext cx="10285200" cy="1269200"/>
          </a:xfrm>
          <a:prstGeom prst="rect">
            <a:avLst/>
          </a:prstGeom>
        </p:spPr>
        <p:txBody>
          <a:bodyPr spcFirstLastPara="1" wrap="square" lIns="91425" tIns="91425" rIns="91425" bIns="91425" anchor="b" anchorCtr="0">
            <a:noAutofit/>
          </a:bodyPr>
          <a:lstStyle>
            <a:lvl1pPr lvl="0" rtl="0">
              <a:spcBef>
                <a:spcPts val="0"/>
              </a:spcBef>
              <a:spcAft>
                <a:spcPts val="0"/>
              </a:spcAft>
              <a:buSzPts val="6200"/>
              <a:buNone/>
              <a:defRPr sz="6667"/>
            </a:lvl1pPr>
            <a:lvl2pPr lvl="1" algn="ctr" rtl="0">
              <a:spcBef>
                <a:spcPts val="0"/>
              </a:spcBef>
              <a:spcAft>
                <a:spcPts val="0"/>
              </a:spcAft>
              <a:buSzPts val="6200"/>
              <a:buNone/>
              <a:defRPr sz="8266"/>
            </a:lvl2pPr>
            <a:lvl3pPr lvl="2" algn="ctr" rtl="0">
              <a:spcBef>
                <a:spcPts val="0"/>
              </a:spcBef>
              <a:spcAft>
                <a:spcPts val="0"/>
              </a:spcAft>
              <a:buSzPts val="6200"/>
              <a:buNone/>
              <a:defRPr sz="8266"/>
            </a:lvl3pPr>
            <a:lvl4pPr lvl="3" algn="ctr" rtl="0">
              <a:spcBef>
                <a:spcPts val="0"/>
              </a:spcBef>
              <a:spcAft>
                <a:spcPts val="0"/>
              </a:spcAft>
              <a:buSzPts val="6200"/>
              <a:buNone/>
              <a:defRPr sz="8266"/>
            </a:lvl4pPr>
            <a:lvl5pPr lvl="4" algn="ctr" rtl="0">
              <a:spcBef>
                <a:spcPts val="0"/>
              </a:spcBef>
              <a:spcAft>
                <a:spcPts val="0"/>
              </a:spcAft>
              <a:buSzPts val="6200"/>
              <a:buNone/>
              <a:defRPr sz="8266"/>
            </a:lvl5pPr>
            <a:lvl6pPr lvl="5" algn="ctr" rtl="0">
              <a:spcBef>
                <a:spcPts val="0"/>
              </a:spcBef>
              <a:spcAft>
                <a:spcPts val="0"/>
              </a:spcAft>
              <a:buSzPts val="6200"/>
              <a:buNone/>
              <a:defRPr sz="8266"/>
            </a:lvl6pPr>
            <a:lvl7pPr lvl="6" algn="ctr" rtl="0">
              <a:spcBef>
                <a:spcPts val="0"/>
              </a:spcBef>
              <a:spcAft>
                <a:spcPts val="0"/>
              </a:spcAft>
              <a:buSzPts val="6200"/>
              <a:buNone/>
              <a:defRPr sz="8266"/>
            </a:lvl7pPr>
            <a:lvl8pPr lvl="7" algn="ctr" rtl="0">
              <a:spcBef>
                <a:spcPts val="0"/>
              </a:spcBef>
              <a:spcAft>
                <a:spcPts val="0"/>
              </a:spcAft>
              <a:buSzPts val="6200"/>
              <a:buNone/>
              <a:defRPr sz="8266"/>
            </a:lvl8pPr>
            <a:lvl9pPr lvl="8" algn="ctr" rtl="0">
              <a:spcBef>
                <a:spcPts val="0"/>
              </a:spcBef>
              <a:spcAft>
                <a:spcPts val="0"/>
              </a:spcAft>
              <a:buSzPts val="6200"/>
              <a:buNone/>
              <a:defRPr sz="8266"/>
            </a:lvl9pPr>
          </a:lstStyle>
          <a:p>
            <a:r>
              <a:t>xx%</a:t>
            </a:r>
          </a:p>
        </p:txBody>
      </p:sp>
      <p:sp>
        <p:nvSpPr>
          <p:cNvPr id="147" name="Google Shape;147;p24"/>
          <p:cNvSpPr txBox="1">
            <a:spLocks noGrp="1"/>
          </p:cNvSpPr>
          <p:nvPr>
            <p:ph type="subTitle" idx="1"/>
          </p:nvPr>
        </p:nvSpPr>
        <p:spPr>
          <a:xfrm>
            <a:off x="953467" y="2478267"/>
            <a:ext cx="10285200" cy="80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48" name="Google Shape;148;p24"/>
          <p:cNvSpPr txBox="1">
            <a:spLocks noGrp="1"/>
          </p:cNvSpPr>
          <p:nvPr>
            <p:ph type="title" idx="2" hasCustomPrompt="1"/>
          </p:nvPr>
        </p:nvSpPr>
        <p:spPr>
          <a:xfrm>
            <a:off x="953467" y="3895467"/>
            <a:ext cx="10285200" cy="1269200"/>
          </a:xfrm>
          <a:prstGeom prst="rect">
            <a:avLst/>
          </a:prstGeom>
        </p:spPr>
        <p:txBody>
          <a:bodyPr spcFirstLastPara="1" wrap="square" lIns="91425" tIns="91425" rIns="91425" bIns="91425" anchor="b" anchorCtr="0">
            <a:noAutofit/>
          </a:bodyPr>
          <a:lstStyle>
            <a:lvl1pPr lvl="0" rtl="0">
              <a:spcBef>
                <a:spcPts val="0"/>
              </a:spcBef>
              <a:spcAft>
                <a:spcPts val="0"/>
              </a:spcAft>
              <a:buSzPts val="6200"/>
              <a:buNone/>
              <a:defRPr sz="6667"/>
            </a:lvl1pPr>
            <a:lvl2pPr lvl="1" algn="ctr" rtl="0">
              <a:spcBef>
                <a:spcPts val="0"/>
              </a:spcBef>
              <a:spcAft>
                <a:spcPts val="0"/>
              </a:spcAft>
              <a:buSzPts val="6200"/>
              <a:buNone/>
              <a:defRPr sz="8266"/>
            </a:lvl2pPr>
            <a:lvl3pPr lvl="2" algn="ctr" rtl="0">
              <a:spcBef>
                <a:spcPts val="0"/>
              </a:spcBef>
              <a:spcAft>
                <a:spcPts val="0"/>
              </a:spcAft>
              <a:buSzPts val="6200"/>
              <a:buNone/>
              <a:defRPr sz="8266"/>
            </a:lvl3pPr>
            <a:lvl4pPr lvl="3" algn="ctr" rtl="0">
              <a:spcBef>
                <a:spcPts val="0"/>
              </a:spcBef>
              <a:spcAft>
                <a:spcPts val="0"/>
              </a:spcAft>
              <a:buSzPts val="6200"/>
              <a:buNone/>
              <a:defRPr sz="8266"/>
            </a:lvl4pPr>
            <a:lvl5pPr lvl="4" algn="ctr" rtl="0">
              <a:spcBef>
                <a:spcPts val="0"/>
              </a:spcBef>
              <a:spcAft>
                <a:spcPts val="0"/>
              </a:spcAft>
              <a:buSzPts val="6200"/>
              <a:buNone/>
              <a:defRPr sz="8266"/>
            </a:lvl5pPr>
            <a:lvl6pPr lvl="5" algn="ctr" rtl="0">
              <a:spcBef>
                <a:spcPts val="0"/>
              </a:spcBef>
              <a:spcAft>
                <a:spcPts val="0"/>
              </a:spcAft>
              <a:buSzPts val="6200"/>
              <a:buNone/>
              <a:defRPr sz="8266"/>
            </a:lvl6pPr>
            <a:lvl7pPr lvl="6" algn="ctr" rtl="0">
              <a:spcBef>
                <a:spcPts val="0"/>
              </a:spcBef>
              <a:spcAft>
                <a:spcPts val="0"/>
              </a:spcAft>
              <a:buSzPts val="6200"/>
              <a:buNone/>
              <a:defRPr sz="8266"/>
            </a:lvl7pPr>
            <a:lvl8pPr lvl="7" algn="ctr" rtl="0">
              <a:spcBef>
                <a:spcPts val="0"/>
              </a:spcBef>
              <a:spcAft>
                <a:spcPts val="0"/>
              </a:spcAft>
              <a:buSzPts val="6200"/>
              <a:buNone/>
              <a:defRPr sz="8266"/>
            </a:lvl8pPr>
            <a:lvl9pPr lvl="8" algn="ctr" rtl="0">
              <a:spcBef>
                <a:spcPts val="0"/>
              </a:spcBef>
              <a:spcAft>
                <a:spcPts val="0"/>
              </a:spcAft>
              <a:buSzPts val="6200"/>
              <a:buNone/>
              <a:defRPr sz="8266"/>
            </a:lvl9pPr>
          </a:lstStyle>
          <a:p>
            <a:r>
              <a:t>xx%</a:t>
            </a:r>
          </a:p>
        </p:txBody>
      </p:sp>
      <p:sp>
        <p:nvSpPr>
          <p:cNvPr id="149" name="Google Shape;149;p24"/>
          <p:cNvSpPr txBox="1">
            <a:spLocks noGrp="1"/>
          </p:cNvSpPr>
          <p:nvPr>
            <p:ph type="subTitle" idx="3"/>
          </p:nvPr>
        </p:nvSpPr>
        <p:spPr>
          <a:xfrm>
            <a:off x="953467" y="5063067"/>
            <a:ext cx="10285200" cy="80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Tree>
    <p:extLst>
      <p:ext uri="{BB962C8B-B14F-4D97-AF65-F5344CB8AC3E}">
        <p14:creationId xmlns:p14="http://schemas.microsoft.com/office/powerpoint/2010/main" val="124338535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Numbers and text 1">
  <p:cSld name="Numbers and text 1">
    <p:bg>
      <p:bgPr>
        <a:solidFill>
          <a:schemeClr val="lt1"/>
        </a:solidFill>
        <a:effectLst/>
      </p:bgPr>
    </p:bg>
    <p:spTree>
      <p:nvGrpSpPr>
        <p:cNvPr id="1" name="Shape 150"/>
        <p:cNvGrpSpPr/>
        <p:nvPr/>
      </p:nvGrpSpPr>
      <p:grpSpPr>
        <a:xfrm>
          <a:off x="0" y="0"/>
          <a:ext cx="0" cy="0"/>
          <a:chOff x="0" y="0"/>
          <a:chExt cx="0" cy="0"/>
        </a:xfrm>
      </p:grpSpPr>
      <p:pic>
        <p:nvPicPr>
          <p:cNvPr id="151" name="Google Shape;151;p25"/>
          <p:cNvPicPr preferRelativeResize="0"/>
          <p:nvPr/>
        </p:nvPicPr>
        <p:blipFill rotWithShape="1">
          <a:blip r:embed="rId2">
            <a:alphaModFix/>
          </a:blip>
          <a:srcRect l="-235242" t="44962" r="44460" b="-108521"/>
          <a:stretch/>
        </p:blipFill>
        <p:spPr>
          <a:xfrm rot="10800000">
            <a:off x="-13533" y="1"/>
            <a:ext cx="12205533" cy="6864500"/>
          </a:xfrm>
          <a:prstGeom prst="rect">
            <a:avLst/>
          </a:prstGeom>
          <a:noFill/>
          <a:ln>
            <a:noFill/>
          </a:ln>
        </p:spPr>
      </p:pic>
      <p:sp>
        <p:nvSpPr>
          <p:cNvPr id="152" name="Google Shape;152;p25"/>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None/>
              <a:defRPr>
                <a:solidFill>
                  <a:schemeClr val="dk1"/>
                </a:solidFill>
              </a:defRPr>
            </a:lvl1pPr>
            <a:lvl2pPr lvl="1" rtl="0">
              <a:spcBef>
                <a:spcPts val="0"/>
              </a:spcBef>
              <a:spcAft>
                <a:spcPts val="0"/>
              </a:spcAft>
              <a:buClr>
                <a:schemeClr val="dk1"/>
              </a:buClr>
              <a:buSzPts val="3000"/>
              <a:buNone/>
              <a:defRPr sz="4000">
                <a:solidFill>
                  <a:schemeClr val="dk1"/>
                </a:solidFill>
              </a:defRPr>
            </a:lvl2pPr>
            <a:lvl3pPr lvl="2" rtl="0">
              <a:spcBef>
                <a:spcPts val="0"/>
              </a:spcBef>
              <a:spcAft>
                <a:spcPts val="0"/>
              </a:spcAft>
              <a:buClr>
                <a:schemeClr val="dk1"/>
              </a:buClr>
              <a:buSzPts val="3000"/>
              <a:buNone/>
              <a:defRPr sz="4000">
                <a:solidFill>
                  <a:schemeClr val="dk1"/>
                </a:solidFill>
              </a:defRPr>
            </a:lvl3pPr>
            <a:lvl4pPr lvl="3" rtl="0">
              <a:spcBef>
                <a:spcPts val="0"/>
              </a:spcBef>
              <a:spcAft>
                <a:spcPts val="0"/>
              </a:spcAft>
              <a:buClr>
                <a:schemeClr val="dk1"/>
              </a:buClr>
              <a:buSzPts val="3000"/>
              <a:buNone/>
              <a:defRPr sz="4000">
                <a:solidFill>
                  <a:schemeClr val="dk1"/>
                </a:solidFill>
              </a:defRPr>
            </a:lvl4pPr>
            <a:lvl5pPr lvl="4" rtl="0">
              <a:spcBef>
                <a:spcPts val="0"/>
              </a:spcBef>
              <a:spcAft>
                <a:spcPts val="0"/>
              </a:spcAft>
              <a:buClr>
                <a:schemeClr val="dk1"/>
              </a:buClr>
              <a:buSzPts val="3000"/>
              <a:buNone/>
              <a:defRPr sz="4000">
                <a:solidFill>
                  <a:schemeClr val="dk1"/>
                </a:solidFill>
              </a:defRPr>
            </a:lvl5pPr>
            <a:lvl6pPr lvl="5" rtl="0">
              <a:spcBef>
                <a:spcPts val="0"/>
              </a:spcBef>
              <a:spcAft>
                <a:spcPts val="0"/>
              </a:spcAft>
              <a:buClr>
                <a:schemeClr val="dk1"/>
              </a:buClr>
              <a:buSzPts val="3000"/>
              <a:buNone/>
              <a:defRPr sz="4000">
                <a:solidFill>
                  <a:schemeClr val="dk1"/>
                </a:solidFill>
              </a:defRPr>
            </a:lvl6pPr>
            <a:lvl7pPr lvl="6" rtl="0">
              <a:spcBef>
                <a:spcPts val="0"/>
              </a:spcBef>
              <a:spcAft>
                <a:spcPts val="0"/>
              </a:spcAft>
              <a:buClr>
                <a:schemeClr val="dk1"/>
              </a:buClr>
              <a:buSzPts val="3000"/>
              <a:buNone/>
              <a:defRPr sz="4000">
                <a:solidFill>
                  <a:schemeClr val="dk1"/>
                </a:solidFill>
              </a:defRPr>
            </a:lvl7pPr>
            <a:lvl8pPr lvl="7" rtl="0">
              <a:spcBef>
                <a:spcPts val="0"/>
              </a:spcBef>
              <a:spcAft>
                <a:spcPts val="0"/>
              </a:spcAft>
              <a:buClr>
                <a:schemeClr val="dk1"/>
              </a:buClr>
              <a:buSzPts val="3000"/>
              <a:buNone/>
              <a:defRPr sz="4000">
                <a:solidFill>
                  <a:schemeClr val="dk1"/>
                </a:solidFill>
              </a:defRPr>
            </a:lvl8pPr>
            <a:lvl9pPr lvl="8" rtl="0">
              <a:spcBef>
                <a:spcPts val="0"/>
              </a:spcBef>
              <a:spcAft>
                <a:spcPts val="0"/>
              </a:spcAft>
              <a:buClr>
                <a:schemeClr val="dk1"/>
              </a:buClr>
              <a:buSzPts val="3000"/>
              <a:buNone/>
              <a:defRPr sz="4000">
                <a:solidFill>
                  <a:schemeClr val="dk1"/>
                </a:solidFill>
              </a:defRPr>
            </a:lvl9pPr>
          </a:lstStyle>
          <a:p>
            <a:r>
              <a:rPr lang="en-US"/>
              <a:t>Click to edit Master title style</a:t>
            </a:r>
            <a:endParaRPr/>
          </a:p>
        </p:txBody>
      </p:sp>
      <p:sp>
        <p:nvSpPr>
          <p:cNvPr id="153" name="Google Shape;153;p25"/>
          <p:cNvSpPr txBox="1">
            <a:spLocks noGrp="1"/>
          </p:cNvSpPr>
          <p:nvPr>
            <p:ph type="title" idx="2" hasCustomPrompt="1"/>
          </p:nvPr>
        </p:nvSpPr>
        <p:spPr>
          <a:xfrm>
            <a:off x="953467" y="3376467"/>
            <a:ext cx="5040800" cy="608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54" name="Google Shape;154;p25"/>
          <p:cNvSpPr txBox="1">
            <a:spLocks noGrp="1"/>
          </p:cNvSpPr>
          <p:nvPr>
            <p:ph type="subTitle" idx="1"/>
          </p:nvPr>
        </p:nvSpPr>
        <p:spPr>
          <a:xfrm>
            <a:off x="953467" y="4389267"/>
            <a:ext cx="5040800" cy="119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55" name="Google Shape;155;p25"/>
          <p:cNvSpPr txBox="1">
            <a:spLocks noGrp="1"/>
          </p:cNvSpPr>
          <p:nvPr>
            <p:ph type="subTitle" idx="3"/>
          </p:nvPr>
        </p:nvSpPr>
        <p:spPr>
          <a:xfrm>
            <a:off x="953467" y="3882867"/>
            <a:ext cx="5040800" cy="60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56" name="Google Shape;156;p25"/>
          <p:cNvSpPr txBox="1">
            <a:spLocks noGrp="1"/>
          </p:cNvSpPr>
          <p:nvPr>
            <p:ph type="subTitle" idx="4"/>
          </p:nvPr>
        </p:nvSpPr>
        <p:spPr>
          <a:xfrm>
            <a:off x="6197733" y="4389267"/>
            <a:ext cx="5040800" cy="119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57" name="Google Shape;157;p25"/>
          <p:cNvSpPr txBox="1">
            <a:spLocks noGrp="1"/>
          </p:cNvSpPr>
          <p:nvPr>
            <p:ph type="subTitle" idx="5"/>
          </p:nvPr>
        </p:nvSpPr>
        <p:spPr>
          <a:xfrm>
            <a:off x="6197733" y="3882867"/>
            <a:ext cx="5040800" cy="60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58" name="Google Shape;158;p25"/>
          <p:cNvSpPr txBox="1">
            <a:spLocks noGrp="1"/>
          </p:cNvSpPr>
          <p:nvPr>
            <p:ph type="title" idx="6" hasCustomPrompt="1"/>
          </p:nvPr>
        </p:nvSpPr>
        <p:spPr>
          <a:xfrm>
            <a:off x="6197733" y="3376467"/>
            <a:ext cx="5040800" cy="608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Tree>
    <p:extLst>
      <p:ext uri="{BB962C8B-B14F-4D97-AF65-F5344CB8AC3E}">
        <p14:creationId xmlns:p14="http://schemas.microsoft.com/office/powerpoint/2010/main" val="3067898930"/>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only 1">
  <p:cSld name="Title only 1">
    <p:bg>
      <p:bgPr>
        <a:solidFill>
          <a:schemeClr val="lt1"/>
        </a:solidFill>
        <a:effectLst/>
      </p:bgPr>
    </p:bg>
    <p:spTree>
      <p:nvGrpSpPr>
        <p:cNvPr id="1" name="Shape 159"/>
        <p:cNvGrpSpPr/>
        <p:nvPr/>
      </p:nvGrpSpPr>
      <p:grpSpPr>
        <a:xfrm>
          <a:off x="0" y="0"/>
          <a:ext cx="0" cy="0"/>
          <a:chOff x="0" y="0"/>
          <a:chExt cx="0" cy="0"/>
        </a:xfrm>
      </p:grpSpPr>
      <p:sp>
        <p:nvSpPr>
          <p:cNvPr id="160" name="Google Shape;160;p26"/>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Tree>
    <p:extLst>
      <p:ext uri="{BB962C8B-B14F-4D97-AF65-F5344CB8AC3E}">
        <p14:creationId xmlns:p14="http://schemas.microsoft.com/office/powerpoint/2010/main" val="355137520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only 2">
  <p:cSld name="Title only 2">
    <p:bg>
      <p:bgPr>
        <a:solidFill>
          <a:schemeClr val="lt1"/>
        </a:solidFill>
        <a:effectLst/>
      </p:bgPr>
    </p:bg>
    <p:spTree>
      <p:nvGrpSpPr>
        <p:cNvPr id="1" name="Shape 161"/>
        <p:cNvGrpSpPr/>
        <p:nvPr/>
      </p:nvGrpSpPr>
      <p:grpSpPr>
        <a:xfrm>
          <a:off x="0" y="0"/>
          <a:ext cx="0" cy="0"/>
          <a:chOff x="0" y="0"/>
          <a:chExt cx="0" cy="0"/>
        </a:xfrm>
      </p:grpSpPr>
      <p:pic>
        <p:nvPicPr>
          <p:cNvPr id="162" name="Google Shape;162;p27"/>
          <p:cNvPicPr preferRelativeResize="0"/>
          <p:nvPr/>
        </p:nvPicPr>
        <p:blipFill rotWithShape="1">
          <a:blip r:embed="rId2">
            <a:alphaModFix/>
          </a:blip>
          <a:srcRect l="-235242" t="44962" r="44460" b="-108521"/>
          <a:stretch/>
        </p:blipFill>
        <p:spPr>
          <a:xfrm rot="10800000">
            <a:off x="-13533" y="1"/>
            <a:ext cx="12205533" cy="6864500"/>
          </a:xfrm>
          <a:prstGeom prst="rect">
            <a:avLst/>
          </a:prstGeom>
          <a:noFill/>
          <a:ln>
            <a:noFill/>
          </a:ln>
        </p:spPr>
      </p:pic>
      <p:pic>
        <p:nvPicPr>
          <p:cNvPr id="163" name="Google Shape;163;p27"/>
          <p:cNvPicPr preferRelativeResize="0"/>
          <p:nvPr/>
        </p:nvPicPr>
        <p:blipFill rotWithShape="1">
          <a:blip r:embed="rId2">
            <a:alphaModFix/>
          </a:blip>
          <a:srcRect l="-235242" t="44962" r="44460" b="-108521"/>
          <a:stretch/>
        </p:blipFill>
        <p:spPr>
          <a:xfrm rot="10800000" flipH="1">
            <a:off x="-6095" y="-3249"/>
            <a:ext cx="12204193" cy="6864500"/>
          </a:xfrm>
          <a:prstGeom prst="rect">
            <a:avLst/>
          </a:prstGeom>
          <a:noFill/>
          <a:ln>
            <a:noFill/>
          </a:ln>
        </p:spPr>
      </p:pic>
      <p:sp>
        <p:nvSpPr>
          <p:cNvPr id="164" name="Google Shape;164;p27"/>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Tree>
    <p:extLst>
      <p:ext uri="{BB962C8B-B14F-4D97-AF65-F5344CB8AC3E}">
        <p14:creationId xmlns:p14="http://schemas.microsoft.com/office/powerpoint/2010/main" val="348992988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only 3">
  <p:cSld name="Title only 3">
    <p:bg>
      <p:bgPr>
        <a:solidFill>
          <a:schemeClr val="lt1"/>
        </a:solidFill>
        <a:effectLst/>
      </p:bgPr>
    </p:bg>
    <p:spTree>
      <p:nvGrpSpPr>
        <p:cNvPr id="1" name="Shape 165"/>
        <p:cNvGrpSpPr/>
        <p:nvPr/>
      </p:nvGrpSpPr>
      <p:grpSpPr>
        <a:xfrm>
          <a:off x="0" y="0"/>
          <a:ext cx="0" cy="0"/>
          <a:chOff x="0" y="0"/>
          <a:chExt cx="0" cy="0"/>
        </a:xfrm>
      </p:grpSpPr>
      <p:pic>
        <p:nvPicPr>
          <p:cNvPr id="166" name="Google Shape;166;p28"/>
          <p:cNvPicPr preferRelativeResize="0"/>
          <p:nvPr/>
        </p:nvPicPr>
        <p:blipFill rotWithShape="1">
          <a:blip r:embed="rId2">
            <a:alphaModFix/>
          </a:blip>
          <a:srcRect l="-6643" t="-11183" r="27548" b="-11170"/>
          <a:stretch/>
        </p:blipFill>
        <p:spPr>
          <a:xfrm>
            <a:off x="7758733" y="0"/>
            <a:ext cx="4433267" cy="6858000"/>
          </a:xfrm>
          <a:prstGeom prst="rect">
            <a:avLst/>
          </a:prstGeom>
          <a:noFill/>
          <a:ln>
            <a:noFill/>
          </a:ln>
        </p:spPr>
      </p:pic>
      <p:sp>
        <p:nvSpPr>
          <p:cNvPr id="167" name="Google Shape;167;p28"/>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Tree>
    <p:extLst>
      <p:ext uri="{BB962C8B-B14F-4D97-AF65-F5344CB8AC3E}">
        <p14:creationId xmlns:p14="http://schemas.microsoft.com/office/powerpoint/2010/main" val="408882707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hanks">
  <p:cSld name="Thanks">
    <p:bg>
      <p:bgPr>
        <a:solidFill>
          <a:schemeClr val="lt1"/>
        </a:solidFill>
        <a:effectLst/>
      </p:bgPr>
    </p:bg>
    <p:spTree>
      <p:nvGrpSpPr>
        <p:cNvPr id="1" name="Shape 168"/>
        <p:cNvGrpSpPr/>
        <p:nvPr/>
      </p:nvGrpSpPr>
      <p:grpSpPr>
        <a:xfrm>
          <a:off x="0" y="0"/>
          <a:ext cx="0" cy="0"/>
          <a:chOff x="0" y="0"/>
          <a:chExt cx="0" cy="0"/>
        </a:xfrm>
      </p:grpSpPr>
      <p:pic>
        <p:nvPicPr>
          <p:cNvPr id="169" name="Google Shape;169;p29"/>
          <p:cNvPicPr preferRelativeResize="0"/>
          <p:nvPr/>
        </p:nvPicPr>
        <p:blipFill rotWithShape="1">
          <a:blip r:embed="rId2">
            <a:alphaModFix/>
          </a:blip>
          <a:srcRect l="-55210" t="50562" r="55209" b="-6811"/>
          <a:stretch/>
        </p:blipFill>
        <p:spPr>
          <a:xfrm flipH="1">
            <a:off x="0" y="0"/>
            <a:ext cx="12192000" cy="6858000"/>
          </a:xfrm>
          <a:prstGeom prst="rect">
            <a:avLst/>
          </a:prstGeom>
          <a:noFill/>
          <a:ln>
            <a:noFill/>
          </a:ln>
        </p:spPr>
      </p:pic>
      <p:pic>
        <p:nvPicPr>
          <p:cNvPr id="170" name="Google Shape;170;p29"/>
          <p:cNvPicPr preferRelativeResize="0"/>
          <p:nvPr/>
        </p:nvPicPr>
        <p:blipFill rotWithShape="1">
          <a:blip r:embed="rId2">
            <a:alphaModFix/>
          </a:blip>
          <a:srcRect l="-55210" t="50562" r="55209" b="-6811"/>
          <a:stretch/>
        </p:blipFill>
        <p:spPr>
          <a:xfrm rot="10800000" flipH="1">
            <a:off x="0" y="0"/>
            <a:ext cx="12192000" cy="6858000"/>
          </a:xfrm>
          <a:prstGeom prst="rect">
            <a:avLst/>
          </a:prstGeom>
          <a:noFill/>
          <a:ln>
            <a:noFill/>
          </a:ln>
        </p:spPr>
      </p:pic>
      <p:sp>
        <p:nvSpPr>
          <p:cNvPr id="171" name="Google Shape;171;p29"/>
          <p:cNvSpPr txBox="1">
            <a:spLocks noGrp="1"/>
          </p:cNvSpPr>
          <p:nvPr>
            <p:ph type="ctrTitle"/>
          </p:nvPr>
        </p:nvSpPr>
        <p:spPr>
          <a:xfrm>
            <a:off x="953467" y="4440833"/>
            <a:ext cx="5142400" cy="1670000"/>
          </a:xfrm>
          <a:prstGeom prst="rect">
            <a:avLst/>
          </a:prstGeom>
        </p:spPr>
        <p:txBody>
          <a:bodyPr spcFirstLastPara="1" wrap="square" lIns="91425" tIns="91425" rIns="91425" bIns="91425" anchor="t" anchorCtr="0">
            <a:noAutofit/>
          </a:bodyPr>
          <a:lstStyle>
            <a:lvl1pPr lvl="0" rtl="0">
              <a:spcBef>
                <a:spcPts val="0"/>
              </a:spcBef>
              <a:spcAft>
                <a:spcPts val="0"/>
              </a:spcAft>
              <a:buSzPts val="5200"/>
              <a:buNone/>
              <a:defRPr sz="9333"/>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r>
              <a:rPr lang="en-US"/>
              <a:t>Click to edit Master title style</a:t>
            </a:r>
            <a:endParaRPr/>
          </a:p>
        </p:txBody>
      </p:sp>
      <p:sp>
        <p:nvSpPr>
          <p:cNvPr id="172" name="Google Shape;172;p29"/>
          <p:cNvSpPr txBox="1">
            <a:spLocks noGrp="1"/>
          </p:cNvSpPr>
          <p:nvPr>
            <p:ph type="subTitle" idx="1"/>
          </p:nvPr>
        </p:nvSpPr>
        <p:spPr>
          <a:xfrm>
            <a:off x="6095867" y="713333"/>
            <a:ext cx="3578400" cy="1542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867"/>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
        <p:nvSpPr>
          <p:cNvPr id="173" name="Google Shape;173;p29"/>
          <p:cNvSpPr txBox="1"/>
          <p:nvPr/>
        </p:nvSpPr>
        <p:spPr>
          <a:xfrm>
            <a:off x="6095817" y="3037333"/>
            <a:ext cx="3578400" cy="665200"/>
          </a:xfrm>
          <a:prstGeom prst="rect">
            <a:avLst/>
          </a:prstGeom>
          <a:noFill/>
          <a:ln>
            <a:noFill/>
          </a:ln>
        </p:spPr>
        <p:txBody>
          <a:bodyPr spcFirstLastPara="1" wrap="square" lIns="121900" tIns="121900" rIns="121900" bIns="121900" anchor="ctr" anchorCtr="0">
            <a:noAutofit/>
          </a:bodyPr>
          <a:lstStyle/>
          <a:p>
            <a:pPr marL="0" lvl="0" indent="0" algn="l" rtl="0">
              <a:lnSpc>
                <a:spcPct val="100000"/>
              </a:lnSpc>
              <a:spcBef>
                <a:spcPts val="0"/>
              </a:spcBef>
              <a:spcAft>
                <a:spcPts val="0"/>
              </a:spcAft>
              <a:buNone/>
            </a:pPr>
            <a:r>
              <a:rPr lang="en" sz="1200">
                <a:solidFill>
                  <a:schemeClr val="dk1"/>
                </a:solidFill>
                <a:latin typeface="Albert Sans"/>
                <a:ea typeface="Albert Sans"/>
                <a:cs typeface="Albert Sans"/>
                <a:sym typeface="Albert Sans"/>
              </a:rPr>
              <a:t>CREDITS: This presentation template was created by </a:t>
            </a:r>
            <a:r>
              <a:rPr lang="en" sz="1200" b="1">
                <a:solidFill>
                  <a:schemeClr val="dk1"/>
                </a:solidFill>
                <a:uFill>
                  <a:noFill/>
                </a:uFill>
                <a:latin typeface="Albert Sans"/>
                <a:ea typeface="Albert Sans"/>
                <a:cs typeface="Albert Sans"/>
                <a:sym typeface="Albert Sans"/>
                <a:hlinkClick r:id="rId3">
                  <a:extLst>
                    <a:ext uri="{A12FA001-AC4F-418D-AE19-62706E023703}">
                      <ahyp:hlinkClr xmlns:ahyp="http://schemas.microsoft.com/office/drawing/2018/hyperlinkcolor" val="tx"/>
                    </a:ext>
                  </a:extLst>
                </a:hlinkClick>
              </a:rPr>
              <a:t>Slidesgo</a:t>
            </a:r>
            <a:r>
              <a:rPr lang="en" sz="1200">
                <a:solidFill>
                  <a:schemeClr val="dk1"/>
                </a:solidFill>
                <a:latin typeface="Albert Sans"/>
                <a:ea typeface="Albert Sans"/>
                <a:cs typeface="Albert Sans"/>
                <a:sym typeface="Albert Sans"/>
              </a:rPr>
              <a:t>, and includes icons by </a:t>
            </a:r>
            <a:r>
              <a:rPr lang="en" sz="1200" b="1">
                <a:solidFill>
                  <a:schemeClr val="dk1"/>
                </a:solidFill>
                <a:uFill>
                  <a:noFill/>
                </a:uFill>
                <a:latin typeface="Albert Sans"/>
                <a:ea typeface="Albert Sans"/>
                <a:cs typeface="Albert Sans"/>
                <a:sym typeface="Albert Sans"/>
                <a:hlinkClick r:id="rId4">
                  <a:extLst>
                    <a:ext uri="{A12FA001-AC4F-418D-AE19-62706E023703}">
                      <ahyp:hlinkClr xmlns:ahyp="http://schemas.microsoft.com/office/drawing/2018/hyperlinkcolor" val="tx"/>
                    </a:ext>
                  </a:extLst>
                </a:hlinkClick>
              </a:rPr>
              <a:t>Flaticon</a:t>
            </a:r>
            <a:r>
              <a:rPr lang="en" sz="1200" b="1">
                <a:solidFill>
                  <a:schemeClr val="dk1"/>
                </a:solidFill>
                <a:latin typeface="Albert Sans"/>
                <a:ea typeface="Albert Sans"/>
                <a:cs typeface="Albert Sans"/>
                <a:sym typeface="Albert Sans"/>
              </a:rPr>
              <a:t> </a:t>
            </a:r>
            <a:r>
              <a:rPr lang="en" sz="1200">
                <a:solidFill>
                  <a:schemeClr val="dk1"/>
                </a:solidFill>
                <a:latin typeface="Albert Sans"/>
                <a:ea typeface="Albert Sans"/>
                <a:cs typeface="Albert Sans"/>
                <a:sym typeface="Albert Sans"/>
              </a:rPr>
              <a:t>and infographics &amp; images by </a:t>
            </a:r>
            <a:r>
              <a:rPr lang="en" sz="1200" b="1">
                <a:solidFill>
                  <a:schemeClr val="dk1"/>
                </a:solidFill>
                <a:uFill>
                  <a:noFill/>
                </a:uFill>
                <a:latin typeface="Albert Sans"/>
                <a:ea typeface="Albert Sans"/>
                <a:cs typeface="Albert Sans"/>
                <a:sym typeface="Albert Sans"/>
                <a:hlinkClick r:id="rId5">
                  <a:extLst>
                    <a:ext uri="{A12FA001-AC4F-418D-AE19-62706E023703}">
                      <ahyp:hlinkClr xmlns:ahyp="http://schemas.microsoft.com/office/drawing/2018/hyperlinkcolor" val="tx"/>
                    </a:ext>
                  </a:extLst>
                </a:hlinkClick>
              </a:rPr>
              <a:t>Freepik</a:t>
            </a:r>
            <a:endParaRPr sz="1200" b="1">
              <a:solidFill>
                <a:schemeClr val="dk1"/>
              </a:solidFill>
              <a:latin typeface="Albert Sans"/>
              <a:ea typeface="Albert Sans"/>
              <a:cs typeface="Albert Sans"/>
              <a:sym typeface="Albert Sans"/>
            </a:endParaRPr>
          </a:p>
        </p:txBody>
      </p:sp>
    </p:spTree>
    <p:extLst>
      <p:ext uri="{BB962C8B-B14F-4D97-AF65-F5344CB8AC3E}">
        <p14:creationId xmlns:p14="http://schemas.microsoft.com/office/powerpoint/2010/main" val="133044337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Background">
  <p:cSld name="Background">
    <p:bg>
      <p:bgPr>
        <a:solidFill>
          <a:schemeClr val="lt1"/>
        </a:solidFill>
        <a:effectLst/>
      </p:bgPr>
    </p:bg>
    <p:spTree>
      <p:nvGrpSpPr>
        <p:cNvPr id="1" name="Shape 174"/>
        <p:cNvGrpSpPr/>
        <p:nvPr/>
      </p:nvGrpSpPr>
      <p:grpSpPr>
        <a:xfrm>
          <a:off x="0" y="0"/>
          <a:ext cx="0" cy="0"/>
          <a:chOff x="0" y="0"/>
          <a:chExt cx="0" cy="0"/>
        </a:xfrm>
      </p:grpSpPr>
      <p:pic>
        <p:nvPicPr>
          <p:cNvPr id="175" name="Google Shape;175;p30"/>
          <p:cNvPicPr preferRelativeResize="0"/>
          <p:nvPr/>
        </p:nvPicPr>
        <p:blipFill rotWithShape="1">
          <a:blip r:embed="rId2">
            <a:alphaModFix/>
          </a:blip>
          <a:srcRect l="-6643" t="13471" r="27548" b="-35825"/>
          <a:stretch/>
        </p:blipFill>
        <p:spPr>
          <a:xfrm flipH="1">
            <a:off x="-14240" y="-3249"/>
            <a:ext cx="4428391" cy="6858000"/>
          </a:xfrm>
          <a:prstGeom prst="rect">
            <a:avLst/>
          </a:prstGeom>
          <a:noFill/>
          <a:ln>
            <a:noFill/>
          </a:ln>
        </p:spPr>
      </p:pic>
      <p:pic>
        <p:nvPicPr>
          <p:cNvPr id="176" name="Google Shape;176;p30"/>
          <p:cNvPicPr preferRelativeResize="0"/>
          <p:nvPr/>
        </p:nvPicPr>
        <p:blipFill rotWithShape="1">
          <a:blip r:embed="rId2">
            <a:alphaModFix/>
          </a:blip>
          <a:srcRect l="-235242" t="44962" r="44460" b="-108521"/>
          <a:stretch/>
        </p:blipFill>
        <p:spPr>
          <a:xfrm rot="10800000" flipH="1">
            <a:off x="-14240" y="-3249"/>
            <a:ext cx="12192107" cy="6864500"/>
          </a:xfrm>
          <a:prstGeom prst="rect">
            <a:avLst/>
          </a:prstGeom>
          <a:noFill/>
          <a:ln>
            <a:noFill/>
          </a:ln>
        </p:spPr>
      </p:pic>
    </p:spTree>
    <p:extLst>
      <p:ext uri="{BB962C8B-B14F-4D97-AF65-F5344CB8AC3E}">
        <p14:creationId xmlns:p14="http://schemas.microsoft.com/office/powerpoint/2010/main" val="287059685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Background 1">
  <p:cSld name="Background 1">
    <p:bg>
      <p:bgPr>
        <a:solidFill>
          <a:schemeClr val="lt1"/>
        </a:solidFill>
        <a:effectLst/>
      </p:bgPr>
    </p:bg>
    <p:spTree>
      <p:nvGrpSpPr>
        <p:cNvPr id="1" name="Shape 177"/>
        <p:cNvGrpSpPr/>
        <p:nvPr/>
      </p:nvGrpSpPr>
      <p:grpSpPr>
        <a:xfrm>
          <a:off x="0" y="0"/>
          <a:ext cx="0" cy="0"/>
          <a:chOff x="0" y="0"/>
          <a:chExt cx="0" cy="0"/>
        </a:xfrm>
      </p:grpSpPr>
      <p:pic>
        <p:nvPicPr>
          <p:cNvPr id="178" name="Google Shape;178;p31"/>
          <p:cNvPicPr preferRelativeResize="0"/>
          <p:nvPr/>
        </p:nvPicPr>
        <p:blipFill rotWithShape="1">
          <a:blip r:embed="rId2">
            <a:alphaModFix/>
          </a:blip>
          <a:srcRect l="-55210" t="50562" r="55209" b="-6811"/>
          <a:stretch/>
        </p:blipFill>
        <p:spPr>
          <a:xfrm>
            <a:off x="0" y="0"/>
            <a:ext cx="12192000" cy="6858000"/>
          </a:xfrm>
          <a:prstGeom prst="rect">
            <a:avLst/>
          </a:prstGeom>
          <a:noFill/>
          <a:ln>
            <a:noFill/>
          </a:ln>
        </p:spPr>
      </p:pic>
      <p:pic>
        <p:nvPicPr>
          <p:cNvPr id="179" name="Google Shape;179;p31"/>
          <p:cNvPicPr preferRelativeResize="0"/>
          <p:nvPr/>
        </p:nvPicPr>
        <p:blipFill rotWithShape="1">
          <a:blip r:embed="rId2">
            <a:alphaModFix/>
          </a:blip>
          <a:srcRect l="-55210" t="50562" r="55209" b="-6811"/>
          <a:stretch/>
        </p:blipFill>
        <p:spPr>
          <a:xfrm rot="10800000">
            <a:off x="0" y="0"/>
            <a:ext cx="12192000" cy="6858000"/>
          </a:xfrm>
          <a:prstGeom prst="rect">
            <a:avLst/>
          </a:prstGeom>
          <a:noFill/>
          <a:ln>
            <a:noFill/>
          </a:ln>
        </p:spPr>
      </p:pic>
    </p:spTree>
    <p:extLst>
      <p:ext uri="{BB962C8B-B14F-4D97-AF65-F5344CB8AC3E}">
        <p14:creationId xmlns:p14="http://schemas.microsoft.com/office/powerpoint/2010/main" val="72891167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BA9A7-DC78-3CB3-7F00-929E421E9B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8F4783-8B8F-B836-F68D-81BDF16A16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FE82BE-60AE-D797-7868-81B8EF463DFF}"/>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5" name="Footer Placeholder 4">
            <a:extLst>
              <a:ext uri="{FF2B5EF4-FFF2-40B4-BE49-F238E27FC236}">
                <a16:creationId xmlns:a16="http://schemas.microsoft.com/office/drawing/2014/main" id="{6DD90722-9270-7EDB-981C-B923AA08C7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9E6731-DBE6-4F74-E2CF-7659DBC87CF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84152698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183"/>
        <p:cNvGrpSpPr/>
        <p:nvPr/>
      </p:nvGrpSpPr>
      <p:grpSpPr>
        <a:xfrm>
          <a:off x="0" y="0"/>
          <a:ext cx="0" cy="0"/>
          <a:chOff x="0" y="0"/>
          <a:chExt cx="0" cy="0"/>
        </a:xfrm>
      </p:grpSpPr>
    </p:spTree>
    <p:extLst>
      <p:ext uri="{BB962C8B-B14F-4D97-AF65-F5344CB8AC3E}">
        <p14:creationId xmlns:p14="http://schemas.microsoft.com/office/powerpoint/2010/main" val="387961144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184"/>
        <p:cNvGrpSpPr/>
        <p:nvPr/>
      </p:nvGrpSpPr>
      <p:grpSpPr>
        <a:xfrm>
          <a:off x="0" y="0"/>
          <a:ext cx="0" cy="0"/>
          <a:chOff x="0" y="0"/>
          <a:chExt cx="0" cy="0"/>
        </a:xfrm>
      </p:grpSpPr>
      <p:sp>
        <p:nvSpPr>
          <p:cNvPr id="185" name="Google Shape;185;p34"/>
          <p:cNvSpPr txBox="1">
            <a:spLocks noGrp="1"/>
          </p:cNvSpPr>
          <p:nvPr>
            <p:ph type="title"/>
          </p:nvPr>
        </p:nvSpPr>
        <p:spPr>
          <a:xfrm>
            <a:off x="964600" y="681367"/>
            <a:ext cx="102628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r>
              <a:rPr lang="en-US"/>
              <a:t>Click to edit Master title style</a:t>
            </a:r>
            <a:endParaRPr/>
          </a:p>
        </p:txBody>
      </p:sp>
    </p:spTree>
    <p:extLst>
      <p:ext uri="{BB962C8B-B14F-4D97-AF65-F5344CB8AC3E}">
        <p14:creationId xmlns:p14="http://schemas.microsoft.com/office/powerpoint/2010/main" val="290085390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chemeClr val="lt1"/>
        </a:solidFill>
        <a:effectLst/>
      </p:bgPr>
    </p:bg>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l="-55210" t="50562" r="55209" b="-6811"/>
          <a:stretch/>
        </p:blipFill>
        <p:spPr>
          <a:xfrm rot="10800000">
            <a:off x="0" y="0"/>
            <a:ext cx="12192000" cy="6858000"/>
          </a:xfrm>
          <a:prstGeom prst="rect">
            <a:avLst/>
          </a:prstGeom>
          <a:noFill/>
          <a:ln>
            <a:noFill/>
          </a:ln>
        </p:spPr>
      </p:pic>
      <p:pic>
        <p:nvPicPr>
          <p:cNvPr id="10" name="Google Shape;10;p2"/>
          <p:cNvPicPr preferRelativeResize="0"/>
          <p:nvPr/>
        </p:nvPicPr>
        <p:blipFill rotWithShape="1">
          <a:blip r:embed="rId2">
            <a:alphaModFix/>
          </a:blip>
          <a:srcRect l="-19689" t="41478" r="19690" b="2272"/>
          <a:stretch/>
        </p:blipFill>
        <p:spPr>
          <a:xfrm>
            <a:off x="0" y="0"/>
            <a:ext cx="12192000" cy="6858000"/>
          </a:xfrm>
          <a:prstGeom prst="rect">
            <a:avLst/>
          </a:prstGeom>
          <a:noFill/>
          <a:ln>
            <a:noFill/>
          </a:ln>
        </p:spPr>
      </p:pic>
      <p:sp>
        <p:nvSpPr>
          <p:cNvPr id="11" name="Google Shape;11;p2"/>
          <p:cNvSpPr txBox="1">
            <a:spLocks noGrp="1"/>
          </p:cNvSpPr>
          <p:nvPr>
            <p:ph type="ctrTitle"/>
          </p:nvPr>
        </p:nvSpPr>
        <p:spPr>
          <a:xfrm>
            <a:off x="949000" y="2611467"/>
            <a:ext cx="5706800" cy="3533200"/>
          </a:xfrm>
          <a:prstGeom prst="rect">
            <a:avLst/>
          </a:prstGeom>
        </p:spPr>
        <p:txBody>
          <a:bodyPr spcFirstLastPara="1" wrap="square" lIns="91425" tIns="91425" rIns="91425" bIns="91425" anchor="t" anchorCtr="0">
            <a:noAutofit/>
          </a:bodyPr>
          <a:lstStyle>
            <a:lvl1pPr lvl="0">
              <a:lnSpc>
                <a:spcPct val="90000"/>
              </a:lnSpc>
              <a:spcBef>
                <a:spcPts val="0"/>
              </a:spcBef>
              <a:spcAft>
                <a:spcPts val="0"/>
              </a:spcAft>
              <a:buSzPts val="5200"/>
              <a:buNone/>
              <a:defRPr sz="12000"/>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US"/>
              <a:t>Click to edit Master title style</a:t>
            </a:r>
            <a:endParaRPr/>
          </a:p>
        </p:txBody>
      </p:sp>
      <p:sp>
        <p:nvSpPr>
          <p:cNvPr id="12" name="Google Shape;12;p2"/>
          <p:cNvSpPr txBox="1">
            <a:spLocks noGrp="1"/>
          </p:cNvSpPr>
          <p:nvPr>
            <p:ph type="subTitle" idx="1"/>
          </p:nvPr>
        </p:nvSpPr>
        <p:spPr>
          <a:xfrm>
            <a:off x="6096000" y="713333"/>
            <a:ext cx="5147200" cy="517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200"/>
              <a:buNone/>
              <a:defRPr sz="1867"/>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51068502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solidFill>
          <a:schemeClr val="lt1"/>
        </a:solidFill>
        <a:effectLst/>
      </p:bgPr>
    </p:bg>
    <p:spTree>
      <p:nvGrpSpPr>
        <p:cNvPr id="1" name="Shape 13"/>
        <p:cNvGrpSpPr/>
        <p:nvPr/>
      </p:nvGrpSpPr>
      <p:grpSpPr>
        <a:xfrm>
          <a:off x="0" y="0"/>
          <a:ext cx="0" cy="0"/>
          <a:chOff x="0" y="0"/>
          <a:chExt cx="0" cy="0"/>
        </a:xfrm>
      </p:grpSpPr>
      <p:pic>
        <p:nvPicPr>
          <p:cNvPr id="14" name="Google Shape;14;p3"/>
          <p:cNvPicPr preferRelativeResize="0"/>
          <p:nvPr/>
        </p:nvPicPr>
        <p:blipFill rotWithShape="1">
          <a:blip r:embed="rId2">
            <a:alphaModFix/>
          </a:blip>
          <a:srcRect l="-55210" t="50562" r="55209" b="-6811"/>
          <a:stretch/>
        </p:blipFill>
        <p:spPr>
          <a:xfrm flipH="1">
            <a:off x="0" y="0"/>
            <a:ext cx="12192000" cy="6858000"/>
          </a:xfrm>
          <a:prstGeom prst="rect">
            <a:avLst/>
          </a:prstGeom>
          <a:noFill/>
          <a:ln>
            <a:noFill/>
          </a:ln>
        </p:spPr>
      </p:pic>
      <p:pic>
        <p:nvPicPr>
          <p:cNvPr id="15" name="Google Shape;15;p3"/>
          <p:cNvPicPr preferRelativeResize="0"/>
          <p:nvPr/>
        </p:nvPicPr>
        <p:blipFill rotWithShape="1">
          <a:blip r:embed="rId3">
            <a:alphaModFix/>
          </a:blip>
          <a:srcRect l="36283" t="30" r="-6" b="-40"/>
          <a:stretch/>
        </p:blipFill>
        <p:spPr>
          <a:xfrm rot="10800000">
            <a:off x="7819933" y="-4366"/>
            <a:ext cx="4372067" cy="6862367"/>
          </a:xfrm>
          <a:prstGeom prst="rect">
            <a:avLst/>
          </a:prstGeom>
          <a:noFill/>
          <a:ln>
            <a:noFill/>
          </a:ln>
        </p:spPr>
      </p:pic>
      <p:sp>
        <p:nvSpPr>
          <p:cNvPr id="16" name="Google Shape;16;p3"/>
          <p:cNvSpPr txBox="1">
            <a:spLocks noGrp="1"/>
          </p:cNvSpPr>
          <p:nvPr>
            <p:ph type="title"/>
          </p:nvPr>
        </p:nvSpPr>
        <p:spPr>
          <a:xfrm>
            <a:off x="953467" y="4437400"/>
            <a:ext cx="10278400" cy="16716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9333"/>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
        <p:nvSpPr>
          <p:cNvPr id="17" name="Google Shape;17;p3"/>
          <p:cNvSpPr txBox="1">
            <a:spLocks noGrp="1"/>
          </p:cNvSpPr>
          <p:nvPr>
            <p:ph type="title" idx="2" hasCustomPrompt="1"/>
          </p:nvPr>
        </p:nvSpPr>
        <p:spPr>
          <a:xfrm>
            <a:off x="953467" y="2765667"/>
            <a:ext cx="10278400" cy="167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2"/>
              </a:buClr>
              <a:buSzPts val="6000"/>
              <a:buNone/>
              <a:defRPr sz="9333">
                <a:solidFill>
                  <a:schemeClr val="lt2"/>
                </a:solidFill>
              </a:defRPr>
            </a:lvl1pPr>
            <a:lvl2pPr lvl="1" algn="ctr" rtl="0">
              <a:spcBef>
                <a:spcPts val="0"/>
              </a:spcBef>
              <a:spcAft>
                <a:spcPts val="0"/>
              </a:spcAft>
              <a:buClr>
                <a:schemeClr val="lt2"/>
              </a:buClr>
              <a:buSzPts val="6000"/>
              <a:buNone/>
              <a:defRPr sz="8000">
                <a:solidFill>
                  <a:schemeClr val="lt2"/>
                </a:solidFill>
              </a:defRPr>
            </a:lvl2pPr>
            <a:lvl3pPr lvl="2" algn="ctr" rtl="0">
              <a:spcBef>
                <a:spcPts val="0"/>
              </a:spcBef>
              <a:spcAft>
                <a:spcPts val="0"/>
              </a:spcAft>
              <a:buClr>
                <a:schemeClr val="lt2"/>
              </a:buClr>
              <a:buSzPts val="6000"/>
              <a:buNone/>
              <a:defRPr sz="8000">
                <a:solidFill>
                  <a:schemeClr val="lt2"/>
                </a:solidFill>
              </a:defRPr>
            </a:lvl3pPr>
            <a:lvl4pPr lvl="3" algn="ctr" rtl="0">
              <a:spcBef>
                <a:spcPts val="0"/>
              </a:spcBef>
              <a:spcAft>
                <a:spcPts val="0"/>
              </a:spcAft>
              <a:buClr>
                <a:schemeClr val="lt2"/>
              </a:buClr>
              <a:buSzPts val="6000"/>
              <a:buNone/>
              <a:defRPr sz="8000">
                <a:solidFill>
                  <a:schemeClr val="lt2"/>
                </a:solidFill>
              </a:defRPr>
            </a:lvl4pPr>
            <a:lvl5pPr lvl="4" algn="ctr" rtl="0">
              <a:spcBef>
                <a:spcPts val="0"/>
              </a:spcBef>
              <a:spcAft>
                <a:spcPts val="0"/>
              </a:spcAft>
              <a:buClr>
                <a:schemeClr val="lt2"/>
              </a:buClr>
              <a:buSzPts val="6000"/>
              <a:buNone/>
              <a:defRPr sz="8000">
                <a:solidFill>
                  <a:schemeClr val="lt2"/>
                </a:solidFill>
              </a:defRPr>
            </a:lvl5pPr>
            <a:lvl6pPr lvl="5" algn="ctr" rtl="0">
              <a:spcBef>
                <a:spcPts val="0"/>
              </a:spcBef>
              <a:spcAft>
                <a:spcPts val="0"/>
              </a:spcAft>
              <a:buClr>
                <a:schemeClr val="lt2"/>
              </a:buClr>
              <a:buSzPts val="6000"/>
              <a:buNone/>
              <a:defRPr sz="8000">
                <a:solidFill>
                  <a:schemeClr val="lt2"/>
                </a:solidFill>
              </a:defRPr>
            </a:lvl6pPr>
            <a:lvl7pPr lvl="6" algn="ctr" rtl="0">
              <a:spcBef>
                <a:spcPts val="0"/>
              </a:spcBef>
              <a:spcAft>
                <a:spcPts val="0"/>
              </a:spcAft>
              <a:buClr>
                <a:schemeClr val="lt2"/>
              </a:buClr>
              <a:buSzPts val="6000"/>
              <a:buNone/>
              <a:defRPr sz="8000">
                <a:solidFill>
                  <a:schemeClr val="lt2"/>
                </a:solidFill>
              </a:defRPr>
            </a:lvl7pPr>
            <a:lvl8pPr lvl="7" algn="ctr" rtl="0">
              <a:spcBef>
                <a:spcPts val="0"/>
              </a:spcBef>
              <a:spcAft>
                <a:spcPts val="0"/>
              </a:spcAft>
              <a:buClr>
                <a:schemeClr val="lt2"/>
              </a:buClr>
              <a:buSzPts val="6000"/>
              <a:buNone/>
              <a:defRPr sz="8000">
                <a:solidFill>
                  <a:schemeClr val="lt2"/>
                </a:solidFill>
              </a:defRPr>
            </a:lvl8pPr>
            <a:lvl9pPr lvl="8" algn="ctr" rtl="0">
              <a:spcBef>
                <a:spcPts val="0"/>
              </a:spcBef>
              <a:spcAft>
                <a:spcPts val="0"/>
              </a:spcAft>
              <a:buClr>
                <a:schemeClr val="lt2"/>
              </a:buClr>
              <a:buSzPts val="6000"/>
              <a:buNone/>
              <a:defRPr sz="8000">
                <a:solidFill>
                  <a:schemeClr val="lt2"/>
                </a:solidFill>
              </a:defRPr>
            </a:lvl9pPr>
          </a:lstStyle>
          <a:p>
            <a:r>
              <a:t>xx%</a:t>
            </a:r>
          </a:p>
        </p:txBody>
      </p:sp>
      <p:sp>
        <p:nvSpPr>
          <p:cNvPr id="18" name="Google Shape;18;p3"/>
          <p:cNvSpPr txBox="1">
            <a:spLocks noGrp="1"/>
          </p:cNvSpPr>
          <p:nvPr>
            <p:ph type="subTitle" idx="1"/>
          </p:nvPr>
        </p:nvSpPr>
        <p:spPr>
          <a:xfrm>
            <a:off x="6096000" y="713333"/>
            <a:ext cx="5142400" cy="51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867"/>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Tree>
    <p:extLst>
      <p:ext uri="{BB962C8B-B14F-4D97-AF65-F5344CB8AC3E}">
        <p14:creationId xmlns:p14="http://schemas.microsoft.com/office/powerpoint/2010/main" val="408695038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solidFill>
          <a:schemeClr val="lt1"/>
        </a:solidFill>
        <a:effectLst/>
      </p:bgPr>
    </p:bg>
    <p:spTree>
      <p:nvGrpSpPr>
        <p:cNvPr id="1" name="Shape 19"/>
        <p:cNvGrpSpPr/>
        <p:nvPr/>
      </p:nvGrpSpPr>
      <p:grpSpPr>
        <a:xfrm>
          <a:off x="0" y="0"/>
          <a:ext cx="0" cy="0"/>
          <a:chOff x="0" y="0"/>
          <a:chExt cx="0" cy="0"/>
        </a:xfrm>
      </p:grpSpPr>
      <p:pic>
        <p:nvPicPr>
          <p:cNvPr id="20" name="Google Shape;20;p4"/>
          <p:cNvPicPr preferRelativeResize="0"/>
          <p:nvPr/>
        </p:nvPicPr>
        <p:blipFill rotWithShape="1">
          <a:blip r:embed="rId2">
            <a:alphaModFix/>
          </a:blip>
          <a:srcRect l="174697" t="-83399" r="177064" b="41635"/>
          <a:stretch/>
        </p:blipFill>
        <p:spPr>
          <a:xfrm>
            <a:off x="1767" y="-2182"/>
            <a:ext cx="12188600" cy="6862367"/>
          </a:xfrm>
          <a:prstGeom prst="rect">
            <a:avLst/>
          </a:prstGeom>
          <a:noFill/>
          <a:ln>
            <a:noFill/>
          </a:ln>
        </p:spPr>
      </p:pic>
      <p:sp>
        <p:nvSpPr>
          <p:cNvPr id="21" name="Google Shape;21;p4"/>
          <p:cNvSpPr txBox="1">
            <a:spLocks noGrp="1"/>
          </p:cNvSpPr>
          <p:nvPr>
            <p:ph type="title"/>
          </p:nvPr>
        </p:nvSpPr>
        <p:spPr>
          <a:xfrm>
            <a:off x="953467" y="713333"/>
            <a:ext cx="5142400" cy="1265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22" name="Google Shape;22;p4"/>
          <p:cNvSpPr txBox="1">
            <a:spLocks noGrp="1"/>
          </p:cNvSpPr>
          <p:nvPr>
            <p:ph type="body" idx="1"/>
          </p:nvPr>
        </p:nvSpPr>
        <p:spPr>
          <a:xfrm>
            <a:off x="953467" y="2181733"/>
            <a:ext cx="5142400" cy="2526400"/>
          </a:xfrm>
          <a:prstGeom prst="rect">
            <a:avLst/>
          </a:prstGeom>
          <a:ln>
            <a:noFill/>
          </a:ln>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dk1"/>
              </a:buClr>
              <a:buSzPts val="1200"/>
              <a:buChar char="●"/>
              <a:defRPr sz="1600">
                <a:solidFill>
                  <a:schemeClr val="dk1"/>
                </a:solidFill>
              </a:defRPr>
            </a:lvl1pPr>
            <a:lvl2pPr marL="1219170" lvl="1" indent="-406390" rtl="0">
              <a:lnSpc>
                <a:spcPct val="100000"/>
              </a:lnSpc>
              <a:spcBef>
                <a:spcPts val="0"/>
              </a:spcBef>
              <a:spcAft>
                <a:spcPts val="0"/>
              </a:spcAft>
              <a:buClr>
                <a:schemeClr val="dk1"/>
              </a:buClr>
              <a:buSzPts val="1200"/>
              <a:buChar char="○"/>
              <a:defRPr sz="1600">
                <a:solidFill>
                  <a:schemeClr val="dk1"/>
                </a:solidFill>
              </a:defRPr>
            </a:lvl2pPr>
            <a:lvl3pPr marL="1828754" lvl="2" indent="-406390" rtl="0">
              <a:lnSpc>
                <a:spcPct val="100000"/>
              </a:lnSpc>
              <a:spcBef>
                <a:spcPts val="0"/>
              </a:spcBef>
              <a:spcAft>
                <a:spcPts val="0"/>
              </a:spcAft>
              <a:buClr>
                <a:schemeClr val="dk1"/>
              </a:buClr>
              <a:buSzPts val="1200"/>
              <a:buChar char="■"/>
              <a:defRPr sz="1600">
                <a:solidFill>
                  <a:schemeClr val="dk1"/>
                </a:solidFill>
              </a:defRPr>
            </a:lvl3pPr>
            <a:lvl4pPr marL="2438339" lvl="3" indent="-406390" rtl="0">
              <a:lnSpc>
                <a:spcPct val="100000"/>
              </a:lnSpc>
              <a:spcBef>
                <a:spcPts val="0"/>
              </a:spcBef>
              <a:spcAft>
                <a:spcPts val="0"/>
              </a:spcAft>
              <a:buClr>
                <a:schemeClr val="dk1"/>
              </a:buClr>
              <a:buSzPts val="1200"/>
              <a:buChar char="●"/>
              <a:defRPr sz="1600">
                <a:solidFill>
                  <a:schemeClr val="dk1"/>
                </a:solidFill>
              </a:defRPr>
            </a:lvl4pPr>
            <a:lvl5pPr marL="3047924" lvl="4" indent="-406390" rtl="0">
              <a:lnSpc>
                <a:spcPct val="100000"/>
              </a:lnSpc>
              <a:spcBef>
                <a:spcPts val="0"/>
              </a:spcBef>
              <a:spcAft>
                <a:spcPts val="0"/>
              </a:spcAft>
              <a:buClr>
                <a:schemeClr val="dk1"/>
              </a:buClr>
              <a:buSzPts val="1200"/>
              <a:buChar char="○"/>
              <a:defRPr sz="1600">
                <a:solidFill>
                  <a:schemeClr val="dk1"/>
                </a:solidFill>
              </a:defRPr>
            </a:lvl5pPr>
            <a:lvl6pPr marL="3657509" lvl="5" indent="-406390" rtl="0">
              <a:lnSpc>
                <a:spcPct val="100000"/>
              </a:lnSpc>
              <a:spcBef>
                <a:spcPts val="0"/>
              </a:spcBef>
              <a:spcAft>
                <a:spcPts val="0"/>
              </a:spcAft>
              <a:buClr>
                <a:schemeClr val="dk1"/>
              </a:buClr>
              <a:buSzPts val="1200"/>
              <a:buChar char="■"/>
              <a:defRPr sz="1600">
                <a:solidFill>
                  <a:schemeClr val="dk1"/>
                </a:solidFill>
              </a:defRPr>
            </a:lvl6pPr>
            <a:lvl7pPr marL="4267093" lvl="6" indent="-406390" rtl="0">
              <a:lnSpc>
                <a:spcPct val="100000"/>
              </a:lnSpc>
              <a:spcBef>
                <a:spcPts val="0"/>
              </a:spcBef>
              <a:spcAft>
                <a:spcPts val="0"/>
              </a:spcAft>
              <a:buClr>
                <a:schemeClr val="dk1"/>
              </a:buClr>
              <a:buSzPts val="1200"/>
              <a:buChar char="●"/>
              <a:defRPr sz="1600">
                <a:solidFill>
                  <a:schemeClr val="dk1"/>
                </a:solidFill>
              </a:defRPr>
            </a:lvl7pPr>
            <a:lvl8pPr marL="4876678" lvl="7" indent="-406390" rtl="0">
              <a:lnSpc>
                <a:spcPct val="100000"/>
              </a:lnSpc>
              <a:spcBef>
                <a:spcPts val="0"/>
              </a:spcBef>
              <a:spcAft>
                <a:spcPts val="0"/>
              </a:spcAft>
              <a:buClr>
                <a:schemeClr val="dk1"/>
              </a:buClr>
              <a:buSzPts val="1200"/>
              <a:buChar char="○"/>
              <a:defRPr sz="1600">
                <a:solidFill>
                  <a:schemeClr val="dk1"/>
                </a:solidFill>
              </a:defRPr>
            </a:lvl8pPr>
            <a:lvl9pPr marL="5486263" lvl="8" indent="-406390" rtl="0">
              <a:lnSpc>
                <a:spcPct val="100000"/>
              </a:lnSpc>
              <a:spcBef>
                <a:spcPts val="0"/>
              </a:spcBef>
              <a:spcAft>
                <a:spcPts val="0"/>
              </a:spcAft>
              <a:buClr>
                <a:schemeClr val="dk1"/>
              </a:buClr>
              <a:buSzPts val="1200"/>
              <a:buChar char="■"/>
              <a:defRPr sz="1600">
                <a:solidFill>
                  <a:schemeClr val="dk1"/>
                </a:solidFill>
              </a:defRPr>
            </a:lvl9pPr>
          </a:lstStyle>
          <a:p>
            <a:pPr lvl="0"/>
            <a:r>
              <a:rPr lang="en-US"/>
              <a:t>Click to edit Master text styles</a:t>
            </a:r>
          </a:p>
        </p:txBody>
      </p:sp>
      <p:sp>
        <p:nvSpPr>
          <p:cNvPr id="23" name="Google Shape;23;p4"/>
          <p:cNvSpPr>
            <a:spLocks noGrp="1"/>
          </p:cNvSpPr>
          <p:nvPr>
            <p:ph type="pic" idx="2"/>
          </p:nvPr>
        </p:nvSpPr>
        <p:spPr>
          <a:xfrm>
            <a:off x="7620233" y="100"/>
            <a:ext cx="4572000" cy="6858000"/>
          </a:xfrm>
          <a:prstGeom prst="rect">
            <a:avLst/>
          </a:prstGeom>
          <a:noFill/>
          <a:ln>
            <a:noFill/>
          </a:ln>
        </p:spPr>
        <p:txBody>
          <a:bodyPr/>
          <a:lstStyle/>
          <a:p>
            <a:endParaRPr lang="en-IN"/>
          </a:p>
        </p:txBody>
      </p:sp>
    </p:spTree>
    <p:extLst>
      <p:ext uri="{BB962C8B-B14F-4D97-AF65-F5344CB8AC3E}">
        <p14:creationId xmlns:p14="http://schemas.microsoft.com/office/powerpoint/2010/main" val="145478317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bg>
      <p:bgPr>
        <a:solidFill>
          <a:schemeClr val="lt1"/>
        </a:solidFill>
        <a:effectLst/>
      </p:bgPr>
    </p:bg>
    <p:spTree>
      <p:nvGrpSpPr>
        <p:cNvPr id="1" name="Shape 24"/>
        <p:cNvGrpSpPr/>
        <p:nvPr/>
      </p:nvGrpSpPr>
      <p:grpSpPr>
        <a:xfrm>
          <a:off x="0" y="0"/>
          <a:ext cx="0" cy="0"/>
          <a:chOff x="0" y="0"/>
          <a:chExt cx="0" cy="0"/>
        </a:xfrm>
      </p:grpSpPr>
      <p:pic>
        <p:nvPicPr>
          <p:cNvPr id="25" name="Google Shape;25;p5"/>
          <p:cNvPicPr preferRelativeResize="0"/>
          <p:nvPr/>
        </p:nvPicPr>
        <p:blipFill rotWithShape="1">
          <a:blip r:embed="rId2">
            <a:alphaModFix/>
          </a:blip>
          <a:srcRect l="-55210" t="50562" r="55209" b="-6811"/>
          <a:stretch/>
        </p:blipFill>
        <p:spPr>
          <a:xfrm rot="10800000">
            <a:off x="0" y="0"/>
            <a:ext cx="12192000" cy="6858000"/>
          </a:xfrm>
          <a:prstGeom prst="rect">
            <a:avLst/>
          </a:prstGeom>
          <a:noFill/>
          <a:ln>
            <a:noFill/>
          </a:ln>
        </p:spPr>
      </p:pic>
      <p:sp>
        <p:nvSpPr>
          <p:cNvPr id="26" name="Google Shape;26;p5"/>
          <p:cNvSpPr txBox="1">
            <a:spLocks noGrp="1"/>
          </p:cNvSpPr>
          <p:nvPr>
            <p:ph type="subTitle" idx="1"/>
          </p:nvPr>
        </p:nvSpPr>
        <p:spPr>
          <a:xfrm>
            <a:off x="1586333" y="2323867"/>
            <a:ext cx="3876800" cy="290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27" name="Google Shape;27;p5"/>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28" name="Google Shape;28;p5"/>
          <p:cNvSpPr txBox="1">
            <a:spLocks noGrp="1"/>
          </p:cNvSpPr>
          <p:nvPr>
            <p:ph type="subTitle" idx="2"/>
          </p:nvPr>
        </p:nvSpPr>
        <p:spPr>
          <a:xfrm>
            <a:off x="6728867" y="2323867"/>
            <a:ext cx="3876800" cy="290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Tree>
    <p:extLst>
      <p:ext uri="{BB962C8B-B14F-4D97-AF65-F5344CB8AC3E}">
        <p14:creationId xmlns:p14="http://schemas.microsoft.com/office/powerpoint/2010/main" val="30693615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solidFill>
          <a:schemeClr val="lt1"/>
        </a:solidFill>
        <a:effectLst/>
      </p:bgPr>
    </p:bg>
    <p:spTree>
      <p:nvGrpSpPr>
        <p:cNvPr id="1" name="Shape 29"/>
        <p:cNvGrpSpPr/>
        <p:nvPr/>
      </p:nvGrpSpPr>
      <p:grpSpPr>
        <a:xfrm>
          <a:off x="0" y="0"/>
          <a:ext cx="0" cy="0"/>
          <a:chOff x="0" y="0"/>
          <a:chExt cx="0" cy="0"/>
        </a:xfrm>
      </p:grpSpPr>
      <p:pic>
        <p:nvPicPr>
          <p:cNvPr id="30" name="Google Shape;30;p6"/>
          <p:cNvPicPr preferRelativeResize="0"/>
          <p:nvPr/>
        </p:nvPicPr>
        <p:blipFill rotWithShape="1">
          <a:blip r:embed="rId2">
            <a:alphaModFix/>
          </a:blip>
          <a:srcRect l="104756" t="-108210" r="280062" b="47851"/>
          <a:stretch/>
        </p:blipFill>
        <p:spPr>
          <a:xfrm rot="10800000">
            <a:off x="1767" y="-2182"/>
            <a:ext cx="12188600" cy="6862367"/>
          </a:xfrm>
          <a:prstGeom prst="rect">
            <a:avLst/>
          </a:prstGeom>
          <a:noFill/>
          <a:ln>
            <a:noFill/>
          </a:ln>
        </p:spPr>
      </p:pic>
      <p:sp>
        <p:nvSpPr>
          <p:cNvPr id="31" name="Google Shape;31;p6"/>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Tree>
    <p:extLst>
      <p:ext uri="{BB962C8B-B14F-4D97-AF65-F5344CB8AC3E}">
        <p14:creationId xmlns:p14="http://schemas.microsoft.com/office/powerpoint/2010/main" val="356238516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One column text">
  <p:cSld name="One column text">
    <p:bg>
      <p:bgPr>
        <a:solidFill>
          <a:schemeClr val="lt1"/>
        </a:solidFill>
        <a:effectLst/>
      </p:bgPr>
    </p:bg>
    <p:spTree>
      <p:nvGrpSpPr>
        <p:cNvPr id="1" name="Shape 32"/>
        <p:cNvGrpSpPr/>
        <p:nvPr/>
      </p:nvGrpSpPr>
      <p:grpSpPr>
        <a:xfrm>
          <a:off x="0" y="0"/>
          <a:ext cx="0" cy="0"/>
          <a:chOff x="0" y="0"/>
          <a:chExt cx="0" cy="0"/>
        </a:xfrm>
      </p:grpSpPr>
      <p:pic>
        <p:nvPicPr>
          <p:cNvPr id="33" name="Google Shape;33;p7"/>
          <p:cNvPicPr preferRelativeResize="0"/>
          <p:nvPr/>
        </p:nvPicPr>
        <p:blipFill rotWithShape="1">
          <a:blip r:embed="rId2">
            <a:alphaModFix/>
          </a:blip>
          <a:srcRect l="130683" t="-50527" r="175247" b="34585"/>
          <a:stretch/>
        </p:blipFill>
        <p:spPr>
          <a:xfrm>
            <a:off x="1767" y="-2182"/>
            <a:ext cx="12188600" cy="6862367"/>
          </a:xfrm>
          <a:prstGeom prst="rect">
            <a:avLst/>
          </a:prstGeom>
          <a:noFill/>
          <a:ln>
            <a:noFill/>
          </a:ln>
        </p:spPr>
      </p:pic>
      <p:sp>
        <p:nvSpPr>
          <p:cNvPr id="34" name="Google Shape;34;p7"/>
          <p:cNvSpPr txBox="1">
            <a:spLocks noGrp="1"/>
          </p:cNvSpPr>
          <p:nvPr>
            <p:ph type="title"/>
          </p:nvPr>
        </p:nvSpPr>
        <p:spPr>
          <a:xfrm>
            <a:off x="953467" y="713333"/>
            <a:ext cx="5142400" cy="1272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35" name="Google Shape;35;p7"/>
          <p:cNvSpPr txBox="1">
            <a:spLocks noGrp="1"/>
          </p:cNvSpPr>
          <p:nvPr>
            <p:ph type="body" idx="1"/>
          </p:nvPr>
        </p:nvSpPr>
        <p:spPr>
          <a:xfrm>
            <a:off x="953467" y="2188533"/>
            <a:ext cx="5142400" cy="968400"/>
          </a:xfrm>
          <a:prstGeom prst="rect">
            <a:avLst/>
          </a:prstGeom>
          <a:ln>
            <a:noFill/>
          </a:ln>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dk1"/>
              </a:buClr>
              <a:buSzPts val="1200"/>
              <a:buChar char="●"/>
              <a:defRPr sz="1600">
                <a:solidFill>
                  <a:schemeClr val="dk1"/>
                </a:solidFill>
              </a:defRPr>
            </a:lvl1pPr>
            <a:lvl2pPr marL="1219170" lvl="1" indent="-406390" rtl="0">
              <a:lnSpc>
                <a:spcPct val="100000"/>
              </a:lnSpc>
              <a:spcBef>
                <a:spcPts val="0"/>
              </a:spcBef>
              <a:spcAft>
                <a:spcPts val="0"/>
              </a:spcAft>
              <a:buClr>
                <a:schemeClr val="dk1"/>
              </a:buClr>
              <a:buSzPts val="1200"/>
              <a:buChar char="○"/>
              <a:defRPr sz="1600">
                <a:solidFill>
                  <a:schemeClr val="dk1"/>
                </a:solidFill>
              </a:defRPr>
            </a:lvl2pPr>
            <a:lvl3pPr marL="1828754" lvl="2" indent="-406390" rtl="0">
              <a:lnSpc>
                <a:spcPct val="100000"/>
              </a:lnSpc>
              <a:spcBef>
                <a:spcPts val="0"/>
              </a:spcBef>
              <a:spcAft>
                <a:spcPts val="0"/>
              </a:spcAft>
              <a:buClr>
                <a:schemeClr val="dk1"/>
              </a:buClr>
              <a:buSzPts val="1200"/>
              <a:buChar char="■"/>
              <a:defRPr sz="1600">
                <a:solidFill>
                  <a:schemeClr val="dk1"/>
                </a:solidFill>
              </a:defRPr>
            </a:lvl3pPr>
            <a:lvl4pPr marL="2438339" lvl="3" indent="-406390" rtl="0">
              <a:lnSpc>
                <a:spcPct val="100000"/>
              </a:lnSpc>
              <a:spcBef>
                <a:spcPts val="0"/>
              </a:spcBef>
              <a:spcAft>
                <a:spcPts val="0"/>
              </a:spcAft>
              <a:buClr>
                <a:schemeClr val="dk1"/>
              </a:buClr>
              <a:buSzPts val="1200"/>
              <a:buChar char="●"/>
              <a:defRPr sz="1600">
                <a:solidFill>
                  <a:schemeClr val="dk1"/>
                </a:solidFill>
              </a:defRPr>
            </a:lvl4pPr>
            <a:lvl5pPr marL="3047924" lvl="4" indent="-406390" rtl="0">
              <a:lnSpc>
                <a:spcPct val="100000"/>
              </a:lnSpc>
              <a:spcBef>
                <a:spcPts val="0"/>
              </a:spcBef>
              <a:spcAft>
                <a:spcPts val="0"/>
              </a:spcAft>
              <a:buClr>
                <a:schemeClr val="dk1"/>
              </a:buClr>
              <a:buSzPts val="1200"/>
              <a:buChar char="○"/>
              <a:defRPr sz="1600">
                <a:solidFill>
                  <a:schemeClr val="dk1"/>
                </a:solidFill>
              </a:defRPr>
            </a:lvl5pPr>
            <a:lvl6pPr marL="3657509" lvl="5" indent="-406390" rtl="0">
              <a:lnSpc>
                <a:spcPct val="100000"/>
              </a:lnSpc>
              <a:spcBef>
                <a:spcPts val="0"/>
              </a:spcBef>
              <a:spcAft>
                <a:spcPts val="0"/>
              </a:spcAft>
              <a:buClr>
                <a:schemeClr val="dk1"/>
              </a:buClr>
              <a:buSzPts val="1200"/>
              <a:buChar char="■"/>
              <a:defRPr sz="1600">
                <a:solidFill>
                  <a:schemeClr val="dk1"/>
                </a:solidFill>
              </a:defRPr>
            </a:lvl6pPr>
            <a:lvl7pPr marL="4267093" lvl="6" indent="-406390" rtl="0">
              <a:lnSpc>
                <a:spcPct val="100000"/>
              </a:lnSpc>
              <a:spcBef>
                <a:spcPts val="0"/>
              </a:spcBef>
              <a:spcAft>
                <a:spcPts val="0"/>
              </a:spcAft>
              <a:buClr>
                <a:schemeClr val="dk1"/>
              </a:buClr>
              <a:buSzPts val="1200"/>
              <a:buChar char="●"/>
              <a:defRPr sz="1600">
                <a:solidFill>
                  <a:schemeClr val="dk1"/>
                </a:solidFill>
              </a:defRPr>
            </a:lvl7pPr>
            <a:lvl8pPr marL="4876678" lvl="7" indent="-406390" rtl="0">
              <a:lnSpc>
                <a:spcPct val="100000"/>
              </a:lnSpc>
              <a:spcBef>
                <a:spcPts val="0"/>
              </a:spcBef>
              <a:spcAft>
                <a:spcPts val="0"/>
              </a:spcAft>
              <a:buClr>
                <a:schemeClr val="dk1"/>
              </a:buClr>
              <a:buSzPts val="1200"/>
              <a:buChar char="○"/>
              <a:defRPr sz="1600">
                <a:solidFill>
                  <a:schemeClr val="dk1"/>
                </a:solidFill>
              </a:defRPr>
            </a:lvl8pPr>
            <a:lvl9pPr marL="5486263" lvl="8" indent="-406390" rtl="0">
              <a:lnSpc>
                <a:spcPct val="100000"/>
              </a:lnSpc>
              <a:spcBef>
                <a:spcPts val="0"/>
              </a:spcBef>
              <a:spcAft>
                <a:spcPts val="0"/>
              </a:spcAft>
              <a:buClr>
                <a:schemeClr val="dk1"/>
              </a:buClr>
              <a:buSzPts val="1200"/>
              <a:buChar char="■"/>
              <a:defRPr sz="1600">
                <a:solidFill>
                  <a:schemeClr val="dk1"/>
                </a:solidFill>
              </a:defRPr>
            </a:lvl9pPr>
          </a:lstStyle>
          <a:p>
            <a:pPr lvl="0"/>
            <a:r>
              <a:rPr lang="en-US"/>
              <a:t>Click to edit Master text styles</a:t>
            </a:r>
          </a:p>
        </p:txBody>
      </p:sp>
      <p:sp>
        <p:nvSpPr>
          <p:cNvPr id="36" name="Google Shape;36;p7"/>
          <p:cNvSpPr>
            <a:spLocks noGrp="1"/>
          </p:cNvSpPr>
          <p:nvPr>
            <p:ph type="pic" idx="2"/>
          </p:nvPr>
        </p:nvSpPr>
        <p:spPr>
          <a:xfrm>
            <a:off x="7619867" y="-100"/>
            <a:ext cx="4572000" cy="6858000"/>
          </a:xfrm>
          <a:prstGeom prst="rect">
            <a:avLst/>
          </a:prstGeom>
          <a:noFill/>
          <a:ln>
            <a:noFill/>
          </a:ln>
        </p:spPr>
        <p:txBody>
          <a:bodyPr/>
          <a:lstStyle/>
          <a:p>
            <a:endParaRPr lang="en-IN"/>
          </a:p>
        </p:txBody>
      </p:sp>
    </p:spTree>
    <p:extLst>
      <p:ext uri="{BB962C8B-B14F-4D97-AF65-F5344CB8AC3E}">
        <p14:creationId xmlns:p14="http://schemas.microsoft.com/office/powerpoint/2010/main" val="44406618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lt1"/>
        </a:solidFill>
        <a:effectLst/>
      </p:bgPr>
    </p:bg>
    <p:spTree>
      <p:nvGrpSpPr>
        <p:cNvPr id="1" name="Shape 37"/>
        <p:cNvGrpSpPr/>
        <p:nvPr/>
      </p:nvGrpSpPr>
      <p:grpSpPr>
        <a:xfrm>
          <a:off x="0" y="0"/>
          <a:ext cx="0" cy="0"/>
          <a:chOff x="0" y="0"/>
          <a:chExt cx="0" cy="0"/>
        </a:xfrm>
      </p:grpSpPr>
      <p:pic>
        <p:nvPicPr>
          <p:cNvPr id="38" name="Google Shape;38;p8"/>
          <p:cNvPicPr preferRelativeResize="0"/>
          <p:nvPr/>
        </p:nvPicPr>
        <p:blipFill rotWithShape="1">
          <a:blip r:embed="rId2">
            <a:alphaModFix/>
          </a:blip>
          <a:srcRect l="-19689" t="41478" r="19690" b="2272"/>
          <a:stretch/>
        </p:blipFill>
        <p:spPr>
          <a:xfrm>
            <a:off x="0" y="0"/>
            <a:ext cx="12192000" cy="6858000"/>
          </a:xfrm>
          <a:prstGeom prst="rect">
            <a:avLst/>
          </a:prstGeom>
          <a:noFill/>
          <a:ln>
            <a:noFill/>
          </a:ln>
        </p:spPr>
      </p:pic>
      <p:sp>
        <p:nvSpPr>
          <p:cNvPr id="39" name="Google Shape;39;p8"/>
          <p:cNvSpPr txBox="1">
            <a:spLocks noGrp="1"/>
          </p:cNvSpPr>
          <p:nvPr>
            <p:ph type="title"/>
          </p:nvPr>
        </p:nvSpPr>
        <p:spPr>
          <a:xfrm>
            <a:off x="953467" y="713333"/>
            <a:ext cx="10285200" cy="3089600"/>
          </a:xfrm>
          <a:prstGeom prst="rect">
            <a:avLst/>
          </a:prstGeom>
        </p:spPr>
        <p:txBody>
          <a:bodyPr spcFirstLastPara="1" wrap="square" lIns="91425" tIns="91425" rIns="91425" bIns="91425" anchor="t" anchorCtr="0">
            <a:noAutofit/>
          </a:bodyPr>
          <a:lstStyle>
            <a:lvl1pPr lvl="0">
              <a:spcBef>
                <a:spcPts val="0"/>
              </a:spcBef>
              <a:spcAft>
                <a:spcPts val="0"/>
              </a:spcAft>
              <a:buSzPts val="6000"/>
              <a:buNone/>
              <a:defRPr sz="9333"/>
            </a:lvl1pPr>
            <a:lvl2pPr lvl="1" algn="ctr">
              <a:spcBef>
                <a:spcPts val="0"/>
              </a:spcBef>
              <a:spcAft>
                <a:spcPts val="0"/>
              </a:spcAft>
              <a:buSzPts val="6000"/>
              <a:buNone/>
              <a:defRPr sz="8000"/>
            </a:lvl2pPr>
            <a:lvl3pPr lvl="2" algn="ctr">
              <a:spcBef>
                <a:spcPts val="0"/>
              </a:spcBef>
              <a:spcAft>
                <a:spcPts val="0"/>
              </a:spcAft>
              <a:buSzPts val="6000"/>
              <a:buNone/>
              <a:defRPr sz="8000"/>
            </a:lvl3pPr>
            <a:lvl4pPr lvl="3" algn="ctr">
              <a:spcBef>
                <a:spcPts val="0"/>
              </a:spcBef>
              <a:spcAft>
                <a:spcPts val="0"/>
              </a:spcAft>
              <a:buSzPts val="6000"/>
              <a:buNone/>
              <a:defRPr sz="8000"/>
            </a:lvl4pPr>
            <a:lvl5pPr lvl="4" algn="ctr">
              <a:spcBef>
                <a:spcPts val="0"/>
              </a:spcBef>
              <a:spcAft>
                <a:spcPts val="0"/>
              </a:spcAft>
              <a:buSzPts val="6000"/>
              <a:buNone/>
              <a:defRPr sz="8000"/>
            </a:lvl5pPr>
            <a:lvl6pPr lvl="5" algn="ctr">
              <a:spcBef>
                <a:spcPts val="0"/>
              </a:spcBef>
              <a:spcAft>
                <a:spcPts val="0"/>
              </a:spcAft>
              <a:buSzPts val="6000"/>
              <a:buNone/>
              <a:defRPr sz="8000"/>
            </a:lvl6pPr>
            <a:lvl7pPr lvl="6" algn="ctr">
              <a:spcBef>
                <a:spcPts val="0"/>
              </a:spcBef>
              <a:spcAft>
                <a:spcPts val="0"/>
              </a:spcAft>
              <a:buSzPts val="6000"/>
              <a:buNone/>
              <a:defRPr sz="8000"/>
            </a:lvl7pPr>
            <a:lvl8pPr lvl="7" algn="ctr">
              <a:spcBef>
                <a:spcPts val="0"/>
              </a:spcBef>
              <a:spcAft>
                <a:spcPts val="0"/>
              </a:spcAft>
              <a:buSzPts val="6000"/>
              <a:buNone/>
              <a:defRPr sz="8000"/>
            </a:lvl8pPr>
            <a:lvl9pPr lvl="8" algn="ctr">
              <a:spcBef>
                <a:spcPts val="0"/>
              </a:spcBef>
              <a:spcAft>
                <a:spcPts val="0"/>
              </a:spcAft>
              <a:buSzPts val="6000"/>
              <a:buNone/>
              <a:defRPr sz="8000"/>
            </a:lvl9pPr>
          </a:lstStyle>
          <a:p>
            <a:r>
              <a:rPr lang="en-US"/>
              <a:t>Click to edit Master title style</a:t>
            </a:r>
            <a:endParaRPr/>
          </a:p>
        </p:txBody>
      </p:sp>
    </p:spTree>
    <p:extLst>
      <p:ext uri="{BB962C8B-B14F-4D97-AF65-F5344CB8AC3E}">
        <p14:creationId xmlns:p14="http://schemas.microsoft.com/office/powerpoint/2010/main" val="190257667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solidFill>
          <a:schemeClr val="lt1"/>
        </a:solidFill>
        <a:effectLst/>
      </p:bgPr>
    </p:bg>
    <p:spTree>
      <p:nvGrpSpPr>
        <p:cNvPr id="1" name="Shape 40"/>
        <p:cNvGrpSpPr/>
        <p:nvPr/>
      </p:nvGrpSpPr>
      <p:grpSpPr>
        <a:xfrm>
          <a:off x="0" y="0"/>
          <a:ext cx="0" cy="0"/>
          <a:chOff x="0" y="0"/>
          <a:chExt cx="0" cy="0"/>
        </a:xfrm>
      </p:grpSpPr>
      <p:pic>
        <p:nvPicPr>
          <p:cNvPr id="41" name="Google Shape;41;p9"/>
          <p:cNvPicPr preferRelativeResize="0"/>
          <p:nvPr/>
        </p:nvPicPr>
        <p:blipFill rotWithShape="1">
          <a:blip r:embed="rId2">
            <a:alphaModFix/>
          </a:blip>
          <a:srcRect l="7043" t="47434" r="-48486" b="-26994"/>
          <a:stretch/>
        </p:blipFill>
        <p:spPr>
          <a:xfrm rot="10800000" flipH="1">
            <a:off x="-16" y="-3047"/>
            <a:ext cx="12192000" cy="6864093"/>
          </a:xfrm>
          <a:prstGeom prst="rect">
            <a:avLst/>
          </a:prstGeom>
          <a:noFill/>
          <a:ln>
            <a:noFill/>
          </a:ln>
        </p:spPr>
      </p:pic>
      <p:sp>
        <p:nvSpPr>
          <p:cNvPr id="42" name="Google Shape;42;p9"/>
          <p:cNvSpPr txBox="1">
            <a:spLocks noGrp="1"/>
          </p:cNvSpPr>
          <p:nvPr>
            <p:ph type="title"/>
          </p:nvPr>
        </p:nvSpPr>
        <p:spPr>
          <a:xfrm>
            <a:off x="960000" y="713333"/>
            <a:ext cx="7900400" cy="16672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9333"/>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43" name="Google Shape;43;p9"/>
          <p:cNvSpPr txBox="1">
            <a:spLocks noGrp="1"/>
          </p:cNvSpPr>
          <p:nvPr>
            <p:ph type="subTitle" idx="1"/>
          </p:nvPr>
        </p:nvSpPr>
        <p:spPr>
          <a:xfrm>
            <a:off x="6096000" y="4477467"/>
            <a:ext cx="5142400" cy="166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867"/>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Tree>
    <p:extLst>
      <p:ext uri="{BB962C8B-B14F-4D97-AF65-F5344CB8AC3E}">
        <p14:creationId xmlns:p14="http://schemas.microsoft.com/office/powerpoint/2010/main" val="33019031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4"/>
        <p:cNvGrpSpPr/>
        <p:nvPr/>
      </p:nvGrpSpPr>
      <p:grpSpPr>
        <a:xfrm>
          <a:off x="0" y="0"/>
          <a:ext cx="0" cy="0"/>
          <a:chOff x="0" y="0"/>
          <a:chExt cx="0" cy="0"/>
        </a:xfrm>
      </p:grpSpPr>
      <p:sp>
        <p:nvSpPr>
          <p:cNvPr id="45" name="Google Shape;45;p10"/>
          <p:cNvSpPr>
            <a:spLocks noGrp="1"/>
          </p:cNvSpPr>
          <p:nvPr>
            <p:ph type="pic" idx="2"/>
          </p:nvPr>
        </p:nvSpPr>
        <p:spPr>
          <a:xfrm>
            <a:off x="0" y="0"/>
            <a:ext cx="12192000" cy="6858000"/>
          </a:xfrm>
          <a:prstGeom prst="rect">
            <a:avLst/>
          </a:prstGeom>
          <a:noFill/>
          <a:ln>
            <a:noFill/>
          </a:ln>
        </p:spPr>
        <p:txBody>
          <a:bodyPr/>
          <a:lstStyle/>
          <a:p>
            <a:endParaRPr lang="en-IN"/>
          </a:p>
        </p:txBody>
      </p:sp>
      <p:sp>
        <p:nvSpPr>
          <p:cNvPr id="46" name="Google Shape;46;p10"/>
          <p:cNvSpPr txBox="1">
            <a:spLocks noGrp="1"/>
          </p:cNvSpPr>
          <p:nvPr>
            <p:ph type="title"/>
          </p:nvPr>
        </p:nvSpPr>
        <p:spPr>
          <a:xfrm>
            <a:off x="953467" y="5413067"/>
            <a:ext cx="10284800" cy="731600"/>
          </a:xfrm>
          <a:prstGeom prst="rect">
            <a:avLst/>
          </a:prstGeom>
          <a:solidFill>
            <a:schemeClr val="lt1"/>
          </a:solidFill>
        </p:spPr>
        <p:txBody>
          <a:bodyPr spcFirstLastPara="1" wrap="square" lIns="91425" tIns="91425" rIns="91425" bIns="91425" anchor="ctr" anchorCtr="0">
            <a:noAutofit/>
          </a:bodyPr>
          <a:lstStyle>
            <a:lvl1pPr lvl="0" algn="ctr" rtl="0">
              <a:spcBef>
                <a:spcPts val="0"/>
              </a:spcBef>
              <a:spcAft>
                <a:spcPts val="0"/>
              </a:spcAft>
              <a:buSzPts val="2500"/>
              <a:buNone/>
              <a:defRPr/>
            </a:lvl1pPr>
            <a:lvl2pPr lvl="1" algn="ctr" rtl="0">
              <a:spcBef>
                <a:spcPts val="0"/>
              </a:spcBef>
              <a:spcAft>
                <a:spcPts val="0"/>
              </a:spcAft>
              <a:buSzPts val="2500"/>
              <a:buNone/>
              <a:defRPr/>
            </a:lvl2pPr>
            <a:lvl3pPr lvl="2" algn="ctr" rtl="0">
              <a:spcBef>
                <a:spcPts val="0"/>
              </a:spcBef>
              <a:spcAft>
                <a:spcPts val="0"/>
              </a:spcAft>
              <a:buSzPts val="2500"/>
              <a:buNone/>
              <a:defRPr/>
            </a:lvl3pPr>
            <a:lvl4pPr lvl="3" algn="ctr" rtl="0">
              <a:spcBef>
                <a:spcPts val="0"/>
              </a:spcBef>
              <a:spcAft>
                <a:spcPts val="0"/>
              </a:spcAft>
              <a:buSzPts val="2500"/>
              <a:buNone/>
              <a:defRPr/>
            </a:lvl4pPr>
            <a:lvl5pPr lvl="4" algn="ctr" rtl="0">
              <a:spcBef>
                <a:spcPts val="0"/>
              </a:spcBef>
              <a:spcAft>
                <a:spcPts val="0"/>
              </a:spcAft>
              <a:buSzPts val="2500"/>
              <a:buNone/>
              <a:defRPr/>
            </a:lvl5pPr>
            <a:lvl6pPr lvl="5" algn="ctr" rtl="0">
              <a:spcBef>
                <a:spcPts val="0"/>
              </a:spcBef>
              <a:spcAft>
                <a:spcPts val="0"/>
              </a:spcAft>
              <a:buSzPts val="2500"/>
              <a:buNone/>
              <a:defRPr/>
            </a:lvl6pPr>
            <a:lvl7pPr lvl="6" algn="ctr" rtl="0">
              <a:spcBef>
                <a:spcPts val="0"/>
              </a:spcBef>
              <a:spcAft>
                <a:spcPts val="0"/>
              </a:spcAft>
              <a:buSzPts val="2500"/>
              <a:buNone/>
              <a:defRPr/>
            </a:lvl7pPr>
            <a:lvl8pPr lvl="7" algn="ctr" rtl="0">
              <a:spcBef>
                <a:spcPts val="0"/>
              </a:spcBef>
              <a:spcAft>
                <a:spcPts val="0"/>
              </a:spcAft>
              <a:buSzPts val="2500"/>
              <a:buNone/>
              <a:defRPr/>
            </a:lvl8pPr>
            <a:lvl9pPr lvl="8" algn="ctr" rtl="0">
              <a:spcBef>
                <a:spcPts val="0"/>
              </a:spcBef>
              <a:spcAft>
                <a:spcPts val="0"/>
              </a:spcAft>
              <a:buSzPts val="2500"/>
              <a:buNone/>
              <a:defRPr/>
            </a:lvl9pPr>
          </a:lstStyle>
          <a:p>
            <a:r>
              <a:rPr lang="en-US"/>
              <a:t>Click to edit Master title style</a:t>
            </a:r>
            <a:endParaRPr/>
          </a:p>
        </p:txBody>
      </p:sp>
    </p:spTree>
    <p:extLst>
      <p:ext uri="{BB962C8B-B14F-4D97-AF65-F5344CB8AC3E}">
        <p14:creationId xmlns:p14="http://schemas.microsoft.com/office/powerpoint/2010/main" val="327913369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lt1"/>
        </a:solidFill>
        <a:effectLst/>
      </p:bgPr>
    </p:bg>
    <p:spTree>
      <p:nvGrpSpPr>
        <p:cNvPr id="1" name="Shape 47"/>
        <p:cNvGrpSpPr/>
        <p:nvPr/>
      </p:nvGrpSpPr>
      <p:grpSpPr>
        <a:xfrm>
          <a:off x="0" y="0"/>
          <a:ext cx="0" cy="0"/>
          <a:chOff x="0" y="0"/>
          <a:chExt cx="0" cy="0"/>
        </a:xfrm>
      </p:grpSpPr>
      <p:pic>
        <p:nvPicPr>
          <p:cNvPr id="48" name="Google Shape;48;p11"/>
          <p:cNvPicPr preferRelativeResize="0"/>
          <p:nvPr/>
        </p:nvPicPr>
        <p:blipFill rotWithShape="1">
          <a:blip r:embed="rId2">
            <a:alphaModFix/>
          </a:blip>
          <a:srcRect l="-55210" t="50562" r="55209" b="-6811"/>
          <a:stretch/>
        </p:blipFill>
        <p:spPr>
          <a:xfrm flipH="1">
            <a:off x="0" y="0"/>
            <a:ext cx="12192000" cy="6858000"/>
          </a:xfrm>
          <a:prstGeom prst="rect">
            <a:avLst/>
          </a:prstGeom>
          <a:noFill/>
          <a:ln>
            <a:noFill/>
          </a:ln>
        </p:spPr>
      </p:pic>
      <p:pic>
        <p:nvPicPr>
          <p:cNvPr id="49" name="Google Shape;49;p11"/>
          <p:cNvPicPr preferRelativeResize="0"/>
          <p:nvPr/>
        </p:nvPicPr>
        <p:blipFill rotWithShape="1">
          <a:blip r:embed="rId2">
            <a:alphaModFix/>
          </a:blip>
          <a:srcRect l="-55210" t="50562" r="55209" b="-6811"/>
          <a:stretch/>
        </p:blipFill>
        <p:spPr>
          <a:xfrm rot="10800000" flipH="1">
            <a:off x="0" y="0"/>
            <a:ext cx="12192000" cy="6858000"/>
          </a:xfrm>
          <a:prstGeom prst="rect">
            <a:avLst/>
          </a:prstGeom>
          <a:noFill/>
          <a:ln>
            <a:noFill/>
          </a:ln>
        </p:spPr>
      </p:pic>
      <p:sp>
        <p:nvSpPr>
          <p:cNvPr id="50" name="Google Shape;50;p11"/>
          <p:cNvSpPr txBox="1">
            <a:spLocks noGrp="1"/>
          </p:cNvSpPr>
          <p:nvPr>
            <p:ph type="title" hasCustomPrompt="1"/>
          </p:nvPr>
        </p:nvSpPr>
        <p:spPr>
          <a:xfrm>
            <a:off x="953467" y="4091467"/>
            <a:ext cx="10285200" cy="2053200"/>
          </a:xfrm>
          <a:prstGeom prst="rect">
            <a:avLst/>
          </a:prstGeom>
        </p:spPr>
        <p:txBody>
          <a:bodyPr spcFirstLastPara="1" wrap="square" lIns="91425" tIns="91425" rIns="91425" bIns="91425" anchor="t" anchorCtr="0">
            <a:noAutofit/>
          </a:bodyPr>
          <a:lstStyle>
            <a:lvl1pPr lvl="0">
              <a:spcBef>
                <a:spcPts val="0"/>
              </a:spcBef>
              <a:spcAft>
                <a:spcPts val="0"/>
              </a:spcAft>
              <a:buSzPts val="9600"/>
              <a:buNone/>
              <a:defRPr sz="12000"/>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51" name="Google Shape;51;p11"/>
          <p:cNvSpPr txBox="1">
            <a:spLocks noGrp="1"/>
          </p:cNvSpPr>
          <p:nvPr>
            <p:ph type="subTitle" idx="1"/>
          </p:nvPr>
        </p:nvSpPr>
        <p:spPr>
          <a:xfrm>
            <a:off x="6096000" y="713333"/>
            <a:ext cx="5142400" cy="51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867"/>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US"/>
              <a:t>Click to edit Master subtitle style</a:t>
            </a:r>
            <a:endParaRPr/>
          </a:p>
        </p:txBody>
      </p:sp>
    </p:spTree>
    <p:extLst>
      <p:ext uri="{BB962C8B-B14F-4D97-AF65-F5344CB8AC3E}">
        <p14:creationId xmlns:p14="http://schemas.microsoft.com/office/powerpoint/2010/main" val="129329087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Tree>
    <p:extLst>
      <p:ext uri="{BB962C8B-B14F-4D97-AF65-F5344CB8AC3E}">
        <p14:creationId xmlns:p14="http://schemas.microsoft.com/office/powerpoint/2010/main" val="269460908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able of contents">
  <p:cSld name="Table of contents">
    <p:bg>
      <p:bgPr>
        <a:solidFill>
          <a:schemeClr val="lt1"/>
        </a:solidFill>
        <a:effectLst/>
      </p:bgPr>
    </p:bg>
    <p:spTree>
      <p:nvGrpSpPr>
        <p:cNvPr id="1" name="Shape 53"/>
        <p:cNvGrpSpPr/>
        <p:nvPr/>
      </p:nvGrpSpPr>
      <p:grpSpPr>
        <a:xfrm>
          <a:off x="0" y="0"/>
          <a:ext cx="0" cy="0"/>
          <a:chOff x="0" y="0"/>
          <a:chExt cx="0" cy="0"/>
        </a:xfrm>
      </p:grpSpPr>
      <p:pic>
        <p:nvPicPr>
          <p:cNvPr id="54" name="Google Shape;54;p13"/>
          <p:cNvPicPr preferRelativeResize="0"/>
          <p:nvPr/>
        </p:nvPicPr>
        <p:blipFill rotWithShape="1">
          <a:blip r:embed="rId2">
            <a:alphaModFix/>
          </a:blip>
          <a:srcRect l="-235242" t="44962" r="44460" b="-108521"/>
          <a:stretch/>
        </p:blipFill>
        <p:spPr>
          <a:xfrm rot="10800000">
            <a:off x="-13533" y="1"/>
            <a:ext cx="12205533" cy="6864500"/>
          </a:xfrm>
          <a:prstGeom prst="rect">
            <a:avLst/>
          </a:prstGeom>
          <a:noFill/>
          <a:ln>
            <a:noFill/>
          </a:ln>
        </p:spPr>
      </p:pic>
      <p:sp>
        <p:nvSpPr>
          <p:cNvPr id="55" name="Google Shape;55;p13"/>
          <p:cNvSpPr txBox="1">
            <a:spLocks noGrp="1"/>
          </p:cNvSpPr>
          <p:nvPr>
            <p:ph type="title" hasCustomPrompt="1"/>
          </p:nvPr>
        </p:nvSpPr>
        <p:spPr>
          <a:xfrm>
            <a:off x="1427533" y="1823100"/>
            <a:ext cx="718000" cy="98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56" name="Google Shape;56;p13"/>
          <p:cNvSpPr txBox="1">
            <a:spLocks noGrp="1"/>
          </p:cNvSpPr>
          <p:nvPr>
            <p:ph type="subTitle" idx="1"/>
          </p:nvPr>
        </p:nvSpPr>
        <p:spPr>
          <a:xfrm>
            <a:off x="2145433" y="1823100"/>
            <a:ext cx="3476400" cy="981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57" name="Google Shape;57;p13"/>
          <p:cNvSpPr txBox="1">
            <a:spLocks noGrp="1"/>
          </p:cNvSpPr>
          <p:nvPr>
            <p:ph type="title" idx="2"/>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None/>
              <a:defRPr>
                <a:solidFill>
                  <a:schemeClr val="dk1"/>
                </a:solidFill>
              </a:defRPr>
            </a:lvl1pPr>
            <a:lvl2pPr lvl="1" rtl="0">
              <a:spcBef>
                <a:spcPts val="0"/>
              </a:spcBef>
              <a:spcAft>
                <a:spcPts val="0"/>
              </a:spcAft>
              <a:buClr>
                <a:schemeClr val="dk1"/>
              </a:buClr>
              <a:buSzPts val="3000"/>
              <a:buNone/>
              <a:defRPr sz="4000">
                <a:solidFill>
                  <a:schemeClr val="dk1"/>
                </a:solidFill>
              </a:defRPr>
            </a:lvl2pPr>
            <a:lvl3pPr lvl="2" rtl="0">
              <a:spcBef>
                <a:spcPts val="0"/>
              </a:spcBef>
              <a:spcAft>
                <a:spcPts val="0"/>
              </a:spcAft>
              <a:buClr>
                <a:schemeClr val="dk1"/>
              </a:buClr>
              <a:buSzPts val="3000"/>
              <a:buNone/>
              <a:defRPr sz="4000">
                <a:solidFill>
                  <a:schemeClr val="dk1"/>
                </a:solidFill>
              </a:defRPr>
            </a:lvl3pPr>
            <a:lvl4pPr lvl="3" rtl="0">
              <a:spcBef>
                <a:spcPts val="0"/>
              </a:spcBef>
              <a:spcAft>
                <a:spcPts val="0"/>
              </a:spcAft>
              <a:buClr>
                <a:schemeClr val="dk1"/>
              </a:buClr>
              <a:buSzPts val="3000"/>
              <a:buNone/>
              <a:defRPr sz="4000">
                <a:solidFill>
                  <a:schemeClr val="dk1"/>
                </a:solidFill>
              </a:defRPr>
            </a:lvl4pPr>
            <a:lvl5pPr lvl="4" rtl="0">
              <a:spcBef>
                <a:spcPts val="0"/>
              </a:spcBef>
              <a:spcAft>
                <a:spcPts val="0"/>
              </a:spcAft>
              <a:buClr>
                <a:schemeClr val="dk1"/>
              </a:buClr>
              <a:buSzPts val="3000"/>
              <a:buNone/>
              <a:defRPr sz="4000">
                <a:solidFill>
                  <a:schemeClr val="dk1"/>
                </a:solidFill>
              </a:defRPr>
            </a:lvl5pPr>
            <a:lvl6pPr lvl="5" rtl="0">
              <a:spcBef>
                <a:spcPts val="0"/>
              </a:spcBef>
              <a:spcAft>
                <a:spcPts val="0"/>
              </a:spcAft>
              <a:buClr>
                <a:schemeClr val="dk1"/>
              </a:buClr>
              <a:buSzPts val="3000"/>
              <a:buNone/>
              <a:defRPr sz="4000">
                <a:solidFill>
                  <a:schemeClr val="dk1"/>
                </a:solidFill>
              </a:defRPr>
            </a:lvl6pPr>
            <a:lvl7pPr lvl="6" rtl="0">
              <a:spcBef>
                <a:spcPts val="0"/>
              </a:spcBef>
              <a:spcAft>
                <a:spcPts val="0"/>
              </a:spcAft>
              <a:buClr>
                <a:schemeClr val="dk1"/>
              </a:buClr>
              <a:buSzPts val="3000"/>
              <a:buNone/>
              <a:defRPr sz="4000">
                <a:solidFill>
                  <a:schemeClr val="dk1"/>
                </a:solidFill>
              </a:defRPr>
            </a:lvl7pPr>
            <a:lvl8pPr lvl="7" rtl="0">
              <a:spcBef>
                <a:spcPts val="0"/>
              </a:spcBef>
              <a:spcAft>
                <a:spcPts val="0"/>
              </a:spcAft>
              <a:buClr>
                <a:schemeClr val="dk1"/>
              </a:buClr>
              <a:buSzPts val="3000"/>
              <a:buNone/>
              <a:defRPr sz="4000">
                <a:solidFill>
                  <a:schemeClr val="dk1"/>
                </a:solidFill>
              </a:defRPr>
            </a:lvl8pPr>
            <a:lvl9pPr lvl="8" rtl="0">
              <a:spcBef>
                <a:spcPts val="0"/>
              </a:spcBef>
              <a:spcAft>
                <a:spcPts val="0"/>
              </a:spcAft>
              <a:buClr>
                <a:schemeClr val="dk1"/>
              </a:buClr>
              <a:buSzPts val="3000"/>
              <a:buNone/>
              <a:defRPr sz="4000">
                <a:solidFill>
                  <a:schemeClr val="dk1"/>
                </a:solidFill>
              </a:defRPr>
            </a:lvl9pPr>
          </a:lstStyle>
          <a:p>
            <a:r>
              <a:rPr lang="en-US"/>
              <a:t>Click to edit Master title style</a:t>
            </a:r>
            <a:endParaRPr/>
          </a:p>
        </p:txBody>
      </p:sp>
      <p:sp>
        <p:nvSpPr>
          <p:cNvPr id="58" name="Google Shape;58;p13"/>
          <p:cNvSpPr txBox="1">
            <a:spLocks noGrp="1"/>
          </p:cNvSpPr>
          <p:nvPr>
            <p:ph type="title" idx="3" hasCustomPrompt="1"/>
          </p:nvPr>
        </p:nvSpPr>
        <p:spPr>
          <a:xfrm>
            <a:off x="1427533" y="2804700"/>
            <a:ext cx="718000" cy="98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59" name="Google Shape;59;p13"/>
          <p:cNvSpPr txBox="1">
            <a:spLocks noGrp="1"/>
          </p:cNvSpPr>
          <p:nvPr>
            <p:ph type="subTitle" idx="4"/>
          </p:nvPr>
        </p:nvSpPr>
        <p:spPr>
          <a:xfrm>
            <a:off x="2145433" y="2804699"/>
            <a:ext cx="3476400" cy="981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60" name="Google Shape;60;p13"/>
          <p:cNvSpPr txBox="1">
            <a:spLocks noGrp="1"/>
          </p:cNvSpPr>
          <p:nvPr>
            <p:ph type="title" idx="5" hasCustomPrompt="1"/>
          </p:nvPr>
        </p:nvSpPr>
        <p:spPr>
          <a:xfrm>
            <a:off x="1427533" y="3786333"/>
            <a:ext cx="718000" cy="98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1" name="Google Shape;61;p13"/>
          <p:cNvSpPr txBox="1">
            <a:spLocks noGrp="1"/>
          </p:cNvSpPr>
          <p:nvPr>
            <p:ph type="subTitle" idx="6"/>
          </p:nvPr>
        </p:nvSpPr>
        <p:spPr>
          <a:xfrm>
            <a:off x="2145433" y="3786331"/>
            <a:ext cx="3476400" cy="981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62" name="Google Shape;62;p13"/>
          <p:cNvSpPr txBox="1">
            <a:spLocks noGrp="1"/>
          </p:cNvSpPr>
          <p:nvPr>
            <p:ph type="title" idx="7" hasCustomPrompt="1"/>
          </p:nvPr>
        </p:nvSpPr>
        <p:spPr>
          <a:xfrm>
            <a:off x="1427533" y="4767933"/>
            <a:ext cx="718000" cy="98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3" name="Google Shape;63;p13"/>
          <p:cNvSpPr txBox="1">
            <a:spLocks noGrp="1"/>
          </p:cNvSpPr>
          <p:nvPr>
            <p:ph type="subTitle" idx="8"/>
          </p:nvPr>
        </p:nvSpPr>
        <p:spPr>
          <a:xfrm>
            <a:off x="2145433" y="4767931"/>
            <a:ext cx="3476400" cy="981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64" name="Google Shape;64;p13"/>
          <p:cNvSpPr txBox="1">
            <a:spLocks noGrp="1"/>
          </p:cNvSpPr>
          <p:nvPr>
            <p:ph type="title" idx="9" hasCustomPrompt="1"/>
          </p:nvPr>
        </p:nvSpPr>
        <p:spPr>
          <a:xfrm>
            <a:off x="6569932" y="1823100"/>
            <a:ext cx="718000" cy="98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5" name="Google Shape;65;p13"/>
          <p:cNvSpPr txBox="1">
            <a:spLocks noGrp="1"/>
          </p:cNvSpPr>
          <p:nvPr>
            <p:ph type="subTitle" idx="13"/>
          </p:nvPr>
        </p:nvSpPr>
        <p:spPr>
          <a:xfrm>
            <a:off x="7287933" y="1823100"/>
            <a:ext cx="3476400" cy="981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66" name="Google Shape;66;p13"/>
          <p:cNvSpPr txBox="1">
            <a:spLocks noGrp="1"/>
          </p:cNvSpPr>
          <p:nvPr>
            <p:ph type="title" idx="14" hasCustomPrompt="1"/>
          </p:nvPr>
        </p:nvSpPr>
        <p:spPr>
          <a:xfrm>
            <a:off x="6569932" y="2804696"/>
            <a:ext cx="718000" cy="98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7" name="Google Shape;67;p13"/>
          <p:cNvSpPr txBox="1">
            <a:spLocks noGrp="1"/>
          </p:cNvSpPr>
          <p:nvPr>
            <p:ph type="subTitle" idx="15"/>
          </p:nvPr>
        </p:nvSpPr>
        <p:spPr>
          <a:xfrm>
            <a:off x="7287933" y="2804692"/>
            <a:ext cx="3476400" cy="981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68" name="Google Shape;68;p13"/>
          <p:cNvSpPr txBox="1">
            <a:spLocks noGrp="1"/>
          </p:cNvSpPr>
          <p:nvPr>
            <p:ph type="title" idx="16" hasCustomPrompt="1"/>
          </p:nvPr>
        </p:nvSpPr>
        <p:spPr>
          <a:xfrm>
            <a:off x="6569932" y="3786304"/>
            <a:ext cx="718000" cy="98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9" name="Google Shape;69;p13"/>
          <p:cNvSpPr txBox="1">
            <a:spLocks noGrp="1"/>
          </p:cNvSpPr>
          <p:nvPr>
            <p:ph type="subTitle" idx="17"/>
          </p:nvPr>
        </p:nvSpPr>
        <p:spPr>
          <a:xfrm>
            <a:off x="7287933" y="3786295"/>
            <a:ext cx="3476400" cy="981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70" name="Google Shape;70;p13"/>
          <p:cNvSpPr txBox="1">
            <a:spLocks noGrp="1"/>
          </p:cNvSpPr>
          <p:nvPr>
            <p:ph type="title" idx="18" hasCustomPrompt="1"/>
          </p:nvPr>
        </p:nvSpPr>
        <p:spPr>
          <a:xfrm>
            <a:off x="6569932" y="4767900"/>
            <a:ext cx="718000" cy="981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71" name="Google Shape;71;p13"/>
          <p:cNvSpPr txBox="1">
            <a:spLocks noGrp="1"/>
          </p:cNvSpPr>
          <p:nvPr>
            <p:ph type="subTitle" idx="19"/>
          </p:nvPr>
        </p:nvSpPr>
        <p:spPr>
          <a:xfrm>
            <a:off x="7287933" y="4767888"/>
            <a:ext cx="3476400" cy="981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Tree>
    <p:extLst>
      <p:ext uri="{BB962C8B-B14F-4D97-AF65-F5344CB8AC3E}">
        <p14:creationId xmlns:p14="http://schemas.microsoft.com/office/powerpoint/2010/main" val="130792521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Quote">
  <p:cSld name="Quote">
    <p:bg>
      <p:bgPr>
        <a:solidFill>
          <a:schemeClr val="lt1"/>
        </a:solidFill>
        <a:effectLst/>
      </p:bgPr>
    </p:bg>
    <p:spTree>
      <p:nvGrpSpPr>
        <p:cNvPr id="1" name="Shape 72"/>
        <p:cNvGrpSpPr/>
        <p:nvPr/>
      </p:nvGrpSpPr>
      <p:grpSpPr>
        <a:xfrm>
          <a:off x="0" y="0"/>
          <a:ext cx="0" cy="0"/>
          <a:chOff x="0" y="0"/>
          <a:chExt cx="0" cy="0"/>
        </a:xfrm>
      </p:grpSpPr>
      <p:pic>
        <p:nvPicPr>
          <p:cNvPr id="73" name="Google Shape;73;p14"/>
          <p:cNvPicPr preferRelativeResize="0"/>
          <p:nvPr/>
        </p:nvPicPr>
        <p:blipFill rotWithShape="1">
          <a:blip r:embed="rId2">
            <a:alphaModFix/>
          </a:blip>
          <a:srcRect l="-6643" t="13471" r="27548" b="-35825"/>
          <a:stretch/>
        </p:blipFill>
        <p:spPr>
          <a:xfrm>
            <a:off x="7758733" y="0"/>
            <a:ext cx="4433267" cy="6858000"/>
          </a:xfrm>
          <a:prstGeom prst="rect">
            <a:avLst/>
          </a:prstGeom>
          <a:noFill/>
          <a:ln>
            <a:noFill/>
          </a:ln>
        </p:spPr>
      </p:pic>
      <p:pic>
        <p:nvPicPr>
          <p:cNvPr id="74" name="Google Shape;74;p14"/>
          <p:cNvPicPr preferRelativeResize="0"/>
          <p:nvPr/>
        </p:nvPicPr>
        <p:blipFill rotWithShape="1">
          <a:blip r:embed="rId2">
            <a:alphaModFix/>
          </a:blip>
          <a:srcRect l="-235242" t="44962" r="44460" b="-108521"/>
          <a:stretch/>
        </p:blipFill>
        <p:spPr>
          <a:xfrm rot="10800000">
            <a:off x="-13533" y="1"/>
            <a:ext cx="12205533" cy="6864500"/>
          </a:xfrm>
          <a:prstGeom prst="rect">
            <a:avLst/>
          </a:prstGeom>
          <a:noFill/>
          <a:ln>
            <a:noFill/>
          </a:ln>
        </p:spPr>
      </p:pic>
      <p:sp>
        <p:nvSpPr>
          <p:cNvPr id="75" name="Google Shape;75;p14"/>
          <p:cNvSpPr txBox="1">
            <a:spLocks noGrp="1"/>
          </p:cNvSpPr>
          <p:nvPr>
            <p:ph type="subTitle" idx="1"/>
          </p:nvPr>
        </p:nvSpPr>
        <p:spPr>
          <a:xfrm>
            <a:off x="953467" y="2004233"/>
            <a:ext cx="7906800" cy="2673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500"/>
              <a:buNone/>
              <a:defRPr sz="4000"/>
            </a:lvl1pPr>
            <a:lvl2pPr lvl="1" algn="ctr" rtl="0">
              <a:lnSpc>
                <a:spcPct val="100000"/>
              </a:lnSpc>
              <a:spcBef>
                <a:spcPts val="0"/>
              </a:spcBef>
              <a:spcAft>
                <a:spcPts val="0"/>
              </a:spcAft>
              <a:buSzPts val="2500"/>
              <a:buNone/>
              <a:defRPr sz="3333"/>
            </a:lvl2pPr>
            <a:lvl3pPr lvl="2" algn="ctr" rtl="0">
              <a:lnSpc>
                <a:spcPct val="100000"/>
              </a:lnSpc>
              <a:spcBef>
                <a:spcPts val="0"/>
              </a:spcBef>
              <a:spcAft>
                <a:spcPts val="0"/>
              </a:spcAft>
              <a:buSzPts val="2500"/>
              <a:buNone/>
              <a:defRPr sz="3333"/>
            </a:lvl3pPr>
            <a:lvl4pPr lvl="3" algn="ctr" rtl="0">
              <a:lnSpc>
                <a:spcPct val="100000"/>
              </a:lnSpc>
              <a:spcBef>
                <a:spcPts val="0"/>
              </a:spcBef>
              <a:spcAft>
                <a:spcPts val="0"/>
              </a:spcAft>
              <a:buSzPts val="2500"/>
              <a:buNone/>
              <a:defRPr sz="3333"/>
            </a:lvl4pPr>
            <a:lvl5pPr lvl="4" algn="ctr" rtl="0">
              <a:lnSpc>
                <a:spcPct val="100000"/>
              </a:lnSpc>
              <a:spcBef>
                <a:spcPts val="0"/>
              </a:spcBef>
              <a:spcAft>
                <a:spcPts val="0"/>
              </a:spcAft>
              <a:buSzPts val="2500"/>
              <a:buNone/>
              <a:defRPr sz="3333"/>
            </a:lvl5pPr>
            <a:lvl6pPr lvl="5" algn="ctr" rtl="0">
              <a:lnSpc>
                <a:spcPct val="100000"/>
              </a:lnSpc>
              <a:spcBef>
                <a:spcPts val="0"/>
              </a:spcBef>
              <a:spcAft>
                <a:spcPts val="0"/>
              </a:spcAft>
              <a:buSzPts val="2500"/>
              <a:buNone/>
              <a:defRPr sz="3333"/>
            </a:lvl6pPr>
            <a:lvl7pPr lvl="6" algn="ctr" rtl="0">
              <a:lnSpc>
                <a:spcPct val="100000"/>
              </a:lnSpc>
              <a:spcBef>
                <a:spcPts val="0"/>
              </a:spcBef>
              <a:spcAft>
                <a:spcPts val="0"/>
              </a:spcAft>
              <a:buSzPts val="2500"/>
              <a:buNone/>
              <a:defRPr sz="3333"/>
            </a:lvl7pPr>
            <a:lvl8pPr lvl="7" algn="ctr" rtl="0">
              <a:lnSpc>
                <a:spcPct val="100000"/>
              </a:lnSpc>
              <a:spcBef>
                <a:spcPts val="0"/>
              </a:spcBef>
              <a:spcAft>
                <a:spcPts val="0"/>
              </a:spcAft>
              <a:buSzPts val="2500"/>
              <a:buNone/>
              <a:defRPr sz="3333"/>
            </a:lvl8pPr>
            <a:lvl9pPr lvl="8" algn="ctr" rtl="0">
              <a:lnSpc>
                <a:spcPct val="100000"/>
              </a:lnSpc>
              <a:spcBef>
                <a:spcPts val="0"/>
              </a:spcBef>
              <a:spcAft>
                <a:spcPts val="0"/>
              </a:spcAft>
              <a:buSzPts val="2500"/>
              <a:buNone/>
              <a:defRPr sz="3333"/>
            </a:lvl9pPr>
          </a:lstStyle>
          <a:p>
            <a:r>
              <a:rPr lang="en-US"/>
              <a:t>Click to edit Master subtitle style</a:t>
            </a:r>
            <a:endParaRPr/>
          </a:p>
        </p:txBody>
      </p:sp>
      <p:sp>
        <p:nvSpPr>
          <p:cNvPr id="76" name="Google Shape;76;p14"/>
          <p:cNvSpPr txBox="1">
            <a:spLocks noGrp="1"/>
          </p:cNvSpPr>
          <p:nvPr>
            <p:ph type="subTitle" idx="2"/>
          </p:nvPr>
        </p:nvSpPr>
        <p:spPr>
          <a:xfrm>
            <a:off x="953467" y="5287067"/>
            <a:ext cx="7906800" cy="6080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Tree>
    <p:extLst>
      <p:ext uri="{BB962C8B-B14F-4D97-AF65-F5344CB8AC3E}">
        <p14:creationId xmlns:p14="http://schemas.microsoft.com/office/powerpoint/2010/main" val="175655624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itle and text">
  <p:cSld name="Title and text">
    <p:bg>
      <p:bgPr>
        <a:solidFill>
          <a:schemeClr val="lt1"/>
        </a:solidFill>
        <a:effectLst/>
      </p:bgPr>
    </p:bg>
    <p:spTree>
      <p:nvGrpSpPr>
        <p:cNvPr id="1" name="Shape 77"/>
        <p:cNvGrpSpPr/>
        <p:nvPr/>
      </p:nvGrpSpPr>
      <p:grpSpPr>
        <a:xfrm>
          <a:off x="0" y="0"/>
          <a:ext cx="0" cy="0"/>
          <a:chOff x="0" y="0"/>
          <a:chExt cx="0" cy="0"/>
        </a:xfrm>
      </p:grpSpPr>
      <p:pic>
        <p:nvPicPr>
          <p:cNvPr id="78" name="Google Shape;78;p15"/>
          <p:cNvPicPr preferRelativeResize="0"/>
          <p:nvPr/>
        </p:nvPicPr>
        <p:blipFill rotWithShape="1">
          <a:blip r:embed="rId2">
            <a:alphaModFix/>
          </a:blip>
          <a:srcRect l="-19689" t="41478" r="19690" b="2272"/>
          <a:stretch/>
        </p:blipFill>
        <p:spPr>
          <a:xfrm rot="10800000" flipH="1">
            <a:off x="0" y="-3047"/>
            <a:ext cx="12192000" cy="6864093"/>
          </a:xfrm>
          <a:prstGeom prst="rect">
            <a:avLst/>
          </a:prstGeom>
          <a:noFill/>
          <a:ln>
            <a:noFill/>
          </a:ln>
        </p:spPr>
      </p:pic>
      <p:sp>
        <p:nvSpPr>
          <p:cNvPr id="79" name="Google Shape;79;p15"/>
          <p:cNvSpPr txBox="1">
            <a:spLocks noGrp="1"/>
          </p:cNvSpPr>
          <p:nvPr>
            <p:ph type="title"/>
          </p:nvPr>
        </p:nvSpPr>
        <p:spPr>
          <a:xfrm>
            <a:off x="953467" y="3012767"/>
            <a:ext cx="5702400" cy="3089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9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80" name="Google Shape;80;p15"/>
          <p:cNvSpPr txBox="1">
            <a:spLocks noGrp="1"/>
          </p:cNvSpPr>
          <p:nvPr>
            <p:ph type="body" idx="1"/>
          </p:nvPr>
        </p:nvSpPr>
        <p:spPr>
          <a:xfrm>
            <a:off x="6096000" y="713333"/>
            <a:ext cx="5142000" cy="1078800"/>
          </a:xfrm>
          <a:prstGeom prst="rect">
            <a:avLst/>
          </a:prstGeom>
          <a:ln>
            <a:noFill/>
          </a:ln>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dk1"/>
              </a:buClr>
              <a:buSzPts val="1200"/>
              <a:buChar char="●"/>
              <a:defRPr sz="1867">
                <a:solidFill>
                  <a:schemeClr val="dk1"/>
                </a:solidFill>
              </a:defRPr>
            </a:lvl1pPr>
            <a:lvl2pPr marL="1219170" lvl="1" indent="-406390" rtl="0">
              <a:lnSpc>
                <a:spcPct val="100000"/>
              </a:lnSpc>
              <a:spcBef>
                <a:spcPts val="0"/>
              </a:spcBef>
              <a:spcAft>
                <a:spcPts val="0"/>
              </a:spcAft>
              <a:buClr>
                <a:schemeClr val="dk1"/>
              </a:buClr>
              <a:buSzPts val="1200"/>
              <a:buChar char="○"/>
              <a:defRPr sz="1600">
                <a:solidFill>
                  <a:schemeClr val="dk1"/>
                </a:solidFill>
              </a:defRPr>
            </a:lvl2pPr>
            <a:lvl3pPr marL="1828754" lvl="2" indent="-406390" rtl="0">
              <a:lnSpc>
                <a:spcPct val="100000"/>
              </a:lnSpc>
              <a:spcBef>
                <a:spcPts val="0"/>
              </a:spcBef>
              <a:spcAft>
                <a:spcPts val="0"/>
              </a:spcAft>
              <a:buClr>
                <a:schemeClr val="dk1"/>
              </a:buClr>
              <a:buSzPts val="1200"/>
              <a:buChar char="■"/>
              <a:defRPr sz="1600">
                <a:solidFill>
                  <a:schemeClr val="dk1"/>
                </a:solidFill>
              </a:defRPr>
            </a:lvl3pPr>
            <a:lvl4pPr marL="2438339" lvl="3" indent="-406390" rtl="0">
              <a:lnSpc>
                <a:spcPct val="100000"/>
              </a:lnSpc>
              <a:spcBef>
                <a:spcPts val="0"/>
              </a:spcBef>
              <a:spcAft>
                <a:spcPts val="0"/>
              </a:spcAft>
              <a:buClr>
                <a:schemeClr val="dk1"/>
              </a:buClr>
              <a:buSzPts val="1200"/>
              <a:buChar char="●"/>
              <a:defRPr sz="1600">
                <a:solidFill>
                  <a:schemeClr val="dk1"/>
                </a:solidFill>
              </a:defRPr>
            </a:lvl4pPr>
            <a:lvl5pPr marL="3047924" lvl="4" indent="-406390" rtl="0">
              <a:lnSpc>
                <a:spcPct val="100000"/>
              </a:lnSpc>
              <a:spcBef>
                <a:spcPts val="0"/>
              </a:spcBef>
              <a:spcAft>
                <a:spcPts val="0"/>
              </a:spcAft>
              <a:buClr>
                <a:schemeClr val="dk1"/>
              </a:buClr>
              <a:buSzPts val="1200"/>
              <a:buChar char="○"/>
              <a:defRPr sz="1600">
                <a:solidFill>
                  <a:schemeClr val="dk1"/>
                </a:solidFill>
              </a:defRPr>
            </a:lvl5pPr>
            <a:lvl6pPr marL="3657509" lvl="5" indent="-406390" rtl="0">
              <a:lnSpc>
                <a:spcPct val="100000"/>
              </a:lnSpc>
              <a:spcBef>
                <a:spcPts val="0"/>
              </a:spcBef>
              <a:spcAft>
                <a:spcPts val="0"/>
              </a:spcAft>
              <a:buClr>
                <a:schemeClr val="dk1"/>
              </a:buClr>
              <a:buSzPts val="1200"/>
              <a:buChar char="■"/>
              <a:defRPr sz="1600">
                <a:solidFill>
                  <a:schemeClr val="dk1"/>
                </a:solidFill>
              </a:defRPr>
            </a:lvl6pPr>
            <a:lvl7pPr marL="4267093" lvl="6" indent="-406390" rtl="0">
              <a:lnSpc>
                <a:spcPct val="100000"/>
              </a:lnSpc>
              <a:spcBef>
                <a:spcPts val="0"/>
              </a:spcBef>
              <a:spcAft>
                <a:spcPts val="0"/>
              </a:spcAft>
              <a:buClr>
                <a:schemeClr val="dk1"/>
              </a:buClr>
              <a:buSzPts val="1200"/>
              <a:buChar char="●"/>
              <a:defRPr sz="1600">
                <a:solidFill>
                  <a:schemeClr val="dk1"/>
                </a:solidFill>
              </a:defRPr>
            </a:lvl7pPr>
            <a:lvl8pPr marL="4876678" lvl="7" indent="-406390" rtl="0">
              <a:lnSpc>
                <a:spcPct val="100000"/>
              </a:lnSpc>
              <a:spcBef>
                <a:spcPts val="0"/>
              </a:spcBef>
              <a:spcAft>
                <a:spcPts val="0"/>
              </a:spcAft>
              <a:buClr>
                <a:schemeClr val="dk1"/>
              </a:buClr>
              <a:buSzPts val="1200"/>
              <a:buChar char="○"/>
              <a:defRPr sz="1600">
                <a:solidFill>
                  <a:schemeClr val="dk1"/>
                </a:solidFill>
              </a:defRPr>
            </a:lvl8pPr>
            <a:lvl9pPr marL="5486263" lvl="8" indent="-406390" rtl="0">
              <a:lnSpc>
                <a:spcPct val="100000"/>
              </a:lnSpc>
              <a:spcBef>
                <a:spcPts val="0"/>
              </a:spcBef>
              <a:spcAft>
                <a:spcPts val="0"/>
              </a:spcAft>
              <a:buClr>
                <a:schemeClr val="dk1"/>
              </a:buClr>
              <a:buSzPts val="1200"/>
              <a:buChar char="■"/>
              <a:defRPr sz="1600">
                <a:solidFill>
                  <a:schemeClr val="dk1"/>
                </a:solidFill>
              </a:defRPr>
            </a:lvl9pPr>
          </a:lstStyle>
          <a:p>
            <a:pPr lvl="0"/>
            <a:r>
              <a:rPr lang="en-US"/>
              <a:t>Click to edit Master text styles</a:t>
            </a:r>
          </a:p>
        </p:txBody>
      </p:sp>
    </p:spTree>
    <p:extLst>
      <p:ext uri="{BB962C8B-B14F-4D97-AF65-F5344CB8AC3E}">
        <p14:creationId xmlns:p14="http://schemas.microsoft.com/office/powerpoint/2010/main" val="103846827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and text 1">
  <p:cSld name="Title and text 1">
    <p:bg>
      <p:bgPr>
        <a:solidFill>
          <a:schemeClr val="lt1"/>
        </a:solidFill>
        <a:effectLst/>
      </p:bgPr>
    </p:bg>
    <p:spTree>
      <p:nvGrpSpPr>
        <p:cNvPr id="1" name="Shape 81"/>
        <p:cNvGrpSpPr/>
        <p:nvPr/>
      </p:nvGrpSpPr>
      <p:grpSpPr>
        <a:xfrm>
          <a:off x="0" y="0"/>
          <a:ext cx="0" cy="0"/>
          <a:chOff x="0" y="0"/>
          <a:chExt cx="0" cy="0"/>
        </a:xfrm>
      </p:grpSpPr>
      <p:pic>
        <p:nvPicPr>
          <p:cNvPr id="82" name="Google Shape;82;p16"/>
          <p:cNvPicPr preferRelativeResize="0"/>
          <p:nvPr/>
        </p:nvPicPr>
        <p:blipFill rotWithShape="1">
          <a:blip r:embed="rId2">
            <a:alphaModFix/>
          </a:blip>
          <a:srcRect l="7043" t="47434" r="-48486" b="-26994"/>
          <a:stretch/>
        </p:blipFill>
        <p:spPr>
          <a:xfrm rot="10800000" flipH="1">
            <a:off x="-16" y="-3047"/>
            <a:ext cx="12192000" cy="6864093"/>
          </a:xfrm>
          <a:prstGeom prst="rect">
            <a:avLst/>
          </a:prstGeom>
          <a:noFill/>
          <a:ln>
            <a:noFill/>
          </a:ln>
        </p:spPr>
      </p:pic>
      <p:sp>
        <p:nvSpPr>
          <p:cNvPr id="83" name="Google Shape;83;p16"/>
          <p:cNvSpPr txBox="1">
            <a:spLocks noGrp="1"/>
          </p:cNvSpPr>
          <p:nvPr>
            <p:ph type="title"/>
          </p:nvPr>
        </p:nvSpPr>
        <p:spPr>
          <a:xfrm>
            <a:off x="953467" y="2575800"/>
            <a:ext cx="4939200" cy="731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84" name="Google Shape;84;p16"/>
          <p:cNvSpPr txBox="1">
            <a:spLocks noGrp="1"/>
          </p:cNvSpPr>
          <p:nvPr>
            <p:ph type="body" idx="1"/>
          </p:nvPr>
        </p:nvSpPr>
        <p:spPr>
          <a:xfrm>
            <a:off x="953467" y="3307400"/>
            <a:ext cx="4939200" cy="974800"/>
          </a:xfrm>
          <a:prstGeom prst="rect">
            <a:avLst/>
          </a:prstGeom>
          <a:ln>
            <a:noFill/>
          </a:ln>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dk1"/>
              </a:buClr>
              <a:buSzPts val="1200"/>
              <a:buChar char="●"/>
              <a:defRPr sz="1600">
                <a:solidFill>
                  <a:schemeClr val="dk1"/>
                </a:solidFill>
              </a:defRPr>
            </a:lvl1pPr>
            <a:lvl2pPr marL="1219170" lvl="1" indent="-406390" rtl="0">
              <a:lnSpc>
                <a:spcPct val="100000"/>
              </a:lnSpc>
              <a:spcBef>
                <a:spcPts val="0"/>
              </a:spcBef>
              <a:spcAft>
                <a:spcPts val="0"/>
              </a:spcAft>
              <a:buClr>
                <a:schemeClr val="dk1"/>
              </a:buClr>
              <a:buSzPts val="1200"/>
              <a:buChar char="○"/>
              <a:defRPr sz="1600">
                <a:solidFill>
                  <a:schemeClr val="dk1"/>
                </a:solidFill>
              </a:defRPr>
            </a:lvl2pPr>
            <a:lvl3pPr marL="1828754" lvl="2" indent="-406390" rtl="0">
              <a:lnSpc>
                <a:spcPct val="100000"/>
              </a:lnSpc>
              <a:spcBef>
                <a:spcPts val="0"/>
              </a:spcBef>
              <a:spcAft>
                <a:spcPts val="0"/>
              </a:spcAft>
              <a:buClr>
                <a:schemeClr val="dk1"/>
              </a:buClr>
              <a:buSzPts val="1200"/>
              <a:buChar char="■"/>
              <a:defRPr sz="1600">
                <a:solidFill>
                  <a:schemeClr val="dk1"/>
                </a:solidFill>
              </a:defRPr>
            </a:lvl3pPr>
            <a:lvl4pPr marL="2438339" lvl="3" indent="-406390" rtl="0">
              <a:lnSpc>
                <a:spcPct val="100000"/>
              </a:lnSpc>
              <a:spcBef>
                <a:spcPts val="0"/>
              </a:spcBef>
              <a:spcAft>
                <a:spcPts val="0"/>
              </a:spcAft>
              <a:buClr>
                <a:schemeClr val="dk1"/>
              </a:buClr>
              <a:buSzPts val="1200"/>
              <a:buChar char="●"/>
              <a:defRPr sz="1600">
                <a:solidFill>
                  <a:schemeClr val="dk1"/>
                </a:solidFill>
              </a:defRPr>
            </a:lvl4pPr>
            <a:lvl5pPr marL="3047924" lvl="4" indent="-406390" rtl="0">
              <a:lnSpc>
                <a:spcPct val="100000"/>
              </a:lnSpc>
              <a:spcBef>
                <a:spcPts val="0"/>
              </a:spcBef>
              <a:spcAft>
                <a:spcPts val="0"/>
              </a:spcAft>
              <a:buClr>
                <a:schemeClr val="dk1"/>
              </a:buClr>
              <a:buSzPts val="1200"/>
              <a:buChar char="○"/>
              <a:defRPr sz="1600">
                <a:solidFill>
                  <a:schemeClr val="dk1"/>
                </a:solidFill>
              </a:defRPr>
            </a:lvl5pPr>
            <a:lvl6pPr marL="3657509" lvl="5" indent="-406390" rtl="0">
              <a:lnSpc>
                <a:spcPct val="100000"/>
              </a:lnSpc>
              <a:spcBef>
                <a:spcPts val="0"/>
              </a:spcBef>
              <a:spcAft>
                <a:spcPts val="0"/>
              </a:spcAft>
              <a:buClr>
                <a:schemeClr val="dk1"/>
              </a:buClr>
              <a:buSzPts val="1200"/>
              <a:buChar char="■"/>
              <a:defRPr sz="1600">
                <a:solidFill>
                  <a:schemeClr val="dk1"/>
                </a:solidFill>
              </a:defRPr>
            </a:lvl6pPr>
            <a:lvl7pPr marL="4267093" lvl="6" indent="-406390" rtl="0">
              <a:lnSpc>
                <a:spcPct val="100000"/>
              </a:lnSpc>
              <a:spcBef>
                <a:spcPts val="0"/>
              </a:spcBef>
              <a:spcAft>
                <a:spcPts val="0"/>
              </a:spcAft>
              <a:buClr>
                <a:schemeClr val="dk1"/>
              </a:buClr>
              <a:buSzPts val="1200"/>
              <a:buChar char="●"/>
              <a:defRPr sz="1600">
                <a:solidFill>
                  <a:schemeClr val="dk1"/>
                </a:solidFill>
              </a:defRPr>
            </a:lvl7pPr>
            <a:lvl8pPr marL="4876678" lvl="7" indent="-406390" rtl="0">
              <a:lnSpc>
                <a:spcPct val="100000"/>
              </a:lnSpc>
              <a:spcBef>
                <a:spcPts val="0"/>
              </a:spcBef>
              <a:spcAft>
                <a:spcPts val="0"/>
              </a:spcAft>
              <a:buClr>
                <a:schemeClr val="dk1"/>
              </a:buClr>
              <a:buSzPts val="1200"/>
              <a:buChar char="○"/>
              <a:defRPr sz="1600">
                <a:solidFill>
                  <a:schemeClr val="dk1"/>
                </a:solidFill>
              </a:defRPr>
            </a:lvl8pPr>
            <a:lvl9pPr marL="5486263" lvl="8" indent="-406390" rtl="0">
              <a:lnSpc>
                <a:spcPct val="100000"/>
              </a:lnSpc>
              <a:spcBef>
                <a:spcPts val="0"/>
              </a:spcBef>
              <a:spcAft>
                <a:spcPts val="0"/>
              </a:spcAft>
              <a:buClr>
                <a:schemeClr val="dk1"/>
              </a:buClr>
              <a:buSzPts val="1200"/>
              <a:buChar char="■"/>
              <a:defRPr sz="1600">
                <a:solidFill>
                  <a:schemeClr val="dk1"/>
                </a:solidFill>
              </a:defRPr>
            </a:lvl9pPr>
          </a:lstStyle>
          <a:p>
            <a:pPr lvl="0"/>
            <a:r>
              <a:rPr lang="en-US"/>
              <a:t>Click to edit Master text styles</a:t>
            </a:r>
          </a:p>
        </p:txBody>
      </p:sp>
    </p:spTree>
    <p:extLst>
      <p:ext uri="{BB962C8B-B14F-4D97-AF65-F5344CB8AC3E}">
        <p14:creationId xmlns:p14="http://schemas.microsoft.com/office/powerpoint/2010/main" val="72030107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and text 2">
  <p:cSld name="Title and text 2">
    <p:bg>
      <p:bgPr>
        <a:solidFill>
          <a:schemeClr val="lt1"/>
        </a:solidFill>
        <a:effectLst/>
      </p:bgPr>
    </p:bg>
    <p:spTree>
      <p:nvGrpSpPr>
        <p:cNvPr id="1" name="Shape 85"/>
        <p:cNvGrpSpPr/>
        <p:nvPr/>
      </p:nvGrpSpPr>
      <p:grpSpPr>
        <a:xfrm>
          <a:off x="0" y="0"/>
          <a:ext cx="0" cy="0"/>
          <a:chOff x="0" y="0"/>
          <a:chExt cx="0" cy="0"/>
        </a:xfrm>
      </p:grpSpPr>
      <p:pic>
        <p:nvPicPr>
          <p:cNvPr id="86" name="Google Shape;86;p17"/>
          <p:cNvPicPr preferRelativeResize="0"/>
          <p:nvPr/>
        </p:nvPicPr>
        <p:blipFill rotWithShape="1">
          <a:blip r:embed="rId2">
            <a:alphaModFix/>
          </a:blip>
          <a:srcRect l="-50000" t="49600" r="50000" b="-5849"/>
          <a:stretch/>
        </p:blipFill>
        <p:spPr>
          <a:xfrm>
            <a:off x="0" y="0"/>
            <a:ext cx="12192000" cy="6858000"/>
          </a:xfrm>
          <a:prstGeom prst="rect">
            <a:avLst/>
          </a:prstGeom>
          <a:noFill/>
          <a:ln>
            <a:noFill/>
          </a:ln>
        </p:spPr>
      </p:pic>
      <p:sp>
        <p:nvSpPr>
          <p:cNvPr id="87" name="Google Shape;87;p17"/>
          <p:cNvSpPr txBox="1">
            <a:spLocks noGrp="1"/>
          </p:cNvSpPr>
          <p:nvPr>
            <p:ph type="title"/>
          </p:nvPr>
        </p:nvSpPr>
        <p:spPr>
          <a:xfrm>
            <a:off x="5736363" y="2575800"/>
            <a:ext cx="4939200" cy="731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88" name="Google Shape;88;p17"/>
          <p:cNvSpPr txBox="1">
            <a:spLocks noGrp="1"/>
          </p:cNvSpPr>
          <p:nvPr>
            <p:ph type="body" idx="1"/>
          </p:nvPr>
        </p:nvSpPr>
        <p:spPr>
          <a:xfrm>
            <a:off x="5736363" y="3307400"/>
            <a:ext cx="4939200" cy="974800"/>
          </a:xfrm>
          <a:prstGeom prst="rect">
            <a:avLst/>
          </a:prstGeom>
          <a:ln>
            <a:noFill/>
          </a:ln>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dk1"/>
              </a:buClr>
              <a:buSzPts val="1200"/>
              <a:buChar char="●"/>
              <a:defRPr sz="1600">
                <a:solidFill>
                  <a:schemeClr val="dk1"/>
                </a:solidFill>
              </a:defRPr>
            </a:lvl1pPr>
            <a:lvl2pPr marL="1219170" lvl="1" indent="-406390" rtl="0">
              <a:lnSpc>
                <a:spcPct val="100000"/>
              </a:lnSpc>
              <a:spcBef>
                <a:spcPts val="0"/>
              </a:spcBef>
              <a:spcAft>
                <a:spcPts val="0"/>
              </a:spcAft>
              <a:buClr>
                <a:schemeClr val="dk1"/>
              </a:buClr>
              <a:buSzPts val="1200"/>
              <a:buChar char="○"/>
              <a:defRPr sz="1600">
                <a:solidFill>
                  <a:schemeClr val="dk1"/>
                </a:solidFill>
              </a:defRPr>
            </a:lvl2pPr>
            <a:lvl3pPr marL="1828754" lvl="2" indent="-406390" rtl="0">
              <a:lnSpc>
                <a:spcPct val="100000"/>
              </a:lnSpc>
              <a:spcBef>
                <a:spcPts val="0"/>
              </a:spcBef>
              <a:spcAft>
                <a:spcPts val="0"/>
              </a:spcAft>
              <a:buClr>
                <a:schemeClr val="dk1"/>
              </a:buClr>
              <a:buSzPts val="1200"/>
              <a:buChar char="■"/>
              <a:defRPr sz="1600">
                <a:solidFill>
                  <a:schemeClr val="dk1"/>
                </a:solidFill>
              </a:defRPr>
            </a:lvl3pPr>
            <a:lvl4pPr marL="2438339" lvl="3" indent="-406390" rtl="0">
              <a:lnSpc>
                <a:spcPct val="100000"/>
              </a:lnSpc>
              <a:spcBef>
                <a:spcPts val="0"/>
              </a:spcBef>
              <a:spcAft>
                <a:spcPts val="0"/>
              </a:spcAft>
              <a:buClr>
                <a:schemeClr val="dk1"/>
              </a:buClr>
              <a:buSzPts val="1200"/>
              <a:buChar char="●"/>
              <a:defRPr sz="1600">
                <a:solidFill>
                  <a:schemeClr val="dk1"/>
                </a:solidFill>
              </a:defRPr>
            </a:lvl4pPr>
            <a:lvl5pPr marL="3047924" lvl="4" indent="-406390" rtl="0">
              <a:lnSpc>
                <a:spcPct val="100000"/>
              </a:lnSpc>
              <a:spcBef>
                <a:spcPts val="0"/>
              </a:spcBef>
              <a:spcAft>
                <a:spcPts val="0"/>
              </a:spcAft>
              <a:buClr>
                <a:schemeClr val="dk1"/>
              </a:buClr>
              <a:buSzPts val="1200"/>
              <a:buChar char="○"/>
              <a:defRPr sz="1600">
                <a:solidFill>
                  <a:schemeClr val="dk1"/>
                </a:solidFill>
              </a:defRPr>
            </a:lvl5pPr>
            <a:lvl6pPr marL="3657509" lvl="5" indent="-406390" rtl="0">
              <a:lnSpc>
                <a:spcPct val="100000"/>
              </a:lnSpc>
              <a:spcBef>
                <a:spcPts val="0"/>
              </a:spcBef>
              <a:spcAft>
                <a:spcPts val="0"/>
              </a:spcAft>
              <a:buClr>
                <a:schemeClr val="dk1"/>
              </a:buClr>
              <a:buSzPts val="1200"/>
              <a:buChar char="■"/>
              <a:defRPr sz="1600">
                <a:solidFill>
                  <a:schemeClr val="dk1"/>
                </a:solidFill>
              </a:defRPr>
            </a:lvl6pPr>
            <a:lvl7pPr marL="4267093" lvl="6" indent="-406390" rtl="0">
              <a:lnSpc>
                <a:spcPct val="100000"/>
              </a:lnSpc>
              <a:spcBef>
                <a:spcPts val="0"/>
              </a:spcBef>
              <a:spcAft>
                <a:spcPts val="0"/>
              </a:spcAft>
              <a:buClr>
                <a:schemeClr val="dk1"/>
              </a:buClr>
              <a:buSzPts val="1200"/>
              <a:buChar char="●"/>
              <a:defRPr sz="1600">
                <a:solidFill>
                  <a:schemeClr val="dk1"/>
                </a:solidFill>
              </a:defRPr>
            </a:lvl7pPr>
            <a:lvl8pPr marL="4876678" lvl="7" indent="-406390" rtl="0">
              <a:lnSpc>
                <a:spcPct val="100000"/>
              </a:lnSpc>
              <a:spcBef>
                <a:spcPts val="0"/>
              </a:spcBef>
              <a:spcAft>
                <a:spcPts val="0"/>
              </a:spcAft>
              <a:buClr>
                <a:schemeClr val="dk1"/>
              </a:buClr>
              <a:buSzPts val="1200"/>
              <a:buChar char="○"/>
              <a:defRPr sz="1600">
                <a:solidFill>
                  <a:schemeClr val="dk1"/>
                </a:solidFill>
              </a:defRPr>
            </a:lvl8pPr>
            <a:lvl9pPr marL="5486263" lvl="8" indent="-406390" rtl="0">
              <a:lnSpc>
                <a:spcPct val="100000"/>
              </a:lnSpc>
              <a:spcBef>
                <a:spcPts val="0"/>
              </a:spcBef>
              <a:spcAft>
                <a:spcPts val="0"/>
              </a:spcAft>
              <a:buClr>
                <a:schemeClr val="dk1"/>
              </a:buClr>
              <a:buSzPts val="1200"/>
              <a:buChar char="■"/>
              <a:defRPr sz="1600">
                <a:solidFill>
                  <a:schemeClr val="dk1"/>
                </a:solidFill>
              </a:defRPr>
            </a:lvl9pPr>
          </a:lstStyle>
          <a:p>
            <a:pPr lvl="0"/>
            <a:r>
              <a:rPr lang="en-US"/>
              <a:t>Click to edit Master text styles</a:t>
            </a:r>
          </a:p>
        </p:txBody>
      </p:sp>
    </p:spTree>
    <p:extLst>
      <p:ext uri="{BB962C8B-B14F-4D97-AF65-F5344CB8AC3E}">
        <p14:creationId xmlns:p14="http://schemas.microsoft.com/office/powerpoint/2010/main" val="232933335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and text 3">
  <p:cSld name="Title and text 3">
    <p:bg>
      <p:bgPr>
        <a:solidFill>
          <a:schemeClr val="lt1"/>
        </a:solidFill>
        <a:effectLst/>
      </p:bgPr>
    </p:bg>
    <p:spTree>
      <p:nvGrpSpPr>
        <p:cNvPr id="1" name="Shape 89"/>
        <p:cNvGrpSpPr/>
        <p:nvPr/>
      </p:nvGrpSpPr>
      <p:grpSpPr>
        <a:xfrm>
          <a:off x="0" y="0"/>
          <a:ext cx="0" cy="0"/>
          <a:chOff x="0" y="0"/>
          <a:chExt cx="0" cy="0"/>
        </a:xfrm>
      </p:grpSpPr>
      <p:pic>
        <p:nvPicPr>
          <p:cNvPr id="90" name="Google Shape;90;p18"/>
          <p:cNvPicPr preferRelativeResize="0"/>
          <p:nvPr/>
        </p:nvPicPr>
        <p:blipFill rotWithShape="1">
          <a:blip r:embed="rId2">
            <a:alphaModFix/>
          </a:blip>
          <a:srcRect l="-55210" t="50562" r="55209" b="-6811"/>
          <a:stretch/>
        </p:blipFill>
        <p:spPr>
          <a:xfrm rot="10800000">
            <a:off x="0" y="0"/>
            <a:ext cx="12192000" cy="6858000"/>
          </a:xfrm>
          <a:prstGeom prst="rect">
            <a:avLst/>
          </a:prstGeom>
          <a:noFill/>
          <a:ln>
            <a:noFill/>
          </a:ln>
        </p:spPr>
      </p:pic>
      <p:sp>
        <p:nvSpPr>
          <p:cNvPr id="91" name="Google Shape;91;p18"/>
          <p:cNvSpPr txBox="1">
            <a:spLocks noGrp="1"/>
          </p:cNvSpPr>
          <p:nvPr>
            <p:ph type="title"/>
          </p:nvPr>
        </p:nvSpPr>
        <p:spPr>
          <a:xfrm>
            <a:off x="2060629" y="2575800"/>
            <a:ext cx="4939200" cy="7316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92" name="Google Shape;92;p18"/>
          <p:cNvSpPr txBox="1">
            <a:spLocks noGrp="1"/>
          </p:cNvSpPr>
          <p:nvPr>
            <p:ph type="body" idx="1"/>
          </p:nvPr>
        </p:nvSpPr>
        <p:spPr>
          <a:xfrm>
            <a:off x="2060629" y="3307400"/>
            <a:ext cx="4939200" cy="974800"/>
          </a:xfrm>
          <a:prstGeom prst="rect">
            <a:avLst/>
          </a:prstGeom>
          <a:ln>
            <a:noFill/>
          </a:ln>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dk1"/>
              </a:buClr>
              <a:buSzPts val="1200"/>
              <a:buChar char="●"/>
              <a:defRPr sz="1600">
                <a:solidFill>
                  <a:schemeClr val="dk1"/>
                </a:solidFill>
              </a:defRPr>
            </a:lvl1pPr>
            <a:lvl2pPr marL="1219170" lvl="1" indent="-406390" rtl="0">
              <a:lnSpc>
                <a:spcPct val="100000"/>
              </a:lnSpc>
              <a:spcBef>
                <a:spcPts val="0"/>
              </a:spcBef>
              <a:spcAft>
                <a:spcPts val="0"/>
              </a:spcAft>
              <a:buClr>
                <a:schemeClr val="dk1"/>
              </a:buClr>
              <a:buSzPts val="1200"/>
              <a:buChar char="○"/>
              <a:defRPr sz="1600">
                <a:solidFill>
                  <a:schemeClr val="dk1"/>
                </a:solidFill>
              </a:defRPr>
            </a:lvl2pPr>
            <a:lvl3pPr marL="1828754" lvl="2" indent="-406390" rtl="0">
              <a:lnSpc>
                <a:spcPct val="100000"/>
              </a:lnSpc>
              <a:spcBef>
                <a:spcPts val="0"/>
              </a:spcBef>
              <a:spcAft>
                <a:spcPts val="0"/>
              </a:spcAft>
              <a:buClr>
                <a:schemeClr val="dk1"/>
              </a:buClr>
              <a:buSzPts val="1200"/>
              <a:buChar char="■"/>
              <a:defRPr sz="1600">
                <a:solidFill>
                  <a:schemeClr val="dk1"/>
                </a:solidFill>
              </a:defRPr>
            </a:lvl3pPr>
            <a:lvl4pPr marL="2438339" lvl="3" indent="-406390" rtl="0">
              <a:lnSpc>
                <a:spcPct val="100000"/>
              </a:lnSpc>
              <a:spcBef>
                <a:spcPts val="0"/>
              </a:spcBef>
              <a:spcAft>
                <a:spcPts val="0"/>
              </a:spcAft>
              <a:buClr>
                <a:schemeClr val="dk1"/>
              </a:buClr>
              <a:buSzPts val="1200"/>
              <a:buChar char="●"/>
              <a:defRPr sz="1600">
                <a:solidFill>
                  <a:schemeClr val="dk1"/>
                </a:solidFill>
              </a:defRPr>
            </a:lvl4pPr>
            <a:lvl5pPr marL="3047924" lvl="4" indent="-406390" rtl="0">
              <a:lnSpc>
                <a:spcPct val="100000"/>
              </a:lnSpc>
              <a:spcBef>
                <a:spcPts val="0"/>
              </a:spcBef>
              <a:spcAft>
                <a:spcPts val="0"/>
              </a:spcAft>
              <a:buClr>
                <a:schemeClr val="dk1"/>
              </a:buClr>
              <a:buSzPts val="1200"/>
              <a:buChar char="○"/>
              <a:defRPr sz="1600">
                <a:solidFill>
                  <a:schemeClr val="dk1"/>
                </a:solidFill>
              </a:defRPr>
            </a:lvl5pPr>
            <a:lvl6pPr marL="3657509" lvl="5" indent="-406390" rtl="0">
              <a:lnSpc>
                <a:spcPct val="100000"/>
              </a:lnSpc>
              <a:spcBef>
                <a:spcPts val="0"/>
              </a:spcBef>
              <a:spcAft>
                <a:spcPts val="0"/>
              </a:spcAft>
              <a:buClr>
                <a:schemeClr val="dk1"/>
              </a:buClr>
              <a:buSzPts val="1200"/>
              <a:buChar char="■"/>
              <a:defRPr sz="1600">
                <a:solidFill>
                  <a:schemeClr val="dk1"/>
                </a:solidFill>
              </a:defRPr>
            </a:lvl6pPr>
            <a:lvl7pPr marL="4267093" lvl="6" indent="-406390" rtl="0">
              <a:lnSpc>
                <a:spcPct val="100000"/>
              </a:lnSpc>
              <a:spcBef>
                <a:spcPts val="0"/>
              </a:spcBef>
              <a:spcAft>
                <a:spcPts val="0"/>
              </a:spcAft>
              <a:buClr>
                <a:schemeClr val="dk1"/>
              </a:buClr>
              <a:buSzPts val="1200"/>
              <a:buChar char="●"/>
              <a:defRPr sz="1600">
                <a:solidFill>
                  <a:schemeClr val="dk1"/>
                </a:solidFill>
              </a:defRPr>
            </a:lvl7pPr>
            <a:lvl8pPr marL="4876678" lvl="7" indent="-406390" rtl="0">
              <a:lnSpc>
                <a:spcPct val="100000"/>
              </a:lnSpc>
              <a:spcBef>
                <a:spcPts val="0"/>
              </a:spcBef>
              <a:spcAft>
                <a:spcPts val="0"/>
              </a:spcAft>
              <a:buClr>
                <a:schemeClr val="dk1"/>
              </a:buClr>
              <a:buSzPts val="1200"/>
              <a:buChar char="○"/>
              <a:defRPr sz="1600">
                <a:solidFill>
                  <a:schemeClr val="dk1"/>
                </a:solidFill>
              </a:defRPr>
            </a:lvl8pPr>
            <a:lvl9pPr marL="5486263" lvl="8" indent="-406390" rtl="0">
              <a:lnSpc>
                <a:spcPct val="100000"/>
              </a:lnSpc>
              <a:spcBef>
                <a:spcPts val="0"/>
              </a:spcBef>
              <a:spcAft>
                <a:spcPts val="0"/>
              </a:spcAft>
              <a:buClr>
                <a:schemeClr val="dk1"/>
              </a:buClr>
              <a:buSzPts val="1200"/>
              <a:buChar char="■"/>
              <a:defRPr sz="1600">
                <a:solidFill>
                  <a:schemeClr val="dk1"/>
                </a:solidFill>
              </a:defRPr>
            </a:lvl9pPr>
          </a:lstStyle>
          <a:p>
            <a:pPr lvl="0"/>
            <a:r>
              <a:rPr lang="en-US"/>
              <a:t>Click to edit Master text styles</a:t>
            </a:r>
          </a:p>
        </p:txBody>
      </p:sp>
    </p:spTree>
    <p:extLst>
      <p:ext uri="{BB962C8B-B14F-4D97-AF65-F5344CB8AC3E}">
        <p14:creationId xmlns:p14="http://schemas.microsoft.com/office/powerpoint/2010/main" val="306425663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bg>
      <p:bgPr>
        <a:solidFill>
          <a:schemeClr val="lt1"/>
        </a:solidFill>
        <a:effectLst/>
      </p:bgPr>
    </p:bg>
    <p:spTree>
      <p:nvGrpSpPr>
        <p:cNvPr id="1" name="Shape 93"/>
        <p:cNvGrpSpPr/>
        <p:nvPr/>
      </p:nvGrpSpPr>
      <p:grpSpPr>
        <a:xfrm>
          <a:off x="0" y="0"/>
          <a:ext cx="0" cy="0"/>
          <a:chOff x="0" y="0"/>
          <a:chExt cx="0" cy="0"/>
        </a:xfrm>
      </p:grpSpPr>
      <p:pic>
        <p:nvPicPr>
          <p:cNvPr id="94" name="Google Shape;94;p19"/>
          <p:cNvPicPr preferRelativeResize="0"/>
          <p:nvPr/>
        </p:nvPicPr>
        <p:blipFill rotWithShape="1">
          <a:blip r:embed="rId2">
            <a:alphaModFix/>
          </a:blip>
          <a:srcRect l="-50000" t="49600" r="50000" b="-5849"/>
          <a:stretch/>
        </p:blipFill>
        <p:spPr>
          <a:xfrm>
            <a:off x="0" y="0"/>
            <a:ext cx="12192000" cy="6858000"/>
          </a:xfrm>
          <a:prstGeom prst="rect">
            <a:avLst/>
          </a:prstGeom>
          <a:noFill/>
          <a:ln>
            <a:noFill/>
          </a:ln>
        </p:spPr>
      </p:pic>
      <p:sp>
        <p:nvSpPr>
          <p:cNvPr id="95" name="Google Shape;95;p19"/>
          <p:cNvSpPr txBox="1">
            <a:spLocks noGrp="1"/>
          </p:cNvSpPr>
          <p:nvPr>
            <p:ph type="subTitle" idx="1"/>
          </p:nvPr>
        </p:nvSpPr>
        <p:spPr>
          <a:xfrm>
            <a:off x="953467" y="2728667"/>
            <a:ext cx="7906800" cy="96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96" name="Google Shape;96;p19"/>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97" name="Google Shape;97;p19"/>
          <p:cNvSpPr txBox="1">
            <a:spLocks noGrp="1"/>
          </p:cNvSpPr>
          <p:nvPr>
            <p:ph type="subTitle" idx="2"/>
          </p:nvPr>
        </p:nvSpPr>
        <p:spPr>
          <a:xfrm>
            <a:off x="953467" y="4398667"/>
            <a:ext cx="7906800" cy="96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98" name="Google Shape;98;p19"/>
          <p:cNvSpPr txBox="1">
            <a:spLocks noGrp="1"/>
          </p:cNvSpPr>
          <p:nvPr>
            <p:ph type="subTitle" idx="3"/>
          </p:nvPr>
        </p:nvSpPr>
        <p:spPr>
          <a:xfrm>
            <a:off x="953467" y="2222267"/>
            <a:ext cx="7906800" cy="60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99" name="Google Shape;99;p19"/>
          <p:cNvSpPr txBox="1">
            <a:spLocks noGrp="1"/>
          </p:cNvSpPr>
          <p:nvPr>
            <p:ph type="subTitle" idx="4"/>
          </p:nvPr>
        </p:nvSpPr>
        <p:spPr>
          <a:xfrm>
            <a:off x="953467" y="3892267"/>
            <a:ext cx="7906800" cy="60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Tree>
    <p:extLst>
      <p:ext uri="{BB962C8B-B14F-4D97-AF65-F5344CB8AC3E}">
        <p14:creationId xmlns:p14="http://schemas.microsoft.com/office/powerpoint/2010/main" val="347725256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bg>
      <p:bgPr>
        <a:solidFill>
          <a:schemeClr val="lt1"/>
        </a:solidFill>
        <a:effectLst/>
      </p:bgPr>
    </p:bg>
    <p:spTree>
      <p:nvGrpSpPr>
        <p:cNvPr id="1" name="Shape 100"/>
        <p:cNvGrpSpPr/>
        <p:nvPr/>
      </p:nvGrpSpPr>
      <p:grpSpPr>
        <a:xfrm>
          <a:off x="0" y="0"/>
          <a:ext cx="0" cy="0"/>
          <a:chOff x="0" y="0"/>
          <a:chExt cx="0" cy="0"/>
        </a:xfrm>
      </p:grpSpPr>
      <p:pic>
        <p:nvPicPr>
          <p:cNvPr id="101" name="Google Shape;101;p20"/>
          <p:cNvPicPr preferRelativeResize="0"/>
          <p:nvPr/>
        </p:nvPicPr>
        <p:blipFill rotWithShape="1">
          <a:blip r:embed="rId2">
            <a:alphaModFix/>
          </a:blip>
          <a:srcRect l="-235242" t="44962" r="44460" b="-108521"/>
          <a:stretch/>
        </p:blipFill>
        <p:spPr>
          <a:xfrm rot="10800000">
            <a:off x="-13533" y="1"/>
            <a:ext cx="12205533" cy="6864500"/>
          </a:xfrm>
          <a:prstGeom prst="rect">
            <a:avLst/>
          </a:prstGeom>
          <a:noFill/>
          <a:ln>
            <a:noFill/>
          </a:ln>
        </p:spPr>
      </p:pic>
      <p:pic>
        <p:nvPicPr>
          <p:cNvPr id="102" name="Google Shape;102;p20"/>
          <p:cNvPicPr preferRelativeResize="0"/>
          <p:nvPr/>
        </p:nvPicPr>
        <p:blipFill rotWithShape="1">
          <a:blip r:embed="rId2">
            <a:alphaModFix/>
          </a:blip>
          <a:srcRect l="-235242" t="44962" r="44460" b="-108521"/>
          <a:stretch/>
        </p:blipFill>
        <p:spPr>
          <a:xfrm rot="10800000" flipH="1">
            <a:off x="-6095" y="-3249"/>
            <a:ext cx="12204193" cy="6864500"/>
          </a:xfrm>
          <a:prstGeom prst="rect">
            <a:avLst/>
          </a:prstGeom>
          <a:noFill/>
          <a:ln>
            <a:noFill/>
          </a:ln>
        </p:spPr>
      </p:pic>
      <p:sp>
        <p:nvSpPr>
          <p:cNvPr id="103" name="Google Shape;103;p20"/>
          <p:cNvSpPr txBox="1">
            <a:spLocks noGrp="1"/>
          </p:cNvSpPr>
          <p:nvPr>
            <p:ph type="subTitle" idx="1"/>
          </p:nvPr>
        </p:nvSpPr>
        <p:spPr>
          <a:xfrm>
            <a:off x="953467" y="3105033"/>
            <a:ext cx="2842400" cy="194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04" name="Google Shape;104;p20"/>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105" name="Google Shape;105;p20"/>
          <p:cNvSpPr txBox="1">
            <a:spLocks noGrp="1"/>
          </p:cNvSpPr>
          <p:nvPr>
            <p:ph type="subTitle" idx="2"/>
          </p:nvPr>
        </p:nvSpPr>
        <p:spPr>
          <a:xfrm>
            <a:off x="953467" y="2222267"/>
            <a:ext cx="2842400" cy="9796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06" name="Google Shape;106;p20"/>
          <p:cNvSpPr txBox="1">
            <a:spLocks noGrp="1"/>
          </p:cNvSpPr>
          <p:nvPr>
            <p:ph type="subTitle" idx="3"/>
          </p:nvPr>
        </p:nvSpPr>
        <p:spPr>
          <a:xfrm>
            <a:off x="4674800" y="3105033"/>
            <a:ext cx="2842400" cy="194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07" name="Google Shape;107;p20"/>
          <p:cNvSpPr txBox="1">
            <a:spLocks noGrp="1"/>
          </p:cNvSpPr>
          <p:nvPr>
            <p:ph type="subTitle" idx="4"/>
          </p:nvPr>
        </p:nvSpPr>
        <p:spPr>
          <a:xfrm>
            <a:off x="4674799" y="2222267"/>
            <a:ext cx="2842400" cy="9796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08" name="Google Shape;108;p20"/>
          <p:cNvSpPr txBox="1">
            <a:spLocks noGrp="1"/>
          </p:cNvSpPr>
          <p:nvPr>
            <p:ph type="subTitle" idx="5"/>
          </p:nvPr>
        </p:nvSpPr>
        <p:spPr>
          <a:xfrm>
            <a:off x="8396269" y="3105033"/>
            <a:ext cx="2842400" cy="194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09" name="Google Shape;109;p20"/>
          <p:cNvSpPr txBox="1">
            <a:spLocks noGrp="1"/>
          </p:cNvSpPr>
          <p:nvPr>
            <p:ph type="subTitle" idx="6"/>
          </p:nvPr>
        </p:nvSpPr>
        <p:spPr>
          <a:xfrm>
            <a:off x="8396267" y="2222267"/>
            <a:ext cx="2842400" cy="9796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Tree>
    <p:extLst>
      <p:ext uri="{BB962C8B-B14F-4D97-AF65-F5344CB8AC3E}">
        <p14:creationId xmlns:p14="http://schemas.microsoft.com/office/powerpoint/2010/main" val="352119811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bg>
      <p:bgPr>
        <a:solidFill>
          <a:schemeClr val="lt1"/>
        </a:solidFill>
        <a:effectLst/>
      </p:bgPr>
    </p:bg>
    <p:spTree>
      <p:nvGrpSpPr>
        <p:cNvPr id="1" name="Shape 110"/>
        <p:cNvGrpSpPr/>
        <p:nvPr/>
      </p:nvGrpSpPr>
      <p:grpSpPr>
        <a:xfrm>
          <a:off x="0" y="0"/>
          <a:ext cx="0" cy="0"/>
          <a:chOff x="0" y="0"/>
          <a:chExt cx="0" cy="0"/>
        </a:xfrm>
      </p:grpSpPr>
      <p:pic>
        <p:nvPicPr>
          <p:cNvPr id="111" name="Google Shape;111;p21"/>
          <p:cNvPicPr preferRelativeResize="0"/>
          <p:nvPr/>
        </p:nvPicPr>
        <p:blipFill rotWithShape="1">
          <a:blip r:embed="rId2">
            <a:alphaModFix/>
          </a:blip>
          <a:srcRect l="-50000" t="49600" r="50000" b="-5849"/>
          <a:stretch/>
        </p:blipFill>
        <p:spPr>
          <a:xfrm>
            <a:off x="0" y="0"/>
            <a:ext cx="12192000" cy="6858000"/>
          </a:xfrm>
          <a:prstGeom prst="rect">
            <a:avLst/>
          </a:prstGeom>
          <a:noFill/>
          <a:ln>
            <a:noFill/>
          </a:ln>
        </p:spPr>
      </p:pic>
      <p:sp>
        <p:nvSpPr>
          <p:cNvPr id="112" name="Google Shape;112;p21"/>
          <p:cNvSpPr txBox="1">
            <a:spLocks noGrp="1"/>
          </p:cNvSpPr>
          <p:nvPr>
            <p:ph type="subTitle" idx="1"/>
          </p:nvPr>
        </p:nvSpPr>
        <p:spPr>
          <a:xfrm>
            <a:off x="953467" y="5011484"/>
            <a:ext cx="2842400" cy="73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13" name="Google Shape;113;p21"/>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114" name="Google Shape;114;p21"/>
          <p:cNvSpPr txBox="1">
            <a:spLocks noGrp="1"/>
          </p:cNvSpPr>
          <p:nvPr>
            <p:ph type="subTitle" idx="2"/>
          </p:nvPr>
        </p:nvSpPr>
        <p:spPr>
          <a:xfrm>
            <a:off x="953467" y="4503484"/>
            <a:ext cx="2842400" cy="6096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15" name="Google Shape;115;p21"/>
          <p:cNvSpPr txBox="1">
            <a:spLocks noGrp="1"/>
          </p:cNvSpPr>
          <p:nvPr>
            <p:ph type="subTitle" idx="3"/>
          </p:nvPr>
        </p:nvSpPr>
        <p:spPr>
          <a:xfrm>
            <a:off x="4674799" y="5011484"/>
            <a:ext cx="2842400" cy="73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16" name="Google Shape;116;p21"/>
          <p:cNvSpPr txBox="1">
            <a:spLocks noGrp="1"/>
          </p:cNvSpPr>
          <p:nvPr>
            <p:ph type="subTitle" idx="4"/>
          </p:nvPr>
        </p:nvSpPr>
        <p:spPr>
          <a:xfrm>
            <a:off x="4674799" y="4503484"/>
            <a:ext cx="2842400" cy="6096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17" name="Google Shape;117;p21"/>
          <p:cNvSpPr txBox="1">
            <a:spLocks noGrp="1"/>
          </p:cNvSpPr>
          <p:nvPr>
            <p:ph type="subTitle" idx="5"/>
          </p:nvPr>
        </p:nvSpPr>
        <p:spPr>
          <a:xfrm>
            <a:off x="8396267" y="5011484"/>
            <a:ext cx="2842400" cy="73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18" name="Google Shape;118;p21"/>
          <p:cNvSpPr txBox="1">
            <a:spLocks noGrp="1"/>
          </p:cNvSpPr>
          <p:nvPr>
            <p:ph type="subTitle" idx="6"/>
          </p:nvPr>
        </p:nvSpPr>
        <p:spPr>
          <a:xfrm>
            <a:off x="8396267" y="4503484"/>
            <a:ext cx="2842400" cy="6096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Tree>
    <p:extLst>
      <p:ext uri="{BB962C8B-B14F-4D97-AF65-F5344CB8AC3E}">
        <p14:creationId xmlns:p14="http://schemas.microsoft.com/office/powerpoint/2010/main" val="264538285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bg>
      <p:bgPr>
        <a:solidFill>
          <a:schemeClr val="lt1"/>
        </a:solidFill>
        <a:effectLst/>
      </p:bgPr>
    </p:bg>
    <p:spTree>
      <p:nvGrpSpPr>
        <p:cNvPr id="1" name="Shape 119"/>
        <p:cNvGrpSpPr/>
        <p:nvPr/>
      </p:nvGrpSpPr>
      <p:grpSpPr>
        <a:xfrm>
          <a:off x="0" y="0"/>
          <a:ext cx="0" cy="0"/>
          <a:chOff x="0" y="0"/>
          <a:chExt cx="0" cy="0"/>
        </a:xfrm>
      </p:grpSpPr>
      <p:pic>
        <p:nvPicPr>
          <p:cNvPr id="120" name="Google Shape;120;p22"/>
          <p:cNvPicPr preferRelativeResize="0"/>
          <p:nvPr/>
        </p:nvPicPr>
        <p:blipFill rotWithShape="1">
          <a:blip r:embed="rId2">
            <a:alphaModFix/>
          </a:blip>
          <a:srcRect l="104756" t="-108210" r="280062" b="47851"/>
          <a:stretch/>
        </p:blipFill>
        <p:spPr>
          <a:xfrm rot="10800000">
            <a:off x="1767" y="-2182"/>
            <a:ext cx="12188600" cy="6862367"/>
          </a:xfrm>
          <a:prstGeom prst="rect">
            <a:avLst/>
          </a:prstGeom>
          <a:noFill/>
          <a:ln>
            <a:noFill/>
          </a:ln>
        </p:spPr>
      </p:pic>
      <p:sp>
        <p:nvSpPr>
          <p:cNvPr id="121" name="Google Shape;121;p22"/>
          <p:cNvSpPr txBox="1">
            <a:spLocks noGrp="1"/>
          </p:cNvSpPr>
          <p:nvPr>
            <p:ph type="subTitle" idx="1"/>
          </p:nvPr>
        </p:nvSpPr>
        <p:spPr>
          <a:xfrm>
            <a:off x="953467" y="2728667"/>
            <a:ext cx="5040800" cy="96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22" name="Google Shape;122;p22"/>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123" name="Google Shape;123;p22"/>
          <p:cNvSpPr txBox="1">
            <a:spLocks noGrp="1"/>
          </p:cNvSpPr>
          <p:nvPr>
            <p:ph type="subTitle" idx="2"/>
          </p:nvPr>
        </p:nvSpPr>
        <p:spPr>
          <a:xfrm>
            <a:off x="953467" y="4398667"/>
            <a:ext cx="5040800" cy="96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24" name="Google Shape;124;p22"/>
          <p:cNvSpPr txBox="1">
            <a:spLocks noGrp="1"/>
          </p:cNvSpPr>
          <p:nvPr>
            <p:ph type="subTitle" idx="3"/>
          </p:nvPr>
        </p:nvSpPr>
        <p:spPr>
          <a:xfrm>
            <a:off x="953467" y="2222267"/>
            <a:ext cx="5040800" cy="60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25" name="Google Shape;125;p22"/>
          <p:cNvSpPr txBox="1">
            <a:spLocks noGrp="1"/>
          </p:cNvSpPr>
          <p:nvPr>
            <p:ph type="subTitle" idx="4"/>
          </p:nvPr>
        </p:nvSpPr>
        <p:spPr>
          <a:xfrm>
            <a:off x="953467" y="3892267"/>
            <a:ext cx="5040800" cy="60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26" name="Google Shape;126;p22"/>
          <p:cNvSpPr txBox="1">
            <a:spLocks noGrp="1"/>
          </p:cNvSpPr>
          <p:nvPr>
            <p:ph type="subTitle" idx="5"/>
          </p:nvPr>
        </p:nvSpPr>
        <p:spPr>
          <a:xfrm>
            <a:off x="6197733" y="2728667"/>
            <a:ext cx="5040800" cy="96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27" name="Google Shape;127;p22"/>
          <p:cNvSpPr txBox="1">
            <a:spLocks noGrp="1"/>
          </p:cNvSpPr>
          <p:nvPr>
            <p:ph type="subTitle" idx="6"/>
          </p:nvPr>
        </p:nvSpPr>
        <p:spPr>
          <a:xfrm>
            <a:off x="6197733" y="4398667"/>
            <a:ext cx="5040800" cy="96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28" name="Google Shape;128;p22"/>
          <p:cNvSpPr txBox="1">
            <a:spLocks noGrp="1"/>
          </p:cNvSpPr>
          <p:nvPr>
            <p:ph type="subTitle" idx="7"/>
          </p:nvPr>
        </p:nvSpPr>
        <p:spPr>
          <a:xfrm>
            <a:off x="6197733" y="2222267"/>
            <a:ext cx="5040800" cy="60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29" name="Google Shape;129;p22"/>
          <p:cNvSpPr txBox="1">
            <a:spLocks noGrp="1"/>
          </p:cNvSpPr>
          <p:nvPr>
            <p:ph type="subTitle" idx="8"/>
          </p:nvPr>
        </p:nvSpPr>
        <p:spPr>
          <a:xfrm>
            <a:off x="6197733" y="3892267"/>
            <a:ext cx="5040800" cy="60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Tree>
    <p:extLst>
      <p:ext uri="{BB962C8B-B14F-4D97-AF65-F5344CB8AC3E}">
        <p14:creationId xmlns:p14="http://schemas.microsoft.com/office/powerpoint/2010/main" val="421218431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bg>
      <p:bgPr>
        <a:solidFill>
          <a:schemeClr val="lt1"/>
        </a:solidFill>
        <a:effectLst/>
      </p:bgPr>
    </p:bg>
    <p:spTree>
      <p:nvGrpSpPr>
        <p:cNvPr id="1" name="Shape 130"/>
        <p:cNvGrpSpPr/>
        <p:nvPr/>
      </p:nvGrpSpPr>
      <p:grpSpPr>
        <a:xfrm>
          <a:off x="0" y="0"/>
          <a:ext cx="0" cy="0"/>
          <a:chOff x="0" y="0"/>
          <a:chExt cx="0" cy="0"/>
        </a:xfrm>
      </p:grpSpPr>
      <p:sp>
        <p:nvSpPr>
          <p:cNvPr id="131" name="Google Shape;131;p23"/>
          <p:cNvSpPr txBox="1">
            <a:spLocks noGrp="1"/>
          </p:cNvSpPr>
          <p:nvPr>
            <p:ph type="subTitle" idx="1"/>
          </p:nvPr>
        </p:nvSpPr>
        <p:spPr>
          <a:xfrm>
            <a:off x="953467" y="2506267"/>
            <a:ext cx="3243200" cy="1182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32" name="Google Shape;132;p23"/>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
        <p:nvSpPr>
          <p:cNvPr id="133" name="Google Shape;133;p23"/>
          <p:cNvSpPr txBox="1">
            <a:spLocks noGrp="1"/>
          </p:cNvSpPr>
          <p:nvPr>
            <p:ph type="subTitle" idx="2"/>
          </p:nvPr>
        </p:nvSpPr>
        <p:spPr>
          <a:xfrm>
            <a:off x="953467" y="4765867"/>
            <a:ext cx="3243200" cy="1182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34" name="Google Shape;134;p23"/>
          <p:cNvSpPr txBox="1">
            <a:spLocks noGrp="1"/>
          </p:cNvSpPr>
          <p:nvPr>
            <p:ph type="subTitle" idx="3"/>
          </p:nvPr>
        </p:nvSpPr>
        <p:spPr>
          <a:xfrm>
            <a:off x="953467" y="1632667"/>
            <a:ext cx="3243200" cy="975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35" name="Google Shape;135;p23"/>
          <p:cNvSpPr txBox="1">
            <a:spLocks noGrp="1"/>
          </p:cNvSpPr>
          <p:nvPr>
            <p:ph type="subTitle" idx="4"/>
          </p:nvPr>
        </p:nvSpPr>
        <p:spPr>
          <a:xfrm>
            <a:off x="953467" y="3892267"/>
            <a:ext cx="3243200" cy="975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36" name="Google Shape;136;p23"/>
          <p:cNvSpPr txBox="1">
            <a:spLocks noGrp="1"/>
          </p:cNvSpPr>
          <p:nvPr>
            <p:ph type="subTitle" idx="5"/>
          </p:nvPr>
        </p:nvSpPr>
        <p:spPr>
          <a:xfrm>
            <a:off x="4474399" y="2506267"/>
            <a:ext cx="3243200" cy="1182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37" name="Google Shape;137;p23"/>
          <p:cNvSpPr txBox="1">
            <a:spLocks noGrp="1"/>
          </p:cNvSpPr>
          <p:nvPr>
            <p:ph type="subTitle" idx="6"/>
          </p:nvPr>
        </p:nvSpPr>
        <p:spPr>
          <a:xfrm>
            <a:off x="4474399" y="4765867"/>
            <a:ext cx="3243200" cy="1182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38" name="Google Shape;138;p23"/>
          <p:cNvSpPr txBox="1">
            <a:spLocks noGrp="1"/>
          </p:cNvSpPr>
          <p:nvPr>
            <p:ph type="subTitle" idx="7"/>
          </p:nvPr>
        </p:nvSpPr>
        <p:spPr>
          <a:xfrm>
            <a:off x="4474400" y="1632667"/>
            <a:ext cx="3243200" cy="975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39" name="Google Shape;139;p23"/>
          <p:cNvSpPr txBox="1">
            <a:spLocks noGrp="1"/>
          </p:cNvSpPr>
          <p:nvPr>
            <p:ph type="subTitle" idx="8"/>
          </p:nvPr>
        </p:nvSpPr>
        <p:spPr>
          <a:xfrm>
            <a:off x="4474400" y="3892267"/>
            <a:ext cx="3243200" cy="975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40" name="Google Shape;140;p23"/>
          <p:cNvSpPr txBox="1">
            <a:spLocks noGrp="1"/>
          </p:cNvSpPr>
          <p:nvPr>
            <p:ph type="subTitle" idx="9"/>
          </p:nvPr>
        </p:nvSpPr>
        <p:spPr>
          <a:xfrm>
            <a:off x="7995335" y="2506267"/>
            <a:ext cx="3243200" cy="1182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41" name="Google Shape;141;p23"/>
          <p:cNvSpPr txBox="1">
            <a:spLocks noGrp="1"/>
          </p:cNvSpPr>
          <p:nvPr>
            <p:ph type="subTitle" idx="13"/>
          </p:nvPr>
        </p:nvSpPr>
        <p:spPr>
          <a:xfrm>
            <a:off x="7995335" y="4765867"/>
            <a:ext cx="3243200" cy="1182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42" name="Google Shape;142;p23"/>
          <p:cNvSpPr txBox="1">
            <a:spLocks noGrp="1"/>
          </p:cNvSpPr>
          <p:nvPr>
            <p:ph type="subTitle" idx="14"/>
          </p:nvPr>
        </p:nvSpPr>
        <p:spPr>
          <a:xfrm>
            <a:off x="7995337" y="1632667"/>
            <a:ext cx="3243200" cy="975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43" name="Google Shape;143;p23"/>
          <p:cNvSpPr txBox="1">
            <a:spLocks noGrp="1"/>
          </p:cNvSpPr>
          <p:nvPr>
            <p:ph type="subTitle" idx="15"/>
          </p:nvPr>
        </p:nvSpPr>
        <p:spPr>
          <a:xfrm>
            <a:off x="7995337" y="3892267"/>
            <a:ext cx="3243200" cy="975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Tree>
    <p:extLst>
      <p:ext uri="{BB962C8B-B14F-4D97-AF65-F5344CB8AC3E}">
        <p14:creationId xmlns:p14="http://schemas.microsoft.com/office/powerpoint/2010/main" val="403739031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Numbers and text">
  <p:cSld name="Numbers and text">
    <p:bg>
      <p:bgPr>
        <a:solidFill>
          <a:schemeClr val="lt1"/>
        </a:solidFill>
        <a:effectLst/>
      </p:bgPr>
    </p:bg>
    <p:spTree>
      <p:nvGrpSpPr>
        <p:cNvPr id="1" name="Shape 144"/>
        <p:cNvGrpSpPr/>
        <p:nvPr/>
      </p:nvGrpSpPr>
      <p:grpSpPr>
        <a:xfrm>
          <a:off x="0" y="0"/>
          <a:ext cx="0" cy="0"/>
          <a:chOff x="0" y="0"/>
          <a:chExt cx="0" cy="0"/>
        </a:xfrm>
      </p:grpSpPr>
      <p:pic>
        <p:nvPicPr>
          <p:cNvPr id="145" name="Google Shape;145;p24"/>
          <p:cNvPicPr preferRelativeResize="0"/>
          <p:nvPr/>
        </p:nvPicPr>
        <p:blipFill rotWithShape="1">
          <a:blip r:embed="rId2">
            <a:alphaModFix/>
          </a:blip>
          <a:srcRect l="-50000" t="49600" r="50000" b="-5849"/>
          <a:stretch/>
        </p:blipFill>
        <p:spPr>
          <a:xfrm>
            <a:off x="0" y="0"/>
            <a:ext cx="12192000" cy="6858000"/>
          </a:xfrm>
          <a:prstGeom prst="rect">
            <a:avLst/>
          </a:prstGeom>
          <a:noFill/>
          <a:ln>
            <a:noFill/>
          </a:ln>
        </p:spPr>
      </p:pic>
      <p:sp>
        <p:nvSpPr>
          <p:cNvPr id="146" name="Google Shape;146;p24"/>
          <p:cNvSpPr txBox="1">
            <a:spLocks noGrp="1"/>
          </p:cNvSpPr>
          <p:nvPr>
            <p:ph type="title" hasCustomPrompt="1"/>
          </p:nvPr>
        </p:nvSpPr>
        <p:spPr>
          <a:xfrm>
            <a:off x="953467" y="1310667"/>
            <a:ext cx="10285200" cy="1269200"/>
          </a:xfrm>
          <a:prstGeom prst="rect">
            <a:avLst/>
          </a:prstGeom>
        </p:spPr>
        <p:txBody>
          <a:bodyPr spcFirstLastPara="1" wrap="square" lIns="91425" tIns="91425" rIns="91425" bIns="91425" anchor="b" anchorCtr="0">
            <a:noAutofit/>
          </a:bodyPr>
          <a:lstStyle>
            <a:lvl1pPr lvl="0" rtl="0">
              <a:spcBef>
                <a:spcPts val="0"/>
              </a:spcBef>
              <a:spcAft>
                <a:spcPts val="0"/>
              </a:spcAft>
              <a:buSzPts val="6200"/>
              <a:buNone/>
              <a:defRPr sz="6667"/>
            </a:lvl1pPr>
            <a:lvl2pPr lvl="1" algn="ctr" rtl="0">
              <a:spcBef>
                <a:spcPts val="0"/>
              </a:spcBef>
              <a:spcAft>
                <a:spcPts val="0"/>
              </a:spcAft>
              <a:buSzPts val="6200"/>
              <a:buNone/>
              <a:defRPr sz="8266"/>
            </a:lvl2pPr>
            <a:lvl3pPr lvl="2" algn="ctr" rtl="0">
              <a:spcBef>
                <a:spcPts val="0"/>
              </a:spcBef>
              <a:spcAft>
                <a:spcPts val="0"/>
              </a:spcAft>
              <a:buSzPts val="6200"/>
              <a:buNone/>
              <a:defRPr sz="8266"/>
            </a:lvl3pPr>
            <a:lvl4pPr lvl="3" algn="ctr" rtl="0">
              <a:spcBef>
                <a:spcPts val="0"/>
              </a:spcBef>
              <a:spcAft>
                <a:spcPts val="0"/>
              </a:spcAft>
              <a:buSzPts val="6200"/>
              <a:buNone/>
              <a:defRPr sz="8266"/>
            </a:lvl4pPr>
            <a:lvl5pPr lvl="4" algn="ctr" rtl="0">
              <a:spcBef>
                <a:spcPts val="0"/>
              </a:spcBef>
              <a:spcAft>
                <a:spcPts val="0"/>
              </a:spcAft>
              <a:buSzPts val="6200"/>
              <a:buNone/>
              <a:defRPr sz="8266"/>
            </a:lvl5pPr>
            <a:lvl6pPr lvl="5" algn="ctr" rtl="0">
              <a:spcBef>
                <a:spcPts val="0"/>
              </a:spcBef>
              <a:spcAft>
                <a:spcPts val="0"/>
              </a:spcAft>
              <a:buSzPts val="6200"/>
              <a:buNone/>
              <a:defRPr sz="8266"/>
            </a:lvl6pPr>
            <a:lvl7pPr lvl="6" algn="ctr" rtl="0">
              <a:spcBef>
                <a:spcPts val="0"/>
              </a:spcBef>
              <a:spcAft>
                <a:spcPts val="0"/>
              </a:spcAft>
              <a:buSzPts val="6200"/>
              <a:buNone/>
              <a:defRPr sz="8266"/>
            </a:lvl7pPr>
            <a:lvl8pPr lvl="7" algn="ctr" rtl="0">
              <a:spcBef>
                <a:spcPts val="0"/>
              </a:spcBef>
              <a:spcAft>
                <a:spcPts val="0"/>
              </a:spcAft>
              <a:buSzPts val="6200"/>
              <a:buNone/>
              <a:defRPr sz="8266"/>
            </a:lvl8pPr>
            <a:lvl9pPr lvl="8" algn="ctr" rtl="0">
              <a:spcBef>
                <a:spcPts val="0"/>
              </a:spcBef>
              <a:spcAft>
                <a:spcPts val="0"/>
              </a:spcAft>
              <a:buSzPts val="6200"/>
              <a:buNone/>
              <a:defRPr sz="8266"/>
            </a:lvl9pPr>
          </a:lstStyle>
          <a:p>
            <a:r>
              <a:t>xx%</a:t>
            </a:r>
          </a:p>
        </p:txBody>
      </p:sp>
      <p:sp>
        <p:nvSpPr>
          <p:cNvPr id="147" name="Google Shape;147;p24"/>
          <p:cNvSpPr txBox="1">
            <a:spLocks noGrp="1"/>
          </p:cNvSpPr>
          <p:nvPr>
            <p:ph type="subTitle" idx="1"/>
          </p:nvPr>
        </p:nvSpPr>
        <p:spPr>
          <a:xfrm>
            <a:off x="953467" y="2478267"/>
            <a:ext cx="10285200" cy="80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48" name="Google Shape;148;p24"/>
          <p:cNvSpPr txBox="1">
            <a:spLocks noGrp="1"/>
          </p:cNvSpPr>
          <p:nvPr>
            <p:ph type="title" idx="2" hasCustomPrompt="1"/>
          </p:nvPr>
        </p:nvSpPr>
        <p:spPr>
          <a:xfrm>
            <a:off x="953467" y="3895467"/>
            <a:ext cx="10285200" cy="1269200"/>
          </a:xfrm>
          <a:prstGeom prst="rect">
            <a:avLst/>
          </a:prstGeom>
        </p:spPr>
        <p:txBody>
          <a:bodyPr spcFirstLastPara="1" wrap="square" lIns="91425" tIns="91425" rIns="91425" bIns="91425" anchor="b" anchorCtr="0">
            <a:noAutofit/>
          </a:bodyPr>
          <a:lstStyle>
            <a:lvl1pPr lvl="0" rtl="0">
              <a:spcBef>
                <a:spcPts val="0"/>
              </a:spcBef>
              <a:spcAft>
                <a:spcPts val="0"/>
              </a:spcAft>
              <a:buSzPts val="6200"/>
              <a:buNone/>
              <a:defRPr sz="6667"/>
            </a:lvl1pPr>
            <a:lvl2pPr lvl="1" algn="ctr" rtl="0">
              <a:spcBef>
                <a:spcPts val="0"/>
              </a:spcBef>
              <a:spcAft>
                <a:spcPts val="0"/>
              </a:spcAft>
              <a:buSzPts val="6200"/>
              <a:buNone/>
              <a:defRPr sz="8266"/>
            </a:lvl2pPr>
            <a:lvl3pPr lvl="2" algn="ctr" rtl="0">
              <a:spcBef>
                <a:spcPts val="0"/>
              </a:spcBef>
              <a:spcAft>
                <a:spcPts val="0"/>
              </a:spcAft>
              <a:buSzPts val="6200"/>
              <a:buNone/>
              <a:defRPr sz="8266"/>
            </a:lvl3pPr>
            <a:lvl4pPr lvl="3" algn="ctr" rtl="0">
              <a:spcBef>
                <a:spcPts val="0"/>
              </a:spcBef>
              <a:spcAft>
                <a:spcPts val="0"/>
              </a:spcAft>
              <a:buSzPts val="6200"/>
              <a:buNone/>
              <a:defRPr sz="8266"/>
            </a:lvl4pPr>
            <a:lvl5pPr lvl="4" algn="ctr" rtl="0">
              <a:spcBef>
                <a:spcPts val="0"/>
              </a:spcBef>
              <a:spcAft>
                <a:spcPts val="0"/>
              </a:spcAft>
              <a:buSzPts val="6200"/>
              <a:buNone/>
              <a:defRPr sz="8266"/>
            </a:lvl5pPr>
            <a:lvl6pPr lvl="5" algn="ctr" rtl="0">
              <a:spcBef>
                <a:spcPts val="0"/>
              </a:spcBef>
              <a:spcAft>
                <a:spcPts val="0"/>
              </a:spcAft>
              <a:buSzPts val="6200"/>
              <a:buNone/>
              <a:defRPr sz="8266"/>
            </a:lvl6pPr>
            <a:lvl7pPr lvl="6" algn="ctr" rtl="0">
              <a:spcBef>
                <a:spcPts val="0"/>
              </a:spcBef>
              <a:spcAft>
                <a:spcPts val="0"/>
              </a:spcAft>
              <a:buSzPts val="6200"/>
              <a:buNone/>
              <a:defRPr sz="8266"/>
            </a:lvl7pPr>
            <a:lvl8pPr lvl="7" algn="ctr" rtl="0">
              <a:spcBef>
                <a:spcPts val="0"/>
              </a:spcBef>
              <a:spcAft>
                <a:spcPts val="0"/>
              </a:spcAft>
              <a:buSzPts val="6200"/>
              <a:buNone/>
              <a:defRPr sz="8266"/>
            </a:lvl8pPr>
            <a:lvl9pPr lvl="8" algn="ctr" rtl="0">
              <a:spcBef>
                <a:spcPts val="0"/>
              </a:spcBef>
              <a:spcAft>
                <a:spcPts val="0"/>
              </a:spcAft>
              <a:buSzPts val="6200"/>
              <a:buNone/>
              <a:defRPr sz="8266"/>
            </a:lvl9pPr>
          </a:lstStyle>
          <a:p>
            <a:r>
              <a:t>xx%</a:t>
            </a:r>
          </a:p>
        </p:txBody>
      </p:sp>
      <p:sp>
        <p:nvSpPr>
          <p:cNvPr id="149" name="Google Shape;149;p24"/>
          <p:cNvSpPr txBox="1">
            <a:spLocks noGrp="1"/>
          </p:cNvSpPr>
          <p:nvPr>
            <p:ph type="subTitle" idx="3"/>
          </p:nvPr>
        </p:nvSpPr>
        <p:spPr>
          <a:xfrm>
            <a:off x="953467" y="5063067"/>
            <a:ext cx="10285200" cy="80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Tree>
    <p:extLst>
      <p:ext uri="{BB962C8B-B14F-4D97-AF65-F5344CB8AC3E}">
        <p14:creationId xmlns:p14="http://schemas.microsoft.com/office/powerpoint/2010/main" val="353823575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Numbers and text 1">
  <p:cSld name="Numbers and text 1">
    <p:bg>
      <p:bgPr>
        <a:solidFill>
          <a:schemeClr val="lt1"/>
        </a:solidFill>
        <a:effectLst/>
      </p:bgPr>
    </p:bg>
    <p:spTree>
      <p:nvGrpSpPr>
        <p:cNvPr id="1" name="Shape 150"/>
        <p:cNvGrpSpPr/>
        <p:nvPr/>
      </p:nvGrpSpPr>
      <p:grpSpPr>
        <a:xfrm>
          <a:off x="0" y="0"/>
          <a:ext cx="0" cy="0"/>
          <a:chOff x="0" y="0"/>
          <a:chExt cx="0" cy="0"/>
        </a:xfrm>
      </p:grpSpPr>
      <p:pic>
        <p:nvPicPr>
          <p:cNvPr id="151" name="Google Shape;151;p25"/>
          <p:cNvPicPr preferRelativeResize="0"/>
          <p:nvPr/>
        </p:nvPicPr>
        <p:blipFill rotWithShape="1">
          <a:blip r:embed="rId2">
            <a:alphaModFix/>
          </a:blip>
          <a:srcRect l="-235242" t="44962" r="44460" b="-108521"/>
          <a:stretch/>
        </p:blipFill>
        <p:spPr>
          <a:xfrm rot="10800000">
            <a:off x="-13533" y="1"/>
            <a:ext cx="12205533" cy="6864500"/>
          </a:xfrm>
          <a:prstGeom prst="rect">
            <a:avLst/>
          </a:prstGeom>
          <a:noFill/>
          <a:ln>
            <a:noFill/>
          </a:ln>
        </p:spPr>
      </p:pic>
      <p:sp>
        <p:nvSpPr>
          <p:cNvPr id="152" name="Google Shape;152;p25"/>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None/>
              <a:defRPr>
                <a:solidFill>
                  <a:schemeClr val="dk1"/>
                </a:solidFill>
              </a:defRPr>
            </a:lvl1pPr>
            <a:lvl2pPr lvl="1" rtl="0">
              <a:spcBef>
                <a:spcPts val="0"/>
              </a:spcBef>
              <a:spcAft>
                <a:spcPts val="0"/>
              </a:spcAft>
              <a:buClr>
                <a:schemeClr val="dk1"/>
              </a:buClr>
              <a:buSzPts val="3000"/>
              <a:buNone/>
              <a:defRPr sz="4000">
                <a:solidFill>
                  <a:schemeClr val="dk1"/>
                </a:solidFill>
              </a:defRPr>
            </a:lvl2pPr>
            <a:lvl3pPr lvl="2" rtl="0">
              <a:spcBef>
                <a:spcPts val="0"/>
              </a:spcBef>
              <a:spcAft>
                <a:spcPts val="0"/>
              </a:spcAft>
              <a:buClr>
                <a:schemeClr val="dk1"/>
              </a:buClr>
              <a:buSzPts val="3000"/>
              <a:buNone/>
              <a:defRPr sz="4000">
                <a:solidFill>
                  <a:schemeClr val="dk1"/>
                </a:solidFill>
              </a:defRPr>
            </a:lvl3pPr>
            <a:lvl4pPr lvl="3" rtl="0">
              <a:spcBef>
                <a:spcPts val="0"/>
              </a:spcBef>
              <a:spcAft>
                <a:spcPts val="0"/>
              </a:spcAft>
              <a:buClr>
                <a:schemeClr val="dk1"/>
              </a:buClr>
              <a:buSzPts val="3000"/>
              <a:buNone/>
              <a:defRPr sz="4000">
                <a:solidFill>
                  <a:schemeClr val="dk1"/>
                </a:solidFill>
              </a:defRPr>
            </a:lvl4pPr>
            <a:lvl5pPr lvl="4" rtl="0">
              <a:spcBef>
                <a:spcPts val="0"/>
              </a:spcBef>
              <a:spcAft>
                <a:spcPts val="0"/>
              </a:spcAft>
              <a:buClr>
                <a:schemeClr val="dk1"/>
              </a:buClr>
              <a:buSzPts val="3000"/>
              <a:buNone/>
              <a:defRPr sz="4000">
                <a:solidFill>
                  <a:schemeClr val="dk1"/>
                </a:solidFill>
              </a:defRPr>
            </a:lvl5pPr>
            <a:lvl6pPr lvl="5" rtl="0">
              <a:spcBef>
                <a:spcPts val="0"/>
              </a:spcBef>
              <a:spcAft>
                <a:spcPts val="0"/>
              </a:spcAft>
              <a:buClr>
                <a:schemeClr val="dk1"/>
              </a:buClr>
              <a:buSzPts val="3000"/>
              <a:buNone/>
              <a:defRPr sz="4000">
                <a:solidFill>
                  <a:schemeClr val="dk1"/>
                </a:solidFill>
              </a:defRPr>
            </a:lvl6pPr>
            <a:lvl7pPr lvl="6" rtl="0">
              <a:spcBef>
                <a:spcPts val="0"/>
              </a:spcBef>
              <a:spcAft>
                <a:spcPts val="0"/>
              </a:spcAft>
              <a:buClr>
                <a:schemeClr val="dk1"/>
              </a:buClr>
              <a:buSzPts val="3000"/>
              <a:buNone/>
              <a:defRPr sz="4000">
                <a:solidFill>
                  <a:schemeClr val="dk1"/>
                </a:solidFill>
              </a:defRPr>
            </a:lvl7pPr>
            <a:lvl8pPr lvl="7" rtl="0">
              <a:spcBef>
                <a:spcPts val="0"/>
              </a:spcBef>
              <a:spcAft>
                <a:spcPts val="0"/>
              </a:spcAft>
              <a:buClr>
                <a:schemeClr val="dk1"/>
              </a:buClr>
              <a:buSzPts val="3000"/>
              <a:buNone/>
              <a:defRPr sz="4000">
                <a:solidFill>
                  <a:schemeClr val="dk1"/>
                </a:solidFill>
              </a:defRPr>
            </a:lvl8pPr>
            <a:lvl9pPr lvl="8" rtl="0">
              <a:spcBef>
                <a:spcPts val="0"/>
              </a:spcBef>
              <a:spcAft>
                <a:spcPts val="0"/>
              </a:spcAft>
              <a:buClr>
                <a:schemeClr val="dk1"/>
              </a:buClr>
              <a:buSzPts val="3000"/>
              <a:buNone/>
              <a:defRPr sz="4000">
                <a:solidFill>
                  <a:schemeClr val="dk1"/>
                </a:solidFill>
              </a:defRPr>
            </a:lvl9pPr>
          </a:lstStyle>
          <a:p>
            <a:r>
              <a:rPr lang="en-US"/>
              <a:t>Click to edit Master title style</a:t>
            </a:r>
            <a:endParaRPr/>
          </a:p>
        </p:txBody>
      </p:sp>
      <p:sp>
        <p:nvSpPr>
          <p:cNvPr id="153" name="Google Shape;153;p25"/>
          <p:cNvSpPr txBox="1">
            <a:spLocks noGrp="1"/>
          </p:cNvSpPr>
          <p:nvPr>
            <p:ph type="title" idx="2" hasCustomPrompt="1"/>
          </p:nvPr>
        </p:nvSpPr>
        <p:spPr>
          <a:xfrm>
            <a:off x="953467" y="3376467"/>
            <a:ext cx="5040800" cy="608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54" name="Google Shape;154;p25"/>
          <p:cNvSpPr txBox="1">
            <a:spLocks noGrp="1"/>
          </p:cNvSpPr>
          <p:nvPr>
            <p:ph type="subTitle" idx="1"/>
          </p:nvPr>
        </p:nvSpPr>
        <p:spPr>
          <a:xfrm>
            <a:off x="953467" y="4389267"/>
            <a:ext cx="5040800" cy="119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55" name="Google Shape;155;p25"/>
          <p:cNvSpPr txBox="1">
            <a:spLocks noGrp="1"/>
          </p:cNvSpPr>
          <p:nvPr>
            <p:ph type="subTitle" idx="3"/>
          </p:nvPr>
        </p:nvSpPr>
        <p:spPr>
          <a:xfrm>
            <a:off x="953467" y="3882867"/>
            <a:ext cx="5040800" cy="60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56" name="Google Shape;156;p25"/>
          <p:cNvSpPr txBox="1">
            <a:spLocks noGrp="1"/>
          </p:cNvSpPr>
          <p:nvPr>
            <p:ph type="subTitle" idx="4"/>
          </p:nvPr>
        </p:nvSpPr>
        <p:spPr>
          <a:xfrm>
            <a:off x="6197733" y="4389267"/>
            <a:ext cx="5040800" cy="119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57" name="Google Shape;157;p25"/>
          <p:cNvSpPr txBox="1">
            <a:spLocks noGrp="1"/>
          </p:cNvSpPr>
          <p:nvPr>
            <p:ph type="subTitle" idx="5"/>
          </p:nvPr>
        </p:nvSpPr>
        <p:spPr>
          <a:xfrm>
            <a:off x="6197733" y="3882867"/>
            <a:ext cx="5040800" cy="60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3200">
                <a:solidFill>
                  <a:schemeClr val="dk1"/>
                </a:solidFill>
                <a:latin typeface="Alexandria Medium"/>
                <a:ea typeface="Alexandria Medium"/>
                <a:cs typeface="Alexandria Medium"/>
                <a:sym typeface="Alexandria Medium"/>
              </a:defRPr>
            </a:lvl9pPr>
          </a:lstStyle>
          <a:p>
            <a:r>
              <a:rPr lang="en-US"/>
              <a:t>Click to edit Master subtitle style</a:t>
            </a:r>
            <a:endParaRPr/>
          </a:p>
        </p:txBody>
      </p:sp>
      <p:sp>
        <p:nvSpPr>
          <p:cNvPr id="158" name="Google Shape;158;p25"/>
          <p:cNvSpPr txBox="1">
            <a:spLocks noGrp="1"/>
          </p:cNvSpPr>
          <p:nvPr>
            <p:ph type="title" idx="6" hasCustomPrompt="1"/>
          </p:nvPr>
        </p:nvSpPr>
        <p:spPr>
          <a:xfrm>
            <a:off x="6197733" y="3376467"/>
            <a:ext cx="5040800" cy="6080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400">
                <a:solidFill>
                  <a:schemeClr val="lt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Tree>
    <p:extLst>
      <p:ext uri="{BB962C8B-B14F-4D97-AF65-F5344CB8AC3E}">
        <p14:creationId xmlns:p14="http://schemas.microsoft.com/office/powerpoint/2010/main" val="2766112507"/>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Title only 1">
  <p:cSld name="Title only 1">
    <p:bg>
      <p:bgPr>
        <a:solidFill>
          <a:schemeClr val="lt1"/>
        </a:solidFill>
        <a:effectLst/>
      </p:bgPr>
    </p:bg>
    <p:spTree>
      <p:nvGrpSpPr>
        <p:cNvPr id="1" name="Shape 159"/>
        <p:cNvGrpSpPr/>
        <p:nvPr/>
      </p:nvGrpSpPr>
      <p:grpSpPr>
        <a:xfrm>
          <a:off x="0" y="0"/>
          <a:ext cx="0" cy="0"/>
          <a:chOff x="0" y="0"/>
          <a:chExt cx="0" cy="0"/>
        </a:xfrm>
      </p:grpSpPr>
      <p:sp>
        <p:nvSpPr>
          <p:cNvPr id="160" name="Google Shape;160;p26"/>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Tree>
    <p:extLst>
      <p:ext uri="{BB962C8B-B14F-4D97-AF65-F5344CB8AC3E}">
        <p14:creationId xmlns:p14="http://schemas.microsoft.com/office/powerpoint/2010/main" val="409520920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Title only 2">
  <p:cSld name="Title only 2">
    <p:bg>
      <p:bgPr>
        <a:solidFill>
          <a:schemeClr val="lt1"/>
        </a:solidFill>
        <a:effectLst/>
      </p:bgPr>
    </p:bg>
    <p:spTree>
      <p:nvGrpSpPr>
        <p:cNvPr id="1" name="Shape 161"/>
        <p:cNvGrpSpPr/>
        <p:nvPr/>
      </p:nvGrpSpPr>
      <p:grpSpPr>
        <a:xfrm>
          <a:off x="0" y="0"/>
          <a:ext cx="0" cy="0"/>
          <a:chOff x="0" y="0"/>
          <a:chExt cx="0" cy="0"/>
        </a:xfrm>
      </p:grpSpPr>
      <p:pic>
        <p:nvPicPr>
          <p:cNvPr id="162" name="Google Shape;162;p27"/>
          <p:cNvPicPr preferRelativeResize="0"/>
          <p:nvPr/>
        </p:nvPicPr>
        <p:blipFill rotWithShape="1">
          <a:blip r:embed="rId2">
            <a:alphaModFix/>
          </a:blip>
          <a:srcRect l="-235242" t="44962" r="44460" b="-108521"/>
          <a:stretch/>
        </p:blipFill>
        <p:spPr>
          <a:xfrm rot="10800000">
            <a:off x="-13533" y="1"/>
            <a:ext cx="12205533" cy="6864500"/>
          </a:xfrm>
          <a:prstGeom prst="rect">
            <a:avLst/>
          </a:prstGeom>
          <a:noFill/>
          <a:ln>
            <a:noFill/>
          </a:ln>
        </p:spPr>
      </p:pic>
      <p:pic>
        <p:nvPicPr>
          <p:cNvPr id="163" name="Google Shape;163;p27"/>
          <p:cNvPicPr preferRelativeResize="0"/>
          <p:nvPr/>
        </p:nvPicPr>
        <p:blipFill rotWithShape="1">
          <a:blip r:embed="rId2">
            <a:alphaModFix/>
          </a:blip>
          <a:srcRect l="-235242" t="44962" r="44460" b="-108521"/>
          <a:stretch/>
        </p:blipFill>
        <p:spPr>
          <a:xfrm rot="10800000" flipH="1">
            <a:off x="-6095" y="-3249"/>
            <a:ext cx="12204193" cy="6864500"/>
          </a:xfrm>
          <a:prstGeom prst="rect">
            <a:avLst/>
          </a:prstGeom>
          <a:noFill/>
          <a:ln>
            <a:noFill/>
          </a:ln>
        </p:spPr>
      </p:pic>
      <p:sp>
        <p:nvSpPr>
          <p:cNvPr id="164" name="Google Shape;164;p27"/>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Tree>
    <p:extLst>
      <p:ext uri="{BB962C8B-B14F-4D97-AF65-F5344CB8AC3E}">
        <p14:creationId xmlns:p14="http://schemas.microsoft.com/office/powerpoint/2010/main" val="398890420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Title only 3">
  <p:cSld name="Title only 3">
    <p:bg>
      <p:bgPr>
        <a:solidFill>
          <a:schemeClr val="lt1"/>
        </a:solidFill>
        <a:effectLst/>
      </p:bgPr>
    </p:bg>
    <p:spTree>
      <p:nvGrpSpPr>
        <p:cNvPr id="1" name="Shape 165"/>
        <p:cNvGrpSpPr/>
        <p:nvPr/>
      </p:nvGrpSpPr>
      <p:grpSpPr>
        <a:xfrm>
          <a:off x="0" y="0"/>
          <a:ext cx="0" cy="0"/>
          <a:chOff x="0" y="0"/>
          <a:chExt cx="0" cy="0"/>
        </a:xfrm>
      </p:grpSpPr>
      <p:pic>
        <p:nvPicPr>
          <p:cNvPr id="166" name="Google Shape;166;p28"/>
          <p:cNvPicPr preferRelativeResize="0"/>
          <p:nvPr/>
        </p:nvPicPr>
        <p:blipFill rotWithShape="1">
          <a:blip r:embed="rId2">
            <a:alphaModFix/>
          </a:blip>
          <a:srcRect l="-6643" t="-11183" r="27548" b="-11170"/>
          <a:stretch/>
        </p:blipFill>
        <p:spPr>
          <a:xfrm>
            <a:off x="7758733" y="0"/>
            <a:ext cx="4433267" cy="6858000"/>
          </a:xfrm>
          <a:prstGeom prst="rect">
            <a:avLst/>
          </a:prstGeom>
          <a:noFill/>
          <a:ln>
            <a:noFill/>
          </a:ln>
        </p:spPr>
      </p:pic>
      <p:sp>
        <p:nvSpPr>
          <p:cNvPr id="167" name="Google Shape;167;p28"/>
          <p:cNvSpPr txBox="1">
            <a:spLocks noGrp="1"/>
          </p:cNvSpPr>
          <p:nvPr>
            <p:ph type="title"/>
          </p:nvPr>
        </p:nvSpPr>
        <p:spPr>
          <a:xfrm>
            <a:off x="953467" y="713333"/>
            <a:ext cx="10285200" cy="73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3333">
                <a:solidFill>
                  <a:schemeClr val="dk1"/>
                </a:solidFill>
              </a:defRPr>
            </a:lvl1pPr>
            <a:lvl2pPr lvl="1" rtl="0">
              <a:spcBef>
                <a:spcPts val="0"/>
              </a:spcBef>
              <a:spcAft>
                <a:spcPts val="0"/>
              </a:spcAft>
              <a:buClr>
                <a:schemeClr val="dk1"/>
              </a:buClr>
              <a:buSzPts val="2500"/>
              <a:buNone/>
              <a:defRPr sz="3333">
                <a:solidFill>
                  <a:schemeClr val="dk1"/>
                </a:solidFill>
              </a:defRPr>
            </a:lvl2pPr>
            <a:lvl3pPr lvl="2" rtl="0">
              <a:spcBef>
                <a:spcPts val="0"/>
              </a:spcBef>
              <a:spcAft>
                <a:spcPts val="0"/>
              </a:spcAft>
              <a:buClr>
                <a:schemeClr val="dk1"/>
              </a:buClr>
              <a:buSzPts val="2500"/>
              <a:buNone/>
              <a:defRPr sz="3333">
                <a:solidFill>
                  <a:schemeClr val="dk1"/>
                </a:solidFill>
              </a:defRPr>
            </a:lvl3pPr>
            <a:lvl4pPr lvl="3" rtl="0">
              <a:spcBef>
                <a:spcPts val="0"/>
              </a:spcBef>
              <a:spcAft>
                <a:spcPts val="0"/>
              </a:spcAft>
              <a:buClr>
                <a:schemeClr val="dk1"/>
              </a:buClr>
              <a:buSzPts val="2500"/>
              <a:buNone/>
              <a:defRPr sz="3333">
                <a:solidFill>
                  <a:schemeClr val="dk1"/>
                </a:solidFill>
              </a:defRPr>
            </a:lvl4pPr>
            <a:lvl5pPr lvl="4" rtl="0">
              <a:spcBef>
                <a:spcPts val="0"/>
              </a:spcBef>
              <a:spcAft>
                <a:spcPts val="0"/>
              </a:spcAft>
              <a:buClr>
                <a:schemeClr val="dk1"/>
              </a:buClr>
              <a:buSzPts val="2500"/>
              <a:buNone/>
              <a:defRPr sz="3333">
                <a:solidFill>
                  <a:schemeClr val="dk1"/>
                </a:solidFill>
              </a:defRPr>
            </a:lvl5pPr>
            <a:lvl6pPr lvl="5" rtl="0">
              <a:spcBef>
                <a:spcPts val="0"/>
              </a:spcBef>
              <a:spcAft>
                <a:spcPts val="0"/>
              </a:spcAft>
              <a:buClr>
                <a:schemeClr val="dk1"/>
              </a:buClr>
              <a:buSzPts val="2500"/>
              <a:buNone/>
              <a:defRPr sz="3333">
                <a:solidFill>
                  <a:schemeClr val="dk1"/>
                </a:solidFill>
              </a:defRPr>
            </a:lvl6pPr>
            <a:lvl7pPr lvl="6" rtl="0">
              <a:spcBef>
                <a:spcPts val="0"/>
              </a:spcBef>
              <a:spcAft>
                <a:spcPts val="0"/>
              </a:spcAft>
              <a:buClr>
                <a:schemeClr val="dk1"/>
              </a:buClr>
              <a:buSzPts val="2500"/>
              <a:buNone/>
              <a:defRPr sz="3333">
                <a:solidFill>
                  <a:schemeClr val="dk1"/>
                </a:solidFill>
              </a:defRPr>
            </a:lvl7pPr>
            <a:lvl8pPr lvl="7" rtl="0">
              <a:spcBef>
                <a:spcPts val="0"/>
              </a:spcBef>
              <a:spcAft>
                <a:spcPts val="0"/>
              </a:spcAft>
              <a:buClr>
                <a:schemeClr val="dk1"/>
              </a:buClr>
              <a:buSzPts val="2500"/>
              <a:buNone/>
              <a:defRPr sz="3333">
                <a:solidFill>
                  <a:schemeClr val="dk1"/>
                </a:solidFill>
              </a:defRPr>
            </a:lvl8pPr>
            <a:lvl9pPr lvl="8" rtl="0">
              <a:spcBef>
                <a:spcPts val="0"/>
              </a:spcBef>
              <a:spcAft>
                <a:spcPts val="0"/>
              </a:spcAft>
              <a:buClr>
                <a:schemeClr val="dk1"/>
              </a:buClr>
              <a:buSzPts val="2500"/>
              <a:buNone/>
              <a:defRPr sz="3333">
                <a:solidFill>
                  <a:schemeClr val="dk1"/>
                </a:solidFill>
              </a:defRPr>
            </a:lvl9pPr>
          </a:lstStyle>
          <a:p>
            <a:r>
              <a:rPr lang="en-US"/>
              <a:t>Click to edit Master title style</a:t>
            </a:r>
            <a:endParaRPr/>
          </a:p>
        </p:txBody>
      </p:sp>
    </p:spTree>
    <p:extLst>
      <p:ext uri="{BB962C8B-B14F-4D97-AF65-F5344CB8AC3E}">
        <p14:creationId xmlns:p14="http://schemas.microsoft.com/office/powerpoint/2010/main" val="31304370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Thanks">
  <p:cSld name="Thanks">
    <p:bg>
      <p:bgPr>
        <a:solidFill>
          <a:schemeClr val="lt1"/>
        </a:solidFill>
        <a:effectLst/>
      </p:bgPr>
    </p:bg>
    <p:spTree>
      <p:nvGrpSpPr>
        <p:cNvPr id="1" name="Shape 168"/>
        <p:cNvGrpSpPr/>
        <p:nvPr/>
      </p:nvGrpSpPr>
      <p:grpSpPr>
        <a:xfrm>
          <a:off x="0" y="0"/>
          <a:ext cx="0" cy="0"/>
          <a:chOff x="0" y="0"/>
          <a:chExt cx="0" cy="0"/>
        </a:xfrm>
      </p:grpSpPr>
      <p:pic>
        <p:nvPicPr>
          <p:cNvPr id="169" name="Google Shape;169;p29"/>
          <p:cNvPicPr preferRelativeResize="0"/>
          <p:nvPr/>
        </p:nvPicPr>
        <p:blipFill rotWithShape="1">
          <a:blip r:embed="rId2">
            <a:alphaModFix/>
          </a:blip>
          <a:srcRect l="-55210" t="50562" r="55209" b="-6811"/>
          <a:stretch/>
        </p:blipFill>
        <p:spPr>
          <a:xfrm flipH="1">
            <a:off x="0" y="0"/>
            <a:ext cx="12192000" cy="6858000"/>
          </a:xfrm>
          <a:prstGeom prst="rect">
            <a:avLst/>
          </a:prstGeom>
          <a:noFill/>
          <a:ln>
            <a:noFill/>
          </a:ln>
        </p:spPr>
      </p:pic>
      <p:pic>
        <p:nvPicPr>
          <p:cNvPr id="170" name="Google Shape;170;p29"/>
          <p:cNvPicPr preferRelativeResize="0"/>
          <p:nvPr/>
        </p:nvPicPr>
        <p:blipFill rotWithShape="1">
          <a:blip r:embed="rId2">
            <a:alphaModFix/>
          </a:blip>
          <a:srcRect l="-55210" t="50562" r="55209" b="-6811"/>
          <a:stretch/>
        </p:blipFill>
        <p:spPr>
          <a:xfrm rot="10800000" flipH="1">
            <a:off x="0" y="0"/>
            <a:ext cx="12192000" cy="6858000"/>
          </a:xfrm>
          <a:prstGeom prst="rect">
            <a:avLst/>
          </a:prstGeom>
          <a:noFill/>
          <a:ln>
            <a:noFill/>
          </a:ln>
        </p:spPr>
      </p:pic>
      <p:sp>
        <p:nvSpPr>
          <p:cNvPr id="171" name="Google Shape;171;p29"/>
          <p:cNvSpPr txBox="1">
            <a:spLocks noGrp="1"/>
          </p:cNvSpPr>
          <p:nvPr>
            <p:ph type="ctrTitle"/>
          </p:nvPr>
        </p:nvSpPr>
        <p:spPr>
          <a:xfrm>
            <a:off x="953467" y="4440833"/>
            <a:ext cx="5142400" cy="1670000"/>
          </a:xfrm>
          <a:prstGeom prst="rect">
            <a:avLst/>
          </a:prstGeom>
        </p:spPr>
        <p:txBody>
          <a:bodyPr spcFirstLastPara="1" wrap="square" lIns="91425" tIns="91425" rIns="91425" bIns="91425" anchor="t" anchorCtr="0">
            <a:noAutofit/>
          </a:bodyPr>
          <a:lstStyle>
            <a:lvl1pPr lvl="0" rtl="0">
              <a:spcBef>
                <a:spcPts val="0"/>
              </a:spcBef>
              <a:spcAft>
                <a:spcPts val="0"/>
              </a:spcAft>
              <a:buSzPts val="5200"/>
              <a:buNone/>
              <a:defRPr sz="9333"/>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r>
              <a:rPr lang="en-US"/>
              <a:t>Click to edit Master title style</a:t>
            </a:r>
            <a:endParaRPr/>
          </a:p>
        </p:txBody>
      </p:sp>
      <p:sp>
        <p:nvSpPr>
          <p:cNvPr id="172" name="Google Shape;172;p29"/>
          <p:cNvSpPr txBox="1">
            <a:spLocks noGrp="1"/>
          </p:cNvSpPr>
          <p:nvPr>
            <p:ph type="subTitle" idx="1"/>
          </p:nvPr>
        </p:nvSpPr>
        <p:spPr>
          <a:xfrm>
            <a:off x="6095867" y="713333"/>
            <a:ext cx="3578400" cy="1542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867"/>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
        <p:nvSpPr>
          <p:cNvPr id="173" name="Google Shape;173;p29"/>
          <p:cNvSpPr txBox="1"/>
          <p:nvPr/>
        </p:nvSpPr>
        <p:spPr>
          <a:xfrm>
            <a:off x="6095817" y="3037333"/>
            <a:ext cx="3578400" cy="665200"/>
          </a:xfrm>
          <a:prstGeom prst="rect">
            <a:avLst/>
          </a:prstGeom>
          <a:noFill/>
          <a:ln>
            <a:noFill/>
          </a:ln>
        </p:spPr>
        <p:txBody>
          <a:bodyPr spcFirstLastPara="1" wrap="square" lIns="121900" tIns="121900" rIns="121900" bIns="121900" anchor="ctr" anchorCtr="0">
            <a:noAutofit/>
          </a:bodyPr>
          <a:lstStyle/>
          <a:p>
            <a:pPr marL="0" lvl="0" indent="0" algn="l" rtl="0">
              <a:lnSpc>
                <a:spcPct val="100000"/>
              </a:lnSpc>
              <a:spcBef>
                <a:spcPts val="0"/>
              </a:spcBef>
              <a:spcAft>
                <a:spcPts val="0"/>
              </a:spcAft>
              <a:buNone/>
            </a:pPr>
            <a:r>
              <a:rPr lang="en" sz="1200">
                <a:solidFill>
                  <a:schemeClr val="dk1"/>
                </a:solidFill>
                <a:latin typeface="Albert Sans"/>
                <a:ea typeface="Albert Sans"/>
                <a:cs typeface="Albert Sans"/>
                <a:sym typeface="Albert Sans"/>
              </a:rPr>
              <a:t>CREDITS: This presentation template was created by </a:t>
            </a:r>
            <a:r>
              <a:rPr lang="en" sz="1200" b="1">
                <a:solidFill>
                  <a:schemeClr val="dk1"/>
                </a:solidFill>
                <a:uFill>
                  <a:noFill/>
                </a:uFill>
                <a:latin typeface="Albert Sans"/>
                <a:ea typeface="Albert Sans"/>
                <a:cs typeface="Albert Sans"/>
                <a:sym typeface="Albert Sans"/>
                <a:hlinkClick r:id="rId3">
                  <a:extLst>
                    <a:ext uri="{A12FA001-AC4F-418D-AE19-62706E023703}">
                      <ahyp:hlinkClr xmlns:ahyp="http://schemas.microsoft.com/office/drawing/2018/hyperlinkcolor" val="tx"/>
                    </a:ext>
                  </a:extLst>
                </a:hlinkClick>
              </a:rPr>
              <a:t>Slidesgo</a:t>
            </a:r>
            <a:r>
              <a:rPr lang="en" sz="1200">
                <a:solidFill>
                  <a:schemeClr val="dk1"/>
                </a:solidFill>
                <a:latin typeface="Albert Sans"/>
                <a:ea typeface="Albert Sans"/>
                <a:cs typeface="Albert Sans"/>
                <a:sym typeface="Albert Sans"/>
              </a:rPr>
              <a:t>, and includes icons by </a:t>
            </a:r>
            <a:r>
              <a:rPr lang="en" sz="1200" b="1">
                <a:solidFill>
                  <a:schemeClr val="dk1"/>
                </a:solidFill>
                <a:uFill>
                  <a:noFill/>
                </a:uFill>
                <a:latin typeface="Albert Sans"/>
                <a:ea typeface="Albert Sans"/>
                <a:cs typeface="Albert Sans"/>
                <a:sym typeface="Albert Sans"/>
                <a:hlinkClick r:id="rId4">
                  <a:extLst>
                    <a:ext uri="{A12FA001-AC4F-418D-AE19-62706E023703}">
                      <ahyp:hlinkClr xmlns:ahyp="http://schemas.microsoft.com/office/drawing/2018/hyperlinkcolor" val="tx"/>
                    </a:ext>
                  </a:extLst>
                </a:hlinkClick>
              </a:rPr>
              <a:t>Flaticon</a:t>
            </a:r>
            <a:r>
              <a:rPr lang="en" sz="1200" b="1">
                <a:solidFill>
                  <a:schemeClr val="dk1"/>
                </a:solidFill>
                <a:latin typeface="Albert Sans"/>
                <a:ea typeface="Albert Sans"/>
                <a:cs typeface="Albert Sans"/>
                <a:sym typeface="Albert Sans"/>
              </a:rPr>
              <a:t> </a:t>
            </a:r>
            <a:r>
              <a:rPr lang="en" sz="1200">
                <a:solidFill>
                  <a:schemeClr val="dk1"/>
                </a:solidFill>
                <a:latin typeface="Albert Sans"/>
                <a:ea typeface="Albert Sans"/>
                <a:cs typeface="Albert Sans"/>
                <a:sym typeface="Albert Sans"/>
              </a:rPr>
              <a:t>and infographics &amp; images by </a:t>
            </a:r>
            <a:r>
              <a:rPr lang="en" sz="1200" b="1">
                <a:solidFill>
                  <a:schemeClr val="dk1"/>
                </a:solidFill>
                <a:uFill>
                  <a:noFill/>
                </a:uFill>
                <a:latin typeface="Albert Sans"/>
                <a:ea typeface="Albert Sans"/>
                <a:cs typeface="Albert Sans"/>
                <a:sym typeface="Albert Sans"/>
                <a:hlinkClick r:id="rId5">
                  <a:extLst>
                    <a:ext uri="{A12FA001-AC4F-418D-AE19-62706E023703}">
                      <ahyp:hlinkClr xmlns:ahyp="http://schemas.microsoft.com/office/drawing/2018/hyperlinkcolor" val="tx"/>
                    </a:ext>
                  </a:extLst>
                </a:hlinkClick>
              </a:rPr>
              <a:t>Freepik</a:t>
            </a:r>
            <a:endParaRPr sz="1200" b="1">
              <a:solidFill>
                <a:schemeClr val="dk1"/>
              </a:solidFill>
              <a:latin typeface="Albert Sans"/>
              <a:ea typeface="Albert Sans"/>
              <a:cs typeface="Albert Sans"/>
              <a:sym typeface="Albert Sans"/>
            </a:endParaRPr>
          </a:p>
        </p:txBody>
      </p:sp>
    </p:spTree>
    <p:extLst>
      <p:ext uri="{BB962C8B-B14F-4D97-AF65-F5344CB8AC3E}">
        <p14:creationId xmlns:p14="http://schemas.microsoft.com/office/powerpoint/2010/main" val="341056694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Background">
  <p:cSld name="Background">
    <p:bg>
      <p:bgPr>
        <a:solidFill>
          <a:schemeClr val="lt1"/>
        </a:solidFill>
        <a:effectLst/>
      </p:bgPr>
    </p:bg>
    <p:spTree>
      <p:nvGrpSpPr>
        <p:cNvPr id="1" name="Shape 174"/>
        <p:cNvGrpSpPr/>
        <p:nvPr/>
      </p:nvGrpSpPr>
      <p:grpSpPr>
        <a:xfrm>
          <a:off x="0" y="0"/>
          <a:ext cx="0" cy="0"/>
          <a:chOff x="0" y="0"/>
          <a:chExt cx="0" cy="0"/>
        </a:xfrm>
      </p:grpSpPr>
      <p:pic>
        <p:nvPicPr>
          <p:cNvPr id="175" name="Google Shape;175;p30"/>
          <p:cNvPicPr preferRelativeResize="0"/>
          <p:nvPr/>
        </p:nvPicPr>
        <p:blipFill rotWithShape="1">
          <a:blip r:embed="rId2">
            <a:alphaModFix/>
          </a:blip>
          <a:srcRect l="-6643" t="13471" r="27548" b="-35825"/>
          <a:stretch/>
        </p:blipFill>
        <p:spPr>
          <a:xfrm flipH="1">
            <a:off x="-14240" y="-3249"/>
            <a:ext cx="4428391" cy="6858000"/>
          </a:xfrm>
          <a:prstGeom prst="rect">
            <a:avLst/>
          </a:prstGeom>
          <a:noFill/>
          <a:ln>
            <a:noFill/>
          </a:ln>
        </p:spPr>
      </p:pic>
      <p:pic>
        <p:nvPicPr>
          <p:cNvPr id="176" name="Google Shape;176;p30"/>
          <p:cNvPicPr preferRelativeResize="0"/>
          <p:nvPr/>
        </p:nvPicPr>
        <p:blipFill rotWithShape="1">
          <a:blip r:embed="rId2">
            <a:alphaModFix/>
          </a:blip>
          <a:srcRect l="-235242" t="44962" r="44460" b="-108521"/>
          <a:stretch/>
        </p:blipFill>
        <p:spPr>
          <a:xfrm rot="10800000" flipH="1">
            <a:off x="-14240" y="-3249"/>
            <a:ext cx="12192107" cy="6864500"/>
          </a:xfrm>
          <a:prstGeom prst="rect">
            <a:avLst/>
          </a:prstGeom>
          <a:noFill/>
          <a:ln>
            <a:noFill/>
          </a:ln>
        </p:spPr>
      </p:pic>
    </p:spTree>
    <p:extLst>
      <p:ext uri="{BB962C8B-B14F-4D97-AF65-F5344CB8AC3E}">
        <p14:creationId xmlns:p14="http://schemas.microsoft.com/office/powerpoint/2010/main" val="174023353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Background 1">
  <p:cSld name="Background 1">
    <p:bg>
      <p:bgPr>
        <a:solidFill>
          <a:schemeClr val="lt1"/>
        </a:solidFill>
        <a:effectLst/>
      </p:bgPr>
    </p:bg>
    <p:spTree>
      <p:nvGrpSpPr>
        <p:cNvPr id="1" name="Shape 177"/>
        <p:cNvGrpSpPr/>
        <p:nvPr/>
      </p:nvGrpSpPr>
      <p:grpSpPr>
        <a:xfrm>
          <a:off x="0" y="0"/>
          <a:ext cx="0" cy="0"/>
          <a:chOff x="0" y="0"/>
          <a:chExt cx="0" cy="0"/>
        </a:xfrm>
      </p:grpSpPr>
      <p:pic>
        <p:nvPicPr>
          <p:cNvPr id="178" name="Google Shape;178;p31"/>
          <p:cNvPicPr preferRelativeResize="0"/>
          <p:nvPr/>
        </p:nvPicPr>
        <p:blipFill rotWithShape="1">
          <a:blip r:embed="rId2">
            <a:alphaModFix/>
          </a:blip>
          <a:srcRect l="-55210" t="50562" r="55209" b="-6811"/>
          <a:stretch/>
        </p:blipFill>
        <p:spPr>
          <a:xfrm>
            <a:off x="0" y="0"/>
            <a:ext cx="12192000" cy="6858000"/>
          </a:xfrm>
          <a:prstGeom prst="rect">
            <a:avLst/>
          </a:prstGeom>
          <a:noFill/>
          <a:ln>
            <a:noFill/>
          </a:ln>
        </p:spPr>
      </p:pic>
      <p:pic>
        <p:nvPicPr>
          <p:cNvPr id="179" name="Google Shape;179;p31"/>
          <p:cNvPicPr preferRelativeResize="0"/>
          <p:nvPr/>
        </p:nvPicPr>
        <p:blipFill rotWithShape="1">
          <a:blip r:embed="rId2">
            <a:alphaModFix/>
          </a:blip>
          <a:srcRect l="-55210" t="50562" r="55209" b="-6811"/>
          <a:stretch/>
        </p:blipFill>
        <p:spPr>
          <a:xfrm rot="10800000">
            <a:off x="0" y="0"/>
            <a:ext cx="12192000" cy="6858000"/>
          </a:xfrm>
          <a:prstGeom prst="rect">
            <a:avLst/>
          </a:prstGeom>
          <a:noFill/>
          <a:ln>
            <a:noFill/>
          </a:ln>
        </p:spPr>
      </p:pic>
    </p:spTree>
    <p:extLst>
      <p:ext uri="{BB962C8B-B14F-4D97-AF65-F5344CB8AC3E}">
        <p14:creationId xmlns:p14="http://schemas.microsoft.com/office/powerpoint/2010/main" val="75608920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BA9A7-DC78-3CB3-7F00-929E421E9B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8F4783-8B8F-B836-F68D-81BDF16A16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FE82BE-60AE-D797-7868-81B8EF463DFF}"/>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5" name="Footer Placeholder 4">
            <a:extLst>
              <a:ext uri="{FF2B5EF4-FFF2-40B4-BE49-F238E27FC236}">
                <a16:creationId xmlns:a16="http://schemas.microsoft.com/office/drawing/2014/main" id="{6DD90722-9270-7EDB-981C-B923AA08C7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9E6731-DBE6-4F74-E2CF-7659DBC87CF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54976677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183"/>
        <p:cNvGrpSpPr/>
        <p:nvPr/>
      </p:nvGrpSpPr>
      <p:grpSpPr>
        <a:xfrm>
          <a:off x="0" y="0"/>
          <a:ext cx="0" cy="0"/>
          <a:chOff x="0" y="0"/>
          <a:chExt cx="0" cy="0"/>
        </a:xfrm>
      </p:grpSpPr>
    </p:spTree>
    <p:extLst>
      <p:ext uri="{BB962C8B-B14F-4D97-AF65-F5344CB8AC3E}">
        <p14:creationId xmlns:p14="http://schemas.microsoft.com/office/powerpoint/2010/main" val="188112739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184"/>
        <p:cNvGrpSpPr/>
        <p:nvPr/>
      </p:nvGrpSpPr>
      <p:grpSpPr>
        <a:xfrm>
          <a:off x="0" y="0"/>
          <a:ext cx="0" cy="0"/>
          <a:chOff x="0" y="0"/>
          <a:chExt cx="0" cy="0"/>
        </a:xfrm>
      </p:grpSpPr>
      <p:sp>
        <p:nvSpPr>
          <p:cNvPr id="185" name="Google Shape;185;p34"/>
          <p:cNvSpPr txBox="1">
            <a:spLocks noGrp="1"/>
          </p:cNvSpPr>
          <p:nvPr>
            <p:ph type="title"/>
          </p:nvPr>
        </p:nvSpPr>
        <p:spPr>
          <a:xfrm>
            <a:off x="964600" y="681367"/>
            <a:ext cx="102628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r>
              <a:rPr lang="en-US"/>
              <a:t>Click to edit Master title style</a:t>
            </a:r>
            <a:endParaRPr/>
          </a:p>
        </p:txBody>
      </p:sp>
    </p:spTree>
    <p:extLst>
      <p:ext uri="{BB962C8B-B14F-4D97-AF65-F5344CB8AC3E}">
        <p14:creationId xmlns:p14="http://schemas.microsoft.com/office/powerpoint/2010/main" val="51862496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50967" y="2409000"/>
            <a:ext cx="8466800" cy="18408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733"/>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r>
              <a:rPr lang="en-US"/>
              <a:t>Click to edit Master title style</a:t>
            </a:r>
            <a:endParaRPr/>
          </a:p>
        </p:txBody>
      </p:sp>
      <p:sp>
        <p:nvSpPr>
          <p:cNvPr id="10" name="Google Shape;10;p2"/>
          <p:cNvSpPr txBox="1">
            <a:spLocks noGrp="1"/>
          </p:cNvSpPr>
          <p:nvPr>
            <p:ph type="subTitle" idx="1"/>
          </p:nvPr>
        </p:nvSpPr>
        <p:spPr>
          <a:xfrm>
            <a:off x="950967" y="4162333"/>
            <a:ext cx="8466800" cy="518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867">
                <a:solidFill>
                  <a:schemeClr val="dk1"/>
                </a:solidFill>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
        <p:nvSpPr>
          <p:cNvPr id="11" name="Google Shape;11;p2"/>
          <p:cNvSpPr/>
          <p:nvPr/>
        </p:nvSpPr>
        <p:spPr>
          <a:xfrm>
            <a:off x="-967" y="5494300"/>
            <a:ext cx="12192000" cy="14044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12" name="Google Shape;12;p2"/>
          <p:cNvGrpSpPr/>
          <p:nvPr/>
        </p:nvGrpSpPr>
        <p:grpSpPr>
          <a:xfrm>
            <a:off x="6839400" y="-1580833"/>
            <a:ext cx="7048000" cy="8967000"/>
            <a:chOff x="5129550" y="-1185625"/>
            <a:chExt cx="5286000" cy="6725250"/>
          </a:xfrm>
        </p:grpSpPr>
        <p:sp>
          <p:nvSpPr>
            <p:cNvPr id="13" name="Google Shape;13;p2"/>
            <p:cNvSpPr/>
            <p:nvPr/>
          </p:nvSpPr>
          <p:spPr>
            <a:xfrm>
              <a:off x="5129550" y="-1185625"/>
              <a:ext cx="5286000" cy="23382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cxnSp>
          <p:nvCxnSpPr>
            <p:cNvPr id="14" name="Google Shape;14;p2"/>
            <p:cNvCxnSpPr/>
            <p:nvPr/>
          </p:nvCxnSpPr>
          <p:spPr>
            <a:xfrm>
              <a:off x="7830375" y="-82075"/>
              <a:ext cx="0" cy="56217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500253764"/>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5"/>
        <p:cNvGrpSpPr/>
        <p:nvPr/>
      </p:nvGrpSpPr>
      <p:grpSpPr>
        <a:xfrm>
          <a:off x="0" y="0"/>
          <a:ext cx="0" cy="0"/>
          <a:chOff x="0" y="0"/>
          <a:chExt cx="0" cy="0"/>
        </a:xfrm>
      </p:grpSpPr>
      <p:sp>
        <p:nvSpPr>
          <p:cNvPr id="16" name="Google Shape;16;p3"/>
          <p:cNvSpPr/>
          <p:nvPr/>
        </p:nvSpPr>
        <p:spPr>
          <a:xfrm>
            <a:off x="-967" y="3429300"/>
            <a:ext cx="12192000" cy="34696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7" name="Google Shape;17;p3"/>
          <p:cNvSpPr txBox="1">
            <a:spLocks noGrp="1"/>
          </p:cNvSpPr>
          <p:nvPr>
            <p:ph type="title"/>
          </p:nvPr>
        </p:nvSpPr>
        <p:spPr>
          <a:xfrm>
            <a:off x="5899300" y="3490700"/>
            <a:ext cx="4538000" cy="1122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6667"/>
            </a:lvl1pPr>
            <a:lvl2pPr lvl="1" algn="ctr">
              <a:spcBef>
                <a:spcPts val="0"/>
              </a:spcBef>
              <a:spcAft>
                <a:spcPts val="0"/>
              </a:spcAft>
              <a:buSzPts val="3600"/>
              <a:buFont typeface="Poppins ExtraBold"/>
              <a:buNone/>
              <a:defRPr sz="4800" b="0">
                <a:latin typeface="Poppins ExtraBold"/>
                <a:ea typeface="Poppins ExtraBold"/>
                <a:cs typeface="Poppins ExtraBold"/>
                <a:sym typeface="Poppins ExtraBold"/>
              </a:defRPr>
            </a:lvl2pPr>
            <a:lvl3pPr lvl="2" algn="ctr">
              <a:spcBef>
                <a:spcPts val="0"/>
              </a:spcBef>
              <a:spcAft>
                <a:spcPts val="0"/>
              </a:spcAft>
              <a:buSzPts val="3600"/>
              <a:buFont typeface="Poppins ExtraBold"/>
              <a:buNone/>
              <a:defRPr sz="4800" b="0">
                <a:latin typeface="Poppins ExtraBold"/>
                <a:ea typeface="Poppins ExtraBold"/>
                <a:cs typeface="Poppins ExtraBold"/>
                <a:sym typeface="Poppins ExtraBold"/>
              </a:defRPr>
            </a:lvl3pPr>
            <a:lvl4pPr lvl="3" algn="ctr">
              <a:spcBef>
                <a:spcPts val="0"/>
              </a:spcBef>
              <a:spcAft>
                <a:spcPts val="0"/>
              </a:spcAft>
              <a:buSzPts val="3600"/>
              <a:buFont typeface="Poppins ExtraBold"/>
              <a:buNone/>
              <a:defRPr sz="4800" b="0">
                <a:latin typeface="Poppins ExtraBold"/>
                <a:ea typeface="Poppins ExtraBold"/>
                <a:cs typeface="Poppins ExtraBold"/>
                <a:sym typeface="Poppins ExtraBold"/>
              </a:defRPr>
            </a:lvl4pPr>
            <a:lvl5pPr lvl="4" algn="ctr">
              <a:spcBef>
                <a:spcPts val="0"/>
              </a:spcBef>
              <a:spcAft>
                <a:spcPts val="0"/>
              </a:spcAft>
              <a:buSzPts val="3600"/>
              <a:buFont typeface="Poppins ExtraBold"/>
              <a:buNone/>
              <a:defRPr sz="4800" b="0">
                <a:latin typeface="Poppins ExtraBold"/>
                <a:ea typeface="Poppins ExtraBold"/>
                <a:cs typeface="Poppins ExtraBold"/>
                <a:sym typeface="Poppins ExtraBold"/>
              </a:defRPr>
            </a:lvl5pPr>
            <a:lvl6pPr lvl="5" algn="ctr">
              <a:spcBef>
                <a:spcPts val="0"/>
              </a:spcBef>
              <a:spcAft>
                <a:spcPts val="0"/>
              </a:spcAft>
              <a:buSzPts val="3600"/>
              <a:buFont typeface="Poppins ExtraBold"/>
              <a:buNone/>
              <a:defRPr sz="4800" b="0">
                <a:latin typeface="Poppins ExtraBold"/>
                <a:ea typeface="Poppins ExtraBold"/>
                <a:cs typeface="Poppins ExtraBold"/>
                <a:sym typeface="Poppins ExtraBold"/>
              </a:defRPr>
            </a:lvl6pPr>
            <a:lvl7pPr lvl="6" algn="ctr">
              <a:spcBef>
                <a:spcPts val="0"/>
              </a:spcBef>
              <a:spcAft>
                <a:spcPts val="0"/>
              </a:spcAft>
              <a:buSzPts val="3600"/>
              <a:buFont typeface="Poppins ExtraBold"/>
              <a:buNone/>
              <a:defRPr sz="4800" b="0">
                <a:latin typeface="Poppins ExtraBold"/>
                <a:ea typeface="Poppins ExtraBold"/>
                <a:cs typeface="Poppins ExtraBold"/>
                <a:sym typeface="Poppins ExtraBold"/>
              </a:defRPr>
            </a:lvl7pPr>
            <a:lvl8pPr lvl="7" algn="ctr">
              <a:spcBef>
                <a:spcPts val="0"/>
              </a:spcBef>
              <a:spcAft>
                <a:spcPts val="0"/>
              </a:spcAft>
              <a:buSzPts val="3600"/>
              <a:buFont typeface="Poppins ExtraBold"/>
              <a:buNone/>
              <a:defRPr sz="4800" b="0">
                <a:latin typeface="Poppins ExtraBold"/>
                <a:ea typeface="Poppins ExtraBold"/>
                <a:cs typeface="Poppins ExtraBold"/>
                <a:sym typeface="Poppins ExtraBold"/>
              </a:defRPr>
            </a:lvl8pPr>
            <a:lvl9pPr lvl="8" algn="ctr">
              <a:spcBef>
                <a:spcPts val="0"/>
              </a:spcBef>
              <a:spcAft>
                <a:spcPts val="0"/>
              </a:spcAft>
              <a:buSzPts val="3600"/>
              <a:buFont typeface="Poppins ExtraBold"/>
              <a:buNone/>
              <a:defRPr sz="4800" b="0">
                <a:latin typeface="Poppins ExtraBold"/>
                <a:ea typeface="Poppins ExtraBold"/>
                <a:cs typeface="Poppins ExtraBold"/>
                <a:sym typeface="Poppins ExtraBold"/>
              </a:defRPr>
            </a:lvl9pPr>
          </a:lstStyle>
          <a:p>
            <a:r>
              <a:rPr lang="en-US"/>
              <a:t>Click to edit Master title style</a:t>
            </a:r>
            <a:endParaRPr/>
          </a:p>
        </p:txBody>
      </p:sp>
      <p:sp>
        <p:nvSpPr>
          <p:cNvPr id="18" name="Google Shape;18;p3"/>
          <p:cNvSpPr txBox="1">
            <a:spLocks noGrp="1"/>
          </p:cNvSpPr>
          <p:nvPr>
            <p:ph type="title" idx="2" hasCustomPrompt="1"/>
          </p:nvPr>
        </p:nvSpPr>
        <p:spPr>
          <a:xfrm>
            <a:off x="5396233" y="2054000"/>
            <a:ext cx="1977600" cy="12104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933"/>
            </a:lvl1pPr>
            <a:lvl2pPr lvl="1" algn="ctr" rtl="0">
              <a:spcBef>
                <a:spcPts val="0"/>
              </a:spcBef>
              <a:spcAft>
                <a:spcPts val="0"/>
              </a:spcAft>
              <a:buClr>
                <a:schemeClr val="lt1"/>
              </a:buClr>
              <a:buSzPts val="6000"/>
              <a:buFont typeface="Poppins ExtraBold"/>
              <a:buNone/>
              <a:defRPr sz="8000" b="0">
                <a:solidFill>
                  <a:schemeClr val="lt1"/>
                </a:solidFill>
                <a:latin typeface="Poppins ExtraBold"/>
                <a:ea typeface="Poppins ExtraBold"/>
                <a:cs typeface="Poppins ExtraBold"/>
                <a:sym typeface="Poppins ExtraBold"/>
              </a:defRPr>
            </a:lvl2pPr>
            <a:lvl3pPr lvl="2" algn="ctr" rtl="0">
              <a:spcBef>
                <a:spcPts val="0"/>
              </a:spcBef>
              <a:spcAft>
                <a:spcPts val="0"/>
              </a:spcAft>
              <a:buClr>
                <a:schemeClr val="lt1"/>
              </a:buClr>
              <a:buSzPts val="6000"/>
              <a:buFont typeface="Poppins ExtraBold"/>
              <a:buNone/>
              <a:defRPr sz="8000" b="0">
                <a:solidFill>
                  <a:schemeClr val="lt1"/>
                </a:solidFill>
                <a:latin typeface="Poppins ExtraBold"/>
                <a:ea typeface="Poppins ExtraBold"/>
                <a:cs typeface="Poppins ExtraBold"/>
                <a:sym typeface="Poppins ExtraBold"/>
              </a:defRPr>
            </a:lvl3pPr>
            <a:lvl4pPr lvl="3" algn="ctr" rtl="0">
              <a:spcBef>
                <a:spcPts val="0"/>
              </a:spcBef>
              <a:spcAft>
                <a:spcPts val="0"/>
              </a:spcAft>
              <a:buClr>
                <a:schemeClr val="lt1"/>
              </a:buClr>
              <a:buSzPts val="6000"/>
              <a:buFont typeface="Poppins ExtraBold"/>
              <a:buNone/>
              <a:defRPr sz="8000" b="0">
                <a:solidFill>
                  <a:schemeClr val="lt1"/>
                </a:solidFill>
                <a:latin typeface="Poppins ExtraBold"/>
                <a:ea typeface="Poppins ExtraBold"/>
                <a:cs typeface="Poppins ExtraBold"/>
                <a:sym typeface="Poppins ExtraBold"/>
              </a:defRPr>
            </a:lvl4pPr>
            <a:lvl5pPr lvl="4" algn="ctr" rtl="0">
              <a:spcBef>
                <a:spcPts val="0"/>
              </a:spcBef>
              <a:spcAft>
                <a:spcPts val="0"/>
              </a:spcAft>
              <a:buClr>
                <a:schemeClr val="lt1"/>
              </a:buClr>
              <a:buSzPts val="6000"/>
              <a:buFont typeface="Poppins ExtraBold"/>
              <a:buNone/>
              <a:defRPr sz="8000" b="0">
                <a:solidFill>
                  <a:schemeClr val="lt1"/>
                </a:solidFill>
                <a:latin typeface="Poppins ExtraBold"/>
                <a:ea typeface="Poppins ExtraBold"/>
                <a:cs typeface="Poppins ExtraBold"/>
                <a:sym typeface="Poppins ExtraBold"/>
              </a:defRPr>
            </a:lvl5pPr>
            <a:lvl6pPr lvl="5" algn="ctr" rtl="0">
              <a:spcBef>
                <a:spcPts val="0"/>
              </a:spcBef>
              <a:spcAft>
                <a:spcPts val="0"/>
              </a:spcAft>
              <a:buClr>
                <a:schemeClr val="lt1"/>
              </a:buClr>
              <a:buSzPts val="6000"/>
              <a:buFont typeface="Poppins ExtraBold"/>
              <a:buNone/>
              <a:defRPr sz="8000" b="0">
                <a:solidFill>
                  <a:schemeClr val="lt1"/>
                </a:solidFill>
                <a:latin typeface="Poppins ExtraBold"/>
                <a:ea typeface="Poppins ExtraBold"/>
                <a:cs typeface="Poppins ExtraBold"/>
                <a:sym typeface="Poppins ExtraBold"/>
              </a:defRPr>
            </a:lvl6pPr>
            <a:lvl7pPr lvl="6" algn="ctr" rtl="0">
              <a:spcBef>
                <a:spcPts val="0"/>
              </a:spcBef>
              <a:spcAft>
                <a:spcPts val="0"/>
              </a:spcAft>
              <a:buClr>
                <a:schemeClr val="lt1"/>
              </a:buClr>
              <a:buSzPts val="6000"/>
              <a:buFont typeface="Poppins ExtraBold"/>
              <a:buNone/>
              <a:defRPr sz="8000" b="0">
                <a:solidFill>
                  <a:schemeClr val="lt1"/>
                </a:solidFill>
                <a:latin typeface="Poppins ExtraBold"/>
                <a:ea typeface="Poppins ExtraBold"/>
                <a:cs typeface="Poppins ExtraBold"/>
                <a:sym typeface="Poppins ExtraBold"/>
              </a:defRPr>
            </a:lvl7pPr>
            <a:lvl8pPr lvl="7" algn="ctr" rtl="0">
              <a:spcBef>
                <a:spcPts val="0"/>
              </a:spcBef>
              <a:spcAft>
                <a:spcPts val="0"/>
              </a:spcAft>
              <a:buClr>
                <a:schemeClr val="lt1"/>
              </a:buClr>
              <a:buSzPts val="6000"/>
              <a:buFont typeface="Poppins ExtraBold"/>
              <a:buNone/>
              <a:defRPr sz="8000" b="0">
                <a:solidFill>
                  <a:schemeClr val="lt1"/>
                </a:solidFill>
                <a:latin typeface="Poppins ExtraBold"/>
                <a:ea typeface="Poppins ExtraBold"/>
                <a:cs typeface="Poppins ExtraBold"/>
                <a:sym typeface="Poppins ExtraBold"/>
              </a:defRPr>
            </a:lvl8pPr>
            <a:lvl9pPr lvl="8" algn="ctr" rtl="0">
              <a:spcBef>
                <a:spcPts val="0"/>
              </a:spcBef>
              <a:spcAft>
                <a:spcPts val="0"/>
              </a:spcAft>
              <a:buClr>
                <a:schemeClr val="lt1"/>
              </a:buClr>
              <a:buSzPts val="6000"/>
              <a:buFont typeface="Poppins ExtraBold"/>
              <a:buNone/>
              <a:defRPr sz="8000" b="0">
                <a:solidFill>
                  <a:schemeClr val="lt1"/>
                </a:solidFill>
                <a:latin typeface="Poppins ExtraBold"/>
                <a:ea typeface="Poppins ExtraBold"/>
                <a:cs typeface="Poppins ExtraBold"/>
                <a:sym typeface="Poppins ExtraBold"/>
              </a:defRPr>
            </a:lvl9pPr>
          </a:lstStyle>
          <a:p>
            <a:r>
              <a:t>xx%</a:t>
            </a:r>
          </a:p>
        </p:txBody>
      </p:sp>
      <p:sp>
        <p:nvSpPr>
          <p:cNvPr id="19" name="Google Shape;19;p3"/>
          <p:cNvSpPr>
            <a:spLocks noGrp="1"/>
          </p:cNvSpPr>
          <p:nvPr>
            <p:ph type="pic" idx="3"/>
          </p:nvPr>
        </p:nvSpPr>
        <p:spPr>
          <a:xfrm flipH="1">
            <a:off x="728733" y="539833"/>
            <a:ext cx="3924400" cy="6318000"/>
          </a:xfrm>
          <a:prstGeom prst="rect">
            <a:avLst/>
          </a:prstGeom>
          <a:noFill/>
          <a:ln>
            <a:noFill/>
          </a:ln>
        </p:spPr>
        <p:txBody>
          <a:bodyPr/>
          <a:lstStyle/>
          <a:p>
            <a:endParaRPr lang="en-IN"/>
          </a:p>
        </p:txBody>
      </p:sp>
      <p:grpSp>
        <p:nvGrpSpPr>
          <p:cNvPr id="20" name="Google Shape;20;p3"/>
          <p:cNvGrpSpPr/>
          <p:nvPr/>
        </p:nvGrpSpPr>
        <p:grpSpPr>
          <a:xfrm>
            <a:off x="8469933" y="-109434"/>
            <a:ext cx="7048000" cy="8400667"/>
            <a:chOff x="6352450" y="-82075"/>
            <a:chExt cx="5286000" cy="6300500"/>
          </a:xfrm>
        </p:grpSpPr>
        <p:cxnSp>
          <p:nvCxnSpPr>
            <p:cNvPr id="21" name="Google Shape;21;p3"/>
            <p:cNvCxnSpPr/>
            <p:nvPr/>
          </p:nvCxnSpPr>
          <p:spPr>
            <a:xfrm>
              <a:off x="7830375" y="-82075"/>
              <a:ext cx="0" cy="5621700"/>
            </a:xfrm>
            <a:prstGeom prst="straightConnector1">
              <a:avLst/>
            </a:prstGeom>
            <a:noFill/>
            <a:ln w="9525" cap="flat" cmpd="sng">
              <a:solidFill>
                <a:schemeClr val="dk1"/>
              </a:solidFill>
              <a:prstDash val="solid"/>
              <a:round/>
              <a:headEnd type="none" w="med" len="med"/>
              <a:tailEnd type="none" w="med" len="med"/>
            </a:ln>
          </p:spPr>
        </p:cxnSp>
        <p:sp>
          <p:nvSpPr>
            <p:cNvPr id="22" name="Google Shape;22;p3"/>
            <p:cNvSpPr/>
            <p:nvPr/>
          </p:nvSpPr>
          <p:spPr>
            <a:xfrm>
              <a:off x="6352450" y="3880225"/>
              <a:ext cx="5286000" cy="23382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3086423483"/>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3"/>
        <p:cNvGrpSpPr/>
        <p:nvPr/>
      </p:nvGrpSpPr>
      <p:grpSpPr>
        <a:xfrm>
          <a:off x="0" y="0"/>
          <a:ext cx="0" cy="0"/>
          <a:chOff x="0" y="0"/>
          <a:chExt cx="0" cy="0"/>
        </a:xfrm>
      </p:grpSpPr>
      <p:sp>
        <p:nvSpPr>
          <p:cNvPr id="24" name="Google Shape;24;p4"/>
          <p:cNvSpPr/>
          <p:nvPr/>
        </p:nvSpPr>
        <p:spPr>
          <a:xfrm rot="10800000" flipH="1">
            <a:off x="-967" y="4010144"/>
            <a:ext cx="12198000" cy="2852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5" name="Google Shape;25;p4"/>
          <p:cNvSpPr txBox="1">
            <a:spLocks noGrp="1"/>
          </p:cNvSpPr>
          <p:nvPr>
            <p:ph type="title"/>
          </p:nvPr>
        </p:nvSpPr>
        <p:spPr>
          <a:xfrm>
            <a:off x="960000" y="593367"/>
            <a:ext cx="4267200" cy="12192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6" name="Google Shape;26;p4"/>
          <p:cNvSpPr txBox="1">
            <a:spLocks noGrp="1"/>
          </p:cNvSpPr>
          <p:nvPr>
            <p:ph type="body" idx="1"/>
          </p:nvPr>
        </p:nvSpPr>
        <p:spPr>
          <a:xfrm>
            <a:off x="960000" y="1817833"/>
            <a:ext cx="10272000" cy="525600"/>
          </a:xfrm>
          <a:prstGeom prst="rect">
            <a:avLst/>
          </a:prstGeom>
        </p:spPr>
        <p:txBody>
          <a:bodyPr spcFirstLastPara="1" wrap="square" lIns="91425" tIns="91425" rIns="91425" bIns="91425" anchor="t" anchorCtr="0">
            <a:noAutofit/>
          </a:bodyPr>
          <a:lstStyle>
            <a:lvl1pPr marL="609585" lvl="0" indent="-406390" rtl="0">
              <a:lnSpc>
                <a:spcPct val="100000"/>
              </a:lnSpc>
              <a:spcBef>
                <a:spcPts val="400"/>
              </a:spcBef>
              <a:spcAft>
                <a:spcPts val="0"/>
              </a:spcAft>
              <a:buSzPts val="1200"/>
              <a:buChar char="●"/>
              <a:defRPr/>
            </a:lvl1pPr>
            <a:lvl2pPr marL="1219170" lvl="1" indent="-406390" rtl="0">
              <a:lnSpc>
                <a:spcPct val="100000"/>
              </a:lnSpc>
              <a:spcBef>
                <a:spcPts val="0"/>
              </a:spcBef>
              <a:spcAft>
                <a:spcPts val="0"/>
              </a:spcAft>
              <a:buSzPts val="1200"/>
              <a:buChar char="○"/>
              <a:defRPr/>
            </a:lvl2pPr>
            <a:lvl3pPr marL="1828754" lvl="2" indent="-406390" rtl="0">
              <a:lnSpc>
                <a:spcPct val="100000"/>
              </a:lnSpc>
              <a:spcBef>
                <a:spcPts val="0"/>
              </a:spcBef>
              <a:spcAft>
                <a:spcPts val="0"/>
              </a:spcAft>
              <a:buSzPts val="1200"/>
              <a:buChar char="■"/>
              <a:defRPr/>
            </a:lvl3pPr>
            <a:lvl4pPr marL="2438339" lvl="3" indent="-406390" rtl="0">
              <a:lnSpc>
                <a:spcPct val="100000"/>
              </a:lnSpc>
              <a:spcBef>
                <a:spcPts val="0"/>
              </a:spcBef>
              <a:spcAft>
                <a:spcPts val="0"/>
              </a:spcAft>
              <a:buSzPts val="1200"/>
              <a:buChar char="●"/>
              <a:defRPr/>
            </a:lvl4pPr>
            <a:lvl5pPr marL="3047924" lvl="4" indent="-406390" rtl="0">
              <a:lnSpc>
                <a:spcPct val="100000"/>
              </a:lnSpc>
              <a:spcBef>
                <a:spcPts val="0"/>
              </a:spcBef>
              <a:spcAft>
                <a:spcPts val="0"/>
              </a:spcAft>
              <a:buSzPts val="1200"/>
              <a:buChar char="○"/>
              <a:defRPr/>
            </a:lvl5pPr>
            <a:lvl6pPr marL="3657509" lvl="5" indent="-406390" rtl="0">
              <a:lnSpc>
                <a:spcPct val="100000"/>
              </a:lnSpc>
              <a:spcBef>
                <a:spcPts val="0"/>
              </a:spcBef>
              <a:spcAft>
                <a:spcPts val="0"/>
              </a:spcAft>
              <a:buSzPts val="1200"/>
              <a:buChar char="■"/>
              <a:defRPr/>
            </a:lvl6pPr>
            <a:lvl7pPr marL="4267093" lvl="6" indent="-406390" rtl="0">
              <a:lnSpc>
                <a:spcPct val="100000"/>
              </a:lnSpc>
              <a:spcBef>
                <a:spcPts val="0"/>
              </a:spcBef>
              <a:spcAft>
                <a:spcPts val="0"/>
              </a:spcAft>
              <a:buSzPts val="1200"/>
              <a:buChar char="●"/>
              <a:defRPr/>
            </a:lvl7pPr>
            <a:lvl8pPr marL="4876678" lvl="7" indent="-406390" rtl="0">
              <a:lnSpc>
                <a:spcPct val="100000"/>
              </a:lnSpc>
              <a:spcBef>
                <a:spcPts val="0"/>
              </a:spcBef>
              <a:spcAft>
                <a:spcPts val="0"/>
              </a:spcAft>
              <a:buSzPts val="1200"/>
              <a:buChar char="○"/>
              <a:defRPr/>
            </a:lvl8pPr>
            <a:lvl9pPr marL="5486263" lvl="8" indent="-406390" rtl="0">
              <a:lnSpc>
                <a:spcPct val="100000"/>
              </a:lnSpc>
              <a:spcBef>
                <a:spcPts val="0"/>
              </a:spcBef>
              <a:spcAft>
                <a:spcPts val="0"/>
              </a:spcAft>
              <a:buSzPts val="1200"/>
              <a:buChar char="■"/>
              <a:defRPr/>
            </a:lvl9pPr>
          </a:lstStyle>
          <a:p>
            <a:pPr lvl="0"/>
            <a:r>
              <a:rPr lang="en-US"/>
              <a:t>Click to edit Master text styles</a:t>
            </a:r>
          </a:p>
        </p:txBody>
      </p:sp>
      <p:sp>
        <p:nvSpPr>
          <p:cNvPr id="27" name="Google Shape;27;p4"/>
          <p:cNvSpPr/>
          <p:nvPr/>
        </p:nvSpPr>
        <p:spPr>
          <a:xfrm>
            <a:off x="8260400" y="-1062767"/>
            <a:ext cx="5507600" cy="157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2749728273"/>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960000" y="566656"/>
            <a:ext cx="4267200" cy="17068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600"/>
            </a:lvl1pPr>
            <a:lvl2pPr lvl="1" rtl="0">
              <a:spcBef>
                <a:spcPts val="0"/>
              </a:spcBef>
              <a:spcAft>
                <a:spcPts val="0"/>
              </a:spcAft>
              <a:buSzPts val="3000"/>
              <a:buFont typeface="Poppins ExtraBold"/>
              <a:buNone/>
              <a:defRPr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b="0">
                <a:latin typeface="Poppins ExtraBold"/>
                <a:ea typeface="Poppins ExtraBold"/>
                <a:cs typeface="Poppins ExtraBold"/>
                <a:sym typeface="Poppins ExtraBold"/>
              </a:defRPr>
            </a:lvl9pPr>
          </a:lstStyle>
          <a:p>
            <a:r>
              <a:rPr lang="en-US"/>
              <a:t>Click to edit Master title style</a:t>
            </a:r>
            <a:endParaRPr/>
          </a:p>
        </p:txBody>
      </p:sp>
      <p:sp>
        <p:nvSpPr>
          <p:cNvPr id="30" name="Google Shape;30;p5"/>
          <p:cNvSpPr txBox="1">
            <a:spLocks noGrp="1"/>
          </p:cNvSpPr>
          <p:nvPr>
            <p:ph type="subTitle" idx="1"/>
          </p:nvPr>
        </p:nvSpPr>
        <p:spPr>
          <a:xfrm>
            <a:off x="6679815" y="3797864"/>
            <a:ext cx="3434400" cy="234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31" name="Google Shape;31;p5"/>
          <p:cNvSpPr txBox="1">
            <a:spLocks noGrp="1"/>
          </p:cNvSpPr>
          <p:nvPr>
            <p:ph type="subTitle" idx="2"/>
          </p:nvPr>
        </p:nvSpPr>
        <p:spPr>
          <a:xfrm>
            <a:off x="2229401" y="3797872"/>
            <a:ext cx="3434400" cy="234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32" name="Google Shape;32;p5"/>
          <p:cNvSpPr txBox="1">
            <a:spLocks noGrp="1"/>
          </p:cNvSpPr>
          <p:nvPr>
            <p:ph type="subTitle" idx="3"/>
          </p:nvPr>
        </p:nvSpPr>
        <p:spPr>
          <a:xfrm>
            <a:off x="2229400" y="3306333"/>
            <a:ext cx="3434400" cy="586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33" name="Google Shape;33;p5"/>
          <p:cNvSpPr txBox="1">
            <a:spLocks noGrp="1"/>
          </p:cNvSpPr>
          <p:nvPr>
            <p:ph type="subTitle" idx="4"/>
          </p:nvPr>
        </p:nvSpPr>
        <p:spPr>
          <a:xfrm>
            <a:off x="6679807" y="3306333"/>
            <a:ext cx="3434400" cy="586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34" name="Google Shape;34;p5"/>
          <p:cNvSpPr/>
          <p:nvPr/>
        </p:nvSpPr>
        <p:spPr>
          <a:xfrm rot="5400000">
            <a:off x="9479833" y="-70067"/>
            <a:ext cx="5507600" cy="157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35" name="Google Shape;35;p5"/>
          <p:cNvSpPr/>
          <p:nvPr/>
        </p:nvSpPr>
        <p:spPr>
          <a:xfrm rot="10800000" flipH="1">
            <a:off x="-9767" y="-7293"/>
            <a:ext cx="685600" cy="68692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1832555128"/>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960000" y="593367"/>
            <a:ext cx="4267200" cy="12192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38" name="Google Shape;38;p6"/>
          <p:cNvSpPr/>
          <p:nvPr/>
        </p:nvSpPr>
        <p:spPr>
          <a:xfrm rot="10800000" flipH="1">
            <a:off x="-9767" y="-19200"/>
            <a:ext cx="685600" cy="6894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39" name="Google Shape;39;p6"/>
          <p:cNvSpPr/>
          <p:nvPr/>
        </p:nvSpPr>
        <p:spPr>
          <a:xfrm rot="10800000">
            <a:off x="-6130933" y="6360167"/>
            <a:ext cx="9169200" cy="157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65774550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0"/>
        <p:cNvGrpSpPr/>
        <p:nvPr/>
      </p:nvGrpSpPr>
      <p:grpSpPr>
        <a:xfrm>
          <a:off x="0" y="0"/>
          <a:ext cx="0" cy="0"/>
          <a:chOff x="0" y="0"/>
          <a:chExt cx="0" cy="0"/>
        </a:xfrm>
      </p:grpSpPr>
      <p:sp>
        <p:nvSpPr>
          <p:cNvPr id="41" name="Google Shape;41;p7"/>
          <p:cNvSpPr/>
          <p:nvPr/>
        </p:nvSpPr>
        <p:spPr>
          <a:xfrm>
            <a:off x="7589633" y="2520867"/>
            <a:ext cx="4602400" cy="43424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42" name="Google Shape;42;p7"/>
          <p:cNvSpPr txBox="1">
            <a:spLocks noGrp="1"/>
          </p:cNvSpPr>
          <p:nvPr>
            <p:ph type="title"/>
          </p:nvPr>
        </p:nvSpPr>
        <p:spPr>
          <a:xfrm>
            <a:off x="963168" y="597408"/>
            <a:ext cx="4267200" cy="17068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43" name="Google Shape;43;p7"/>
          <p:cNvSpPr txBox="1">
            <a:spLocks noGrp="1"/>
          </p:cNvSpPr>
          <p:nvPr>
            <p:ph type="subTitle" idx="1"/>
          </p:nvPr>
        </p:nvSpPr>
        <p:spPr>
          <a:xfrm>
            <a:off x="963168" y="2304200"/>
            <a:ext cx="5726400" cy="356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a:lvl1pPr>
            <a:lvl2pPr lvl="1" algn="ctr" rtl="0">
              <a:lnSpc>
                <a:spcPct val="100000"/>
              </a:lnSpc>
              <a:spcBef>
                <a:spcPts val="1333"/>
              </a:spcBef>
              <a:spcAft>
                <a:spcPts val="0"/>
              </a:spcAft>
              <a:buClr>
                <a:srgbClr val="E76A28"/>
              </a:buClr>
              <a:buSzPts val="1200"/>
              <a:buChar char="○"/>
              <a:defRPr/>
            </a:lvl2pPr>
            <a:lvl3pPr lvl="2" algn="ctr" rtl="0">
              <a:lnSpc>
                <a:spcPct val="100000"/>
              </a:lnSpc>
              <a:spcBef>
                <a:spcPts val="2133"/>
              </a:spcBef>
              <a:spcAft>
                <a:spcPts val="0"/>
              </a:spcAft>
              <a:buClr>
                <a:srgbClr val="E76A28"/>
              </a:buClr>
              <a:buSzPts val="1200"/>
              <a:buChar char="■"/>
              <a:defRPr/>
            </a:lvl3pPr>
            <a:lvl4pPr lvl="3" algn="ctr" rtl="0">
              <a:lnSpc>
                <a:spcPct val="100000"/>
              </a:lnSpc>
              <a:spcBef>
                <a:spcPts val="2133"/>
              </a:spcBef>
              <a:spcAft>
                <a:spcPts val="0"/>
              </a:spcAft>
              <a:buClr>
                <a:srgbClr val="E76A28"/>
              </a:buClr>
              <a:buSzPts val="1200"/>
              <a:buChar char="●"/>
              <a:defRPr/>
            </a:lvl4pPr>
            <a:lvl5pPr lvl="4" algn="ctr" rtl="0">
              <a:lnSpc>
                <a:spcPct val="100000"/>
              </a:lnSpc>
              <a:spcBef>
                <a:spcPts val="2133"/>
              </a:spcBef>
              <a:spcAft>
                <a:spcPts val="0"/>
              </a:spcAft>
              <a:buClr>
                <a:srgbClr val="E76A28"/>
              </a:buClr>
              <a:buSzPts val="1200"/>
              <a:buChar char="○"/>
              <a:defRPr/>
            </a:lvl5pPr>
            <a:lvl6pPr lvl="5" algn="ctr" rtl="0">
              <a:lnSpc>
                <a:spcPct val="100000"/>
              </a:lnSpc>
              <a:spcBef>
                <a:spcPts val="2133"/>
              </a:spcBef>
              <a:spcAft>
                <a:spcPts val="0"/>
              </a:spcAft>
              <a:buClr>
                <a:srgbClr val="999999"/>
              </a:buClr>
              <a:buSzPts val="1200"/>
              <a:buChar char="■"/>
              <a:defRPr/>
            </a:lvl6pPr>
            <a:lvl7pPr lvl="6" algn="ctr" rtl="0">
              <a:lnSpc>
                <a:spcPct val="100000"/>
              </a:lnSpc>
              <a:spcBef>
                <a:spcPts val="2133"/>
              </a:spcBef>
              <a:spcAft>
                <a:spcPts val="0"/>
              </a:spcAft>
              <a:buClr>
                <a:srgbClr val="999999"/>
              </a:buClr>
              <a:buSzPts val="1200"/>
              <a:buChar char="●"/>
              <a:defRPr/>
            </a:lvl7pPr>
            <a:lvl8pPr lvl="7" algn="ctr" rtl="0">
              <a:lnSpc>
                <a:spcPct val="100000"/>
              </a:lnSpc>
              <a:spcBef>
                <a:spcPts val="2133"/>
              </a:spcBef>
              <a:spcAft>
                <a:spcPts val="0"/>
              </a:spcAft>
              <a:buClr>
                <a:srgbClr val="999999"/>
              </a:buClr>
              <a:buSzPts val="1200"/>
              <a:buChar char="○"/>
              <a:defRPr/>
            </a:lvl8pPr>
            <a:lvl9pPr lvl="8" algn="ctr" rtl="0">
              <a:lnSpc>
                <a:spcPct val="100000"/>
              </a:lnSpc>
              <a:spcBef>
                <a:spcPts val="2133"/>
              </a:spcBef>
              <a:spcAft>
                <a:spcPts val="2133"/>
              </a:spcAft>
              <a:buClr>
                <a:srgbClr val="999999"/>
              </a:buClr>
              <a:buSzPts val="1200"/>
              <a:buChar char="■"/>
              <a:defRPr/>
            </a:lvl9pPr>
          </a:lstStyle>
          <a:p>
            <a:r>
              <a:rPr lang="en-US"/>
              <a:t>Click to edit Master subtitle style</a:t>
            </a:r>
            <a:endParaRPr/>
          </a:p>
        </p:txBody>
      </p:sp>
      <p:sp>
        <p:nvSpPr>
          <p:cNvPr id="44" name="Google Shape;44;p7"/>
          <p:cNvSpPr>
            <a:spLocks noGrp="1"/>
          </p:cNvSpPr>
          <p:nvPr>
            <p:ph type="pic" idx="2"/>
          </p:nvPr>
        </p:nvSpPr>
        <p:spPr>
          <a:xfrm>
            <a:off x="7589633" y="404767"/>
            <a:ext cx="4147200" cy="6458400"/>
          </a:xfrm>
          <a:prstGeom prst="rect">
            <a:avLst/>
          </a:prstGeom>
          <a:noFill/>
          <a:ln>
            <a:noFill/>
          </a:ln>
        </p:spPr>
        <p:txBody>
          <a:bodyPr/>
          <a:lstStyle/>
          <a:p>
            <a:endParaRPr lang="en-IN"/>
          </a:p>
        </p:txBody>
      </p:sp>
      <p:grpSp>
        <p:nvGrpSpPr>
          <p:cNvPr id="45" name="Google Shape;45;p7"/>
          <p:cNvGrpSpPr/>
          <p:nvPr/>
        </p:nvGrpSpPr>
        <p:grpSpPr>
          <a:xfrm>
            <a:off x="-1527900" y="-91800"/>
            <a:ext cx="4254000" cy="8255267"/>
            <a:chOff x="-1145925" y="-68850"/>
            <a:chExt cx="3190500" cy="6191450"/>
          </a:xfrm>
        </p:grpSpPr>
        <p:sp>
          <p:nvSpPr>
            <p:cNvPr id="46" name="Google Shape;46;p7"/>
            <p:cNvSpPr/>
            <p:nvPr/>
          </p:nvSpPr>
          <p:spPr>
            <a:xfrm>
              <a:off x="-1145925" y="4832600"/>
              <a:ext cx="3190500" cy="12900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cxnSp>
          <p:nvCxnSpPr>
            <p:cNvPr id="47" name="Google Shape;47;p7"/>
            <p:cNvCxnSpPr/>
            <p:nvPr/>
          </p:nvCxnSpPr>
          <p:spPr>
            <a:xfrm>
              <a:off x="405900" y="-68850"/>
              <a:ext cx="0" cy="52959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2497760389"/>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2427133" y="2599600"/>
            <a:ext cx="8814000" cy="2331600"/>
          </a:xfrm>
          <a:prstGeom prst="rect">
            <a:avLst/>
          </a:prstGeom>
        </p:spPr>
        <p:txBody>
          <a:bodyPr spcFirstLastPara="1" wrap="square" lIns="91425" tIns="91425" rIns="91425" bIns="91425" anchor="ctr" anchorCtr="0">
            <a:noAutofit/>
          </a:bodyPr>
          <a:lstStyle>
            <a:lvl1pPr lvl="0">
              <a:lnSpc>
                <a:spcPct val="80000"/>
              </a:lnSpc>
              <a:spcBef>
                <a:spcPts val="0"/>
              </a:spcBef>
              <a:spcAft>
                <a:spcPts val="0"/>
              </a:spcAft>
              <a:buSzPts val="6000"/>
              <a:buNone/>
              <a:defRPr sz="80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a:p>
        </p:txBody>
      </p:sp>
      <p:sp>
        <p:nvSpPr>
          <p:cNvPr id="50" name="Google Shape;50;p8"/>
          <p:cNvSpPr/>
          <p:nvPr/>
        </p:nvSpPr>
        <p:spPr>
          <a:xfrm>
            <a:off x="-967" y="0"/>
            <a:ext cx="1730400" cy="6898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cxnSp>
        <p:nvCxnSpPr>
          <p:cNvPr id="51" name="Google Shape;51;p8"/>
          <p:cNvCxnSpPr/>
          <p:nvPr/>
        </p:nvCxnSpPr>
        <p:spPr>
          <a:xfrm rot="10800000">
            <a:off x="9622333" y="7386167"/>
            <a:ext cx="2351600" cy="0"/>
          </a:xfrm>
          <a:prstGeom prst="straightConnector1">
            <a:avLst/>
          </a:prstGeom>
          <a:noFill/>
          <a:ln w="9525" cap="flat" cmpd="sng">
            <a:solidFill>
              <a:schemeClr val="dk1"/>
            </a:solidFill>
            <a:prstDash val="solid"/>
            <a:round/>
            <a:headEnd type="none" w="med" len="med"/>
            <a:tailEnd type="none" w="med" len="med"/>
          </a:ln>
        </p:spPr>
      </p:cxnSp>
      <p:grpSp>
        <p:nvGrpSpPr>
          <p:cNvPr id="52" name="Google Shape;52;p8"/>
          <p:cNvGrpSpPr/>
          <p:nvPr/>
        </p:nvGrpSpPr>
        <p:grpSpPr>
          <a:xfrm>
            <a:off x="-70833" y="1486400"/>
            <a:ext cx="13667236" cy="6996467"/>
            <a:chOff x="34350" y="1114800"/>
            <a:chExt cx="10163025" cy="5247350"/>
          </a:xfrm>
        </p:grpSpPr>
        <p:sp>
          <p:nvSpPr>
            <p:cNvPr id="53" name="Google Shape;53;p8"/>
            <p:cNvSpPr/>
            <p:nvPr/>
          </p:nvSpPr>
          <p:spPr>
            <a:xfrm>
              <a:off x="4911375" y="4023950"/>
              <a:ext cx="5286000" cy="23382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cxnSp>
          <p:nvCxnSpPr>
            <p:cNvPr id="54" name="Google Shape;54;p8"/>
            <p:cNvCxnSpPr/>
            <p:nvPr/>
          </p:nvCxnSpPr>
          <p:spPr>
            <a:xfrm rot="10800000">
              <a:off x="34350" y="1114800"/>
              <a:ext cx="9323400" cy="0"/>
            </a:xfrm>
            <a:prstGeom prst="straightConnector1">
              <a:avLst/>
            </a:prstGeom>
            <a:noFill/>
            <a:ln w="9525" cap="flat" cmpd="sng">
              <a:solidFill>
                <a:schemeClr val="dk1"/>
              </a:solidFill>
              <a:prstDash val="solid"/>
              <a:round/>
              <a:headEnd type="none" w="med" len="med"/>
              <a:tailEnd type="none" w="med" len="med"/>
            </a:ln>
          </p:spPr>
        </p:cxnSp>
      </p:grpSp>
      <p:sp>
        <p:nvSpPr>
          <p:cNvPr id="55" name="Google Shape;55;p8"/>
          <p:cNvSpPr/>
          <p:nvPr/>
        </p:nvSpPr>
        <p:spPr>
          <a:xfrm>
            <a:off x="2427133" y="2027167"/>
            <a:ext cx="273600" cy="2736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3831766414"/>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56"/>
        <p:cNvGrpSpPr/>
        <p:nvPr/>
      </p:nvGrpSpPr>
      <p:grpSpPr>
        <a:xfrm>
          <a:off x="0" y="0"/>
          <a:ext cx="0" cy="0"/>
          <a:chOff x="0" y="0"/>
          <a:chExt cx="0" cy="0"/>
        </a:xfrm>
      </p:grpSpPr>
      <p:sp>
        <p:nvSpPr>
          <p:cNvPr id="57" name="Google Shape;57;p9"/>
          <p:cNvSpPr txBox="1">
            <a:spLocks noGrp="1"/>
          </p:cNvSpPr>
          <p:nvPr>
            <p:ph type="title"/>
          </p:nvPr>
        </p:nvSpPr>
        <p:spPr>
          <a:xfrm>
            <a:off x="950967" y="1585467"/>
            <a:ext cx="6497200" cy="26192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8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58" name="Google Shape;58;p9"/>
          <p:cNvSpPr txBox="1">
            <a:spLocks noGrp="1"/>
          </p:cNvSpPr>
          <p:nvPr>
            <p:ph type="subTitle" idx="1"/>
          </p:nvPr>
        </p:nvSpPr>
        <p:spPr>
          <a:xfrm>
            <a:off x="950967" y="4204667"/>
            <a:ext cx="6497200" cy="89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867"/>
            </a:lvl1pPr>
            <a:lvl2pPr lvl="1" rtl="0">
              <a:lnSpc>
                <a:spcPct val="100000"/>
              </a:lnSpc>
              <a:spcBef>
                <a:spcPts val="0"/>
              </a:spcBef>
              <a:spcAft>
                <a:spcPts val="0"/>
              </a:spcAft>
              <a:buSzPts val="1200"/>
              <a:buNone/>
              <a:defRPr/>
            </a:lvl2pPr>
            <a:lvl3pPr lvl="2" rtl="0">
              <a:lnSpc>
                <a:spcPct val="100000"/>
              </a:lnSpc>
              <a:spcBef>
                <a:spcPts val="2133"/>
              </a:spcBef>
              <a:spcAft>
                <a:spcPts val="0"/>
              </a:spcAft>
              <a:buSzPts val="1200"/>
              <a:buNone/>
              <a:defRPr/>
            </a:lvl3pPr>
            <a:lvl4pPr lvl="3" rtl="0">
              <a:lnSpc>
                <a:spcPct val="100000"/>
              </a:lnSpc>
              <a:spcBef>
                <a:spcPts val="2133"/>
              </a:spcBef>
              <a:spcAft>
                <a:spcPts val="0"/>
              </a:spcAft>
              <a:buSzPts val="1200"/>
              <a:buNone/>
              <a:defRPr/>
            </a:lvl4pPr>
            <a:lvl5pPr lvl="4" rtl="0">
              <a:lnSpc>
                <a:spcPct val="100000"/>
              </a:lnSpc>
              <a:spcBef>
                <a:spcPts val="2133"/>
              </a:spcBef>
              <a:spcAft>
                <a:spcPts val="0"/>
              </a:spcAft>
              <a:buSzPts val="1200"/>
              <a:buNone/>
              <a:defRPr/>
            </a:lvl5pPr>
            <a:lvl6pPr lvl="5" rtl="0">
              <a:lnSpc>
                <a:spcPct val="100000"/>
              </a:lnSpc>
              <a:spcBef>
                <a:spcPts val="2133"/>
              </a:spcBef>
              <a:spcAft>
                <a:spcPts val="0"/>
              </a:spcAft>
              <a:buSzPts val="1200"/>
              <a:buNone/>
              <a:defRPr/>
            </a:lvl6pPr>
            <a:lvl7pPr lvl="6" rtl="0">
              <a:lnSpc>
                <a:spcPct val="100000"/>
              </a:lnSpc>
              <a:spcBef>
                <a:spcPts val="2133"/>
              </a:spcBef>
              <a:spcAft>
                <a:spcPts val="0"/>
              </a:spcAft>
              <a:buSzPts val="1200"/>
              <a:buNone/>
              <a:defRPr/>
            </a:lvl7pPr>
            <a:lvl8pPr lvl="7" rtl="0">
              <a:lnSpc>
                <a:spcPct val="100000"/>
              </a:lnSpc>
              <a:spcBef>
                <a:spcPts val="2133"/>
              </a:spcBef>
              <a:spcAft>
                <a:spcPts val="0"/>
              </a:spcAft>
              <a:buSzPts val="1200"/>
              <a:buNone/>
              <a:defRPr/>
            </a:lvl8pPr>
            <a:lvl9pPr lvl="8" rtl="0">
              <a:lnSpc>
                <a:spcPct val="100000"/>
              </a:lnSpc>
              <a:spcBef>
                <a:spcPts val="2133"/>
              </a:spcBef>
              <a:spcAft>
                <a:spcPts val="2133"/>
              </a:spcAft>
              <a:buSzPts val="1200"/>
              <a:buNone/>
              <a:defRPr/>
            </a:lvl9pPr>
          </a:lstStyle>
          <a:p>
            <a:r>
              <a:rPr lang="en-US"/>
              <a:t>Click to edit Master subtitle style</a:t>
            </a:r>
            <a:endParaRPr/>
          </a:p>
        </p:txBody>
      </p:sp>
      <p:sp>
        <p:nvSpPr>
          <p:cNvPr id="59" name="Google Shape;59;p9"/>
          <p:cNvSpPr/>
          <p:nvPr/>
        </p:nvSpPr>
        <p:spPr>
          <a:xfrm>
            <a:off x="-967" y="5494300"/>
            <a:ext cx="12192000" cy="14044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60" name="Google Shape;60;p9"/>
          <p:cNvGrpSpPr/>
          <p:nvPr/>
        </p:nvGrpSpPr>
        <p:grpSpPr>
          <a:xfrm>
            <a:off x="8519067" y="-5882600"/>
            <a:ext cx="4339600" cy="13268767"/>
            <a:chOff x="6389300" y="-4411950"/>
            <a:chExt cx="3254700" cy="9951575"/>
          </a:xfrm>
        </p:grpSpPr>
        <p:cxnSp>
          <p:nvCxnSpPr>
            <p:cNvPr id="61" name="Google Shape;61;p9"/>
            <p:cNvCxnSpPr/>
            <p:nvPr/>
          </p:nvCxnSpPr>
          <p:spPr>
            <a:xfrm>
              <a:off x="8016650" y="-82075"/>
              <a:ext cx="0" cy="5621700"/>
            </a:xfrm>
            <a:prstGeom prst="straightConnector1">
              <a:avLst/>
            </a:prstGeom>
            <a:noFill/>
            <a:ln w="9525" cap="flat" cmpd="sng">
              <a:solidFill>
                <a:schemeClr val="dk1"/>
              </a:solidFill>
              <a:prstDash val="solid"/>
              <a:round/>
              <a:headEnd type="none" w="med" len="med"/>
              <a:tailEnd type="none" w="med" len="med"/>
            </a:ln>
          </p:spPr>
        </p:cxnSp>
        <p:sp>
          <p:nvSpPr>
            <p:cNvPr id="62" name="Google Shape;62;p9"/>
            <p:cNvSpPr/>
            <p:nvPr/>
          </p:nvSpPr>
          <p:spPr>
            <a:xfrm rot="5400000">
              <a:off x="4337600" y="-2360250"/>
              <a:ext cx="7358100" cy="32547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63" name="Google Shape;63;p9"/>
          <p:cNvSpPr/>
          <p:nvPr/>
        </p:nvSpPr>
        <p:spPr>
          <a:xfrm>
            <a:off x="950967" y="981633"/>
            <a:ext cx="273600" cy="2736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4285185056"/>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4"/>
        <p:cNvGrpSpPr/>
        <p:nvPr/>
      </p:nvGrpSpPr>
      <p:grpSpPr>
        <a:xfrm>
          <a:off x="0" y="0"/>
          <a:ext cx="0" cy="0"/>
          <a:chOff x="0" y="0"/>
          <a:chExt cx="0" cy="0"/>
        </a:xfrm>
      </p:grpSpPr>
      <p:sp>
        <p:nvSpPr>
          <p:cNvPr id="65" name="Google Shape;65;p10"/>
          <p:cNvSpPr>
            <a:spLocks noGrp="1"/>
          </p:cNvSpPr>
          <p:nvPr>
            <p:ph type="pic" idx="2"/>
          </p:nvPr>
        </p:nvSpPr>
        <p:spPr>
          <a:xfrm>
            <a:off x="0" y="-19833"/>
            <a:ext cx="12192000" cy="6878000"/>
          </a:xfrm>
          <a:prstGeom prst="rect">
            <a:avLst/>
          </a:prstGeom>
          <a:noFill/>
          <a:ln>
            <a:noFill/>
          </a:ln>
        </p:spPr>
        <p:txBody>
          <a:bodyPr/>
          <a:lstStyle/>
          <a:p>
            <a:endParaRPr lang="en-IN"/>
          </a:p>
        </p:txBody>
      </p:sp>
      <p:sp>
        <p:nvSpPr>
          <p:cNvPr id="66" name="Google Shape;66;p10"/>
          <p:cNvSpPr txBox="1">
            <a:spLocks noGrp="1"/>
          </p:cNvSpPr>
          <p:nvPr>
            <p:ph type="title"/>
          </p:nvPr>
        </p:nvSpPr>
        <p:spPr>
          <a:xfrm>
            <a:off x="950967" y="4831333"/>
            <a:ext cx="10290000" cy="1284800"/>
          </a:xfrm>
          <a:prstGeom prst="rect">
            <a:avLst/>
          </a:prstGeom>
          <a:solidFill>
            <a:schemeClr val="lt1"/>
          </a:solidFill>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705932679"/>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7"/>
        <p:cNvGrpSpPr/>
        <p:nvPr/>
      </p:nvGrpSpPr>
      <p:grpSpPr>
        <a:xfrm>
          <a:off x="0" y="0"/>
          <a:ext cx="0" cy="0"/>
          <a:chOff x="0" y="0"/>
          <a:chExt cx="0" cy="0"/>
        </a:xfrm>
      </p:grpSpPr>
      <p:sp>
        <p:nvSpPr>
          <p:cNvPr id="68" name="Google Shape;68;p11"/>
          <p:cNvSpPr txBox="1">
            <a:spLocks noGrp="1"/>
          </p:cNvSpPr>
          <p:nvPr>
            <p:ph type="title" hasCustomPrompt="1"/>
          </p:nvPr>
        </p:nvSpPr>
        <p:spPr>
          <a:xfrm>
            <a:off x="3086667" y="2761051"/>
            <a:ext cx="7254400" cy="14060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7600"/>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69" name="Google Shape;69;p11"/>
          <p:cNvSpPr txBox="1">
            <a:spLocks noGrp="1"/>
          </p:cNvSpPr>
          <p:nvPr>
            <p:ph type="subTitle" idx="1"/>
          </p:nvPr>
        </p:nvSpPr>
        <p:spPr>
          <a:xfrm>
            <a:off x="3086667" y="3999351"/>
            <a:ext cx="7254400" cy="66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867"/>
            </a:lvl1pPr>
            <a:lvl2pPr lvl="1" algn="ctr" rtl="0">
              <a:lnSpc>
                <a:spcPct val="100000"/>
              </a:lnSpc>
              <a:spcBef>
                <a:spcPts val="0"/>
              </a:spcBef>
              <a:spcAft>
                <a:spcPts val="0"/>
              </a:spcAft>
              <a:buSzPts val="1600"/>
              <a:buNone/>
              <a:defRPr sz="2133"/>
            </a:lvl2pPr>
            <a:lvl3pPr lvl="2" algn="ctr" rtl="0">
              <a:lnSpc>
                <a:spcPct val="100000"/>
              </a:lnSpc>
              <a:spcBef>
                <a:spcPts val="2133"/>
              </a:spcBef>
              <a:spcAft>
                <a:spcPts val="0"/>
              </a:spcAft>
              <a:buSzPts val="1600"/>
              <a:buNone/>
              <a:defRPr sz="2133"/>
            </a:lvl3pPr>
            <a:lvl4pPr lvl="3" algn="ctr" rtl="0">
              <a:lnSpc>
                <a:spcPct val="100000"/>
              </a:lnSpc>
              <a:spcBef>
                <a:spcPts val="2133"/>
              </a:spcBef>
              <a:spcAft>
                <a:spcPts val="0"/>
              </a:spcAft>
              <a:buSzPts val="1600"/>
              <a:buNone/>
              <a:defRPr sz="2133"/>
            </a:lvl4pPr>
            <a:lvl5pPr lvl="4" algn="ctr" rtl="0">
              <a:lnSpc>
                <a:spcPct val="100000"/>
              </a:lnSpc>
              <a:spcBef>
                <a:spcPts val="2133"/>
              </a:spcBef>
              <a:spcAft>
                <a:spcPts val="0"/>
              </a:spcAft>
              <a:buSzPts val="1600"/>
              <a:buNone/>
              <a:defRPr sz="2133"/>
            </a:lvl5pPr>
            <a:lvl6pPr lvl="5" algn="ctr" rtl="0">
              <a:lnSpc>
                <a:spcPct val="100000"/>
              </a:lnSpc>
              <a:spcBef>
                <a:spcPts val="2133"/>
              </a:spcBef>
              <a:spcAft>
                <a:spcPts val="0"/>
              </a:spcAft>
              <a:buSzPts val="1600"/>
              <a:buNone/>
              <a:defRPr sz="2133"/>
            </a:lvl6pPr>
            <a:lvl7pPr lvl="6" algn="ctr" rtl="0">
              <a:lnSpc>
                <a:spcPct val="100000"/>
              </a:lnSpc>
              <a:spcBef>
                <a:spcPts val="2133"/>
              </a:spcBef>
              <a:spcAft>
                <a:spcPts val="0"/>
              </a:spcAft>
              <a:buSzPts val="1600"/>
              <a:buNone/>
              <a:defRPr sz="2133"/>
            </a:lvl7pPr>
            <a:lvl8pPr lvl="7" algn="ctr" rtl="0">
              <a:lnSpc>
                <a:spcPct val="100000"/>
              </a:lnSpc>
              <a:spcBef>
                <a:spcPts val="2133"/>
              </a:spcBef>
              <a:spcAft>
                <a:spcPts val="0"/>
              </a:spcAft>
              <a:buSzPts val="1600"/>
              <a:buNone/>
              <a:defRPr sz="2133"/>
            </a:lvl8pPr>
            <a:lvl9pPr lvl="8" algn="ctr" rtl="0">
              <a:lnSpc>
                <a:spcPct val="100000"/>
              </a:lnSpc>
              <a:spcBef>
                <a:spcPts val="2133"/>
              </a:spcBef>
              <a:spcAft>
                <a:spcPts val="2133"/>
              </a:spcAft>
              <a:buSzPts val="1600"/>
              <a:buNone/>
              <a:defRPr sz="2133"/>
            </a:lvl9pPr>
          </a:lstStyle>
          <a:p>
            <a:r>
              <a:rPr lang="en-US"/>
              <a:t>Click to edit Master subtitle style</a:t>
            </a:r>
            <a:endParaRPr/>
          </a:p>
        </p:txBody>
      </p:sp>
      <p:sp>
        <p:nvSpPr>
          <p:cNvPr id="70" name="Google Shape;70;p11"/>
          <p:cNvSpPr/>
          <p:nvPr/>
        </p:nvSpPr>
        <p:spPr>
          <a:xfrm>
            <a:off x="-967" y="5494300"/>
            <a:ext cx="12192000" cy="14044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71" name="Google Shape;71;p11"/>
          <p:cNvGrpSpPr/>
          <p:nvPr/>
        </p:nvGrpSpPr>
        <p:grpSpPr>
          <a:xfrm>
            <a:off x="-1474933" y="-1706833"/>
            <a:ext cx="7048000" cy="9093000"/>
            <a:chOff x="-1106200" y="-1280125"/>
            <a:chExt cx="5286000" cy="6819750"/>
          </a:xfrm>
        </p:grpSpPr>
        <p:sp>
          <p:nvSpPr>
            <p:cNvPr id="72" name="Google Shape;72;p11"/>
            <p:cNvSpPr/>
            <p:nvPr/>
          </p:nvSpPr>
          <p:spPr>
            <a:xfrm>
              <a:off x="-1106200" y="-1280125"/>
              <a:ext cx="5286000" cy="23382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cxnSp>
          <p:nvCxnSpPr>
            <p:cNvPr id="73" name="Google Shape;73;p11"/>
            <p:cNvCxnSpPr/>
            <p:nvPr/>
          </p:nvCxnSpPr>
          <p:spPr>
            <a:xfrm>
              <a:off x="1270125" y="-82075"/>
              <a:ext cx="0" cy="56217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2655385325"/>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4"/>
        <p:cNvGrpSpPr/>
        <p:nvPr/>
      </p:nvGrpSpPr>
      <p:grpSpPr>
        <a:xfrm>
          <a:off x="0" y="0"/>
          <a:ext cx="0" cy="0"/>
          <a:chOff x="0" y="0"/>
          <a:chExt cx="0" cy="0"/>
        </a:xfrm>
      </p:grpSpPr>
    </p:spTree>
    <p:extLst>
      <p:ext uri="{BB962C8B-B14F-4D97-AF65-F5344CB8AC3E}">
        <p14:creationId xmlns:p14="http://schemas.microsoft.com/office/powerpoint/2010/main" val="245166449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75"/>
        <p:cNvGrpSpPr/>
        <p:nvPr/>
      </p:nvGrpSpPr>
      <p:grpSpPr>
        <a:xfrm>
          <a:off x="0" y="0"/>
          <a:ext cx="0" cy="0"/>
          <a:chOff x="0" y="0"/>
          <a:chExt cx="0" cy="0"/>
        </a:xfrm>
      </p:grpSpPr>
      <p:sp>
        <p:nvSpPr>
          <p:cNvPr id="76" name="Google Shape;76;p13"/>
          <p:cNvSpPr/>
          <p:nvPr/>
        </p:nvSpPr>
        <p:spPr>
          <a:xfrm rot="10800000" flipH="1">
            <a:off x="-967" y="5842132"/>
            <a:ext cx="12198400" cy="1020000"/>
          </a:xfrm>
          <a:prstGeom prst="rect">
            <a:avLst/>
          </a:prstGeom>
          <a:solidFill>
            <a:schemeClr val="dk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endParaRPr sz="2400" b="1">
              <a:solidFill>
                <a:schemeClr val="dk1"/>
              </a:solidFill>
              <a:latin typeface="Poppins"/>
              <a:ea typeface="Poppins"/>
              <a:cs typeface="Poppins"/>
              <a:sym typeface="Poppins"/>
            </a:endParaRPr>
          </a:p>
        </p:txBody>
      </p:sp>
      <p:sp>
        <p:nvSpPr>
          <p:cNvPr id="77" name="Google Shape;77;p13"/>
          <p:cNvSpPr txBox="1">
            <a:spLocks noGrp="1"/>
          </p:cNvSpPr>
          <p:nvPr>
            <p:ph type="title"/>
          </p:nvPr>
        </p:nvSpPr>
        <p:spPr>
          <a:xfrm>
            <a:off x="960000" y="593367"/>
            <a:ext cx="4267200" cy="17068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0"/>
              </a:spcBef>
              <a:spcAft>
                <a:spcPts val="0"/>
              </a:spcAft>
              <a:buSzPts val="3000"/>
              <a:buFont typeface="Poppins ExtraBold"/>
              <a:buNone/>
              <a:defRPr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b="0">
                <a:latin typeface="Poppins ExtraBold"/>
                <a:ea typeface="Poppins ExtraBold"/>
                <a:cs typeface="Poppins ExtraBold"/>
                <a:sym typeface="Poppins ExtraBold"/>
              </a:defRPr>
            </a:lvl9pPr>
          </a:lstStyle>
          <a:p>
            <a:r>
              <a:rPr lang="en-US"/>
              <a:t>Click to edit Master title style</a:t>
            </a:r>
            <a:endParaRPr/>
          </a:p>
        </p:txBody>
      </p:sp>
      <p:sp>
        <p:nvSpPr>
          <p:cNvPr id="78" name="Google Shape;78;p13"/>
          <p:cNvSpPr txBox="1">
            <a:spLocks noGrp="1"/>
          </p:cNvSpPr>
          <p:nvPr>
            <p:ph type="title" idx="2" hasCustomPrompt="1"/>
          </p:nvPr>
        </p:nvSpPr>
        <p:spPr>
          <a:xfrm>
            <a:off x="1130467" y="2513011"/>
            <a:ext cx="979600" cy="596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800"/>
            </a:lvl1pPr>
            <a:lvl2pPr lvl="1" rtl="0">
              <a:spcBef>
                <a:spcPts val="0"/>
              </a:spcBef>
              <a:spcAft>
                <a:spcPts val="0"/>
              </a:spcAft>
              <a:buSzPts val="3000"/>
              <a:buFont typeface="Poppins ExtraBold"/>
              <a:buNone/>
              <a:defRPr sz="4000"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sz="4000"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sz="4000"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sz="4000"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sz="4000"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sz="4000"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sz="4000"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sz="4000" b="0">
                <a:latin typeface="Poppins ExtraBold"/>
                <a:ea typeface="Poppins ExtraBold"/>
                <a:cs typeface="Poppins ExtraBold"/>
                <a:sym typeface="Poppins ExtraBold"/>
              </a:defRPr>
            </a:lvl9pPr>
          </a:lstStyle>
          <a:p>
            <a:r>
              <a:t>xx%</a:t>
            </a:r>
          </a:p>
        </p:txBody>
      </p:sp>
      <p:sp>
        <p:nvSpPr>
          <p:cNvPr id="79" name="Google Shape;79;p13"/>
          <p:cNvSpPr txBox="1">
            <a:spLocks noGrp="1"/>
          </p:cNvSpPr>
          <p:nvPr>
            <p:ph type="title" idx="3" hasCustomPrompt="1"/>
          </p:nvPr>
        </p:nvSpPr>
        <p:spPr>
          <a:xfrm>
            <a:off x="1130467" y="4292121"/>
            <a:ext cx="979600" cy="596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800"/>
            </a:lvl1pPr>
            <a:lvl2pPr lvl="1" rtl="0">
              <a:spcBef>
                <a:spcPts val="0"/>
              </a:spcBef>
              <a:spcAft>
                <a:spcPts val="0"/>
              </a:spcAft>
              <a:buSzPts val="3000"/>
              <a:buFont typeface="Poppins ExtraBold"/>
              <a:buNone/>
              <a:defRPr sz="4000"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sz="4000"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sz="4000"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sz="4000"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sz="4000"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sz="4000"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sz="4000"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sz="4000" b="0">
                <a:latin typeface="Poppins ExtraBold"/>
                <a:ea typeface="Poppins ExtraBold"/>
                <a:cs typeface="Poppins ExtraBold"/>
                <a:sym typeface="Poppins ExtraBold"/>
              </a:defRPr>
            </a:lvl9pPr>
          </a:lstStyle>
          <a:p>
            <a:r>
              <a:t>xx%</a:t>
            </a:r>
          </a:p>
        </p:txBody>
      </p:sp>
      <p:sp>
        <p:nvSpPr>
          <p:cNvPr id="80" name="Google Shape;80;p13"/>
          <p:cNvSpPr txBox="1">
            <a:spLocks noGrp="1"/>
          </p:cNvSpPr>
          <p:nvPr>
            <p:ph type="title" idx="4" hasCustomPrompt="1"/>
          </p:nvPr>
        </p:nvSpPr>
        <p:spPr>
          <a:xfrm>
            <a:off x="4614917" y="2513011"/>
            <a:ext cx="979600" cy="596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800"/>
            </a:lvl1pPr>
            <a:lvl2pPr lvl="1" rtl="0">
              <a:spcBef>
                <a:spcPts val="0"/>
              </a:spcBef>
              <a:spcAft>
                <a:spcPts val="0"/>
              </a:spcAft>
              <a:buSzPts val="3000"/>
              <a:buFont typeface="Poppins ExtraBold"/>
              <a:buNone/>
              <a:defRPr sz="4000"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sz="4000"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sz="4000"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sz="4000"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sz="4000"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sz="4000"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sz="4000"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sz="4000" b="0">
                <a:latin typeface="Poppins ExtraBold"/>
                <a:ea typeface="Poppins ExtraBold"/>
                <a:cs typeface="Poppins ExtraBold"/>
                <a:sym typeface="Poppins ExtraBold"/>
              </a:defRPr>
            </a:lvl9pPr>
          </a:lstStyle>
          <a:p>
            <a:r>
              <a:t>xx%</a:t>
            </a:r>
          </a:p>
        </p:txBody>
      </p:sp>
      <p:sp>
        <p:nvSpPr>
          <p:cNvPr id="81" name="Google Shape;81;p13"/>
          <p:cNvSpPr txBox="1">
            <a:spLocks noGrp="1"/>
          </p:cNvSpPr>
          <p:nvPr>
            <p:ph type="title" idx="5" hasCustomPrompt="1"/>
          </p:nvPr>
        </p:nvSpPr>
        <p:spPr>
          <a:xfrm>
            <a:off x="4614917" y="4292121"/>
            <a:ext cx="979600" cy="596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800"/>
            </a:lvl1pPr>
            <a:lvl2pPr lvl="1" rtl="0">
              <a:spcBef>
                <a:spcPts val="0"/>
              </a:spcBef>
              <a:spcAft>
                <a:spcPts val="0"/>
              </a:spcAft>
              <a:buSzPts val="3000"/>
              <a:buFont typeface="Poppins ExtraBold"/>
              <a:buNone/>
              <a:defRPr sz="4000"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sz="4000"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sz="4000"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sz="4000"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sz="4000"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sz="4000"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sz="4000"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sz="4000" b="0">
                <a:latin typeface="Poppins ExtraBold"/>
                <a:ea typeface="Poppins ExtraBold"/>
                <a:cs typeface="Poppins ExtraBold"/>
                <a:sym typeface="Poppins ExtraBold"/>
              </a:defRPr>
            </a:lvl9pPr>
          </a:lstStyle>
          <a:p>
            <a:r>
              <a:t>xx%</a:t>
            </a:r>
          </a:p>
        </p:txBody>
      </p:sp>
      <p:sp>
        <p:nvSpPr>
          <p:cNvPr id="82" name="Google Shape;82;p13"/>
          <p:cNvSpPr txBox="1">
            <a:spLocks noGrp="1"/>
          </p:cNvSpPr>
          <p:nvPr>
            <p:ph type="title" idx="6" hasCustomPrompt="1"/>
          </p:nvPr>
        </p:nvSpPr>
        <p:spPr>
          <a:xfrm>
            <a:off x="8099367" y="2513011"/>
            <a:ext cx="979600" cy="596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800"/>
            </a:lvl1pPr>
            <a:lvl2pPr lvl="1" rtl="0">
              <a:spcBef>
                <a:spcPts val="0"/>
              </a:spcBef>
              <a:spcAft>
                <a:spcPts val="0"/>
              </a:spcAft>
              <a:buSzPts val="3000"/>
              <a:buFont typeface="Poppins ExtraBold"/>
              <a:buNone/>
              <a:defRPr sz="4000"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sz="4000"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sz="4000"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sz="4000"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sz="4000"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sz="4000"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sz="4000"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sz="4000" b="0">
                <a:latin typeface="Poppins ExtraBold"/>
                <a:ea typeface="Poppins ExtraBold"/>
                <a:cs typeface="Poppins ExtraBold"/>
                <a:sym typeface="Poppins ExtraBold"/>
              </a:defRPr>
            </a:lvl9pPr>
          </a:lstStyle>
          <a:p>
            <a:r>
              <a:t>xx%</a:t>
            </a:r>
          </a:p>
        </p:txBody>
      </p:sp>
      <p:sp>
        <p:nvSpPr>
          <p:cNvPr id="83" name="Google Shape;83;p13"/>
          <p:cNvSpPr txBox="1">
            <a:spLocks noGrp="1"/>
          </p:cNvSpPr>
          <p:nvPr>
            <p:ph type="title" idx="7" hasCustomPrompt="1"/>
          </p:nvPr>
        </p:nvSpPr>
        <p:spPr>
          <a:xfrm>
            <a:off x="8099367" y="4292121"/>
            <a:ext cx="979600" cy="596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800"/>
            </a:lvl1pPr>
            <a:lvl2pPr lvl="1" rtl="0">
              <a:spcBef>
                <a:spcPts val="0"/>
              </a:spcBef>
              <a:spcAft>
                <a:spcPts val="0"/>
              </a:spcAft>
              <a:buSzPts val="3000"/>
              <a:buFont typeface="Poppins ExtraBold"/>
              <a:buNone/>
              <a:defRPr sz="4000"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sz="4000"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sz="4000"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sz="4000"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sz="4000"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sz="4000"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sz="4000"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sz="4000" b="0">
                <a:latin typeface="Poppins ExtraBold"/>
                <a:ea typeface="Poppins ExtraBold"/>
                <a:cs typeface="Poppins ExtraBold"/>
                <a:sym typeface="Poppins ExtraBold"/>
              </a:defRPr>
            </a:lvl9pPr>
          </a:lstStyle>
          <a:p>
            <a:r>
              <a:t>xx%</a:t>
            </a:r>
          </a:p>
        </p:txBody>
      </p:sp>
      <p:sp>
        <p:nvSpPr>
          <p:cNvPr id="84" name="Google Shape;84;p13"/>
          <p:cNvSpPr txBox="1">
            <a:spLocks noGrp="1"/>
          </p:cNvSpPr>
          <p:nvPr>
            <p:ph type="subTitle" idx="1"/>
          </p:nvPr>
        </p:nvSpPr>
        <p:spPr>
          <a:xfrm>
            <a:off x="1130467" y="2943000"/>
            <a:ext cx="3074000" cy="68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85" name="Google Shape;85;p13"/>
          <p:cNvSpPr txBox="1">
            <a:spLocks noGrp="1"/>
          </p:cNvSpPr>
          <p:nvPr>
            <p:ph type="subTitle" idx="8"/>
          </p:nvPr>
        </p:nvSpPr>
        <p:spPr>
          <a:xfrm>
            <a:off x="4614917" y="2943000"/>
            <a:ext cx="3074000" cy="68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86" name="Google Shape;86;p13"/>
          <p:cNvSpPr txBox="1">
            <a:spLocks noGrp="1"/>
          </p:cNvSpPr>
          <p:nvPr>
            <p:ph type="subTitle" idx="9"/>
          </p:nvPr>
        </p:nvSpPr>
        <p:spPr>
          <a:xfrm>
            <a:off x="8099367" y="2943000"/>
            <a:ext cx="3074000" cy="68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87" name="Google Shape;87;p13"/>
          <p:cNvSpPr txBox="1">
            <a:spLocks noGrp="1"/>
          </p:cNvSpPr>
          <p:nvPr>
            <p:ph type="subTitle" idx="13"/>
          </p:nvPr>
        </p:nvSpPr>
        <p:spPr>
          <a:xfrm>
            <a:off x="1130467" y="4722200"/>
            <a:ext cx="3074000" cy="6856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88" name="Google Shape;88;p13"/>
          <p:cNvSpPr txBox="1">
            <a:spLocks noGrp="1"/>
          </p:cNvSpPr>
          <p:nvPr>
            <p:ph type="subTitle" idx="14"/>
          </p:nvPr>
        </p:nvSpPr>
        <p:spPr>
          <a:xfrm>
            <a:off x="4614917" y="4722200"/>
            <a:ext cx="3074000" cy="6856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89" name="Google Shape;89;p13"/>
          <p:cNvSpPr txBox="1">
            <a:spLocks noGrp="1"/>
          </p:cNvSpPr>
          <p:nvPr>
            <p:ph type="subTitle" idx="15"/>
          </p:nvPr>
        </p:nvSpPr>
        <p:spPr>
          <a:xfrm>
            <a:off x="8099367" y="4722200"/>
            <a:ext cx="3074000" cy="6856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90" name="Google Shape;90;p13"/>
          <p:cNvSpPr/>
          <p:nvPr/>
        </p:nvSpPr>
        <p:spPr>
          <a:xfrm rot="5400000">
            <a:off x="9276633" y="-1124233"/>
            <a:ext cx="5507600" cy="157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348291100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3052767" y="716367"/>
            <a:ext cx="3521600" cy="6436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160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93" name="Google Shape;93;p14"/>
          <p:cNvSpPr/>
          <p:nvPr/>
        </p:nvSpPr>
        <p:spPr>
          <a:xfrm rot="10800000" flipH="1">
            <a:off x="952300" y="-5100"/>
            <a:ext cx="11239600" cy="548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94" name="Google Shape;94;p14"/>
          <p:cNvSpPr/>
          <p:nvPr/>
        </p:nvSpPr>
        <p:spPr>
          <a:xfrm rot="5400000">
            <a:off x="9479833" y="639567"/>
            <a:ext cx="5507600" cy="157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188454123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95"/>
        <p:cNvGrpSpPr/>
        <p:nvPr/>
      </p:nvGrpSpPr>
      <p:grpSpPr>
        <a:xfrm>
          <a:off x="0" y="0"/>
          <a:ext cx="0" cy="0"/>
          <a:chOff x="0" y="0"/>
          <a:chExt cx="0" cy="0"/>
        </a:xfrm>
      </p:grpSpPr>
      <p:sp>
        <p:nvSpPr>
          <p:cNvPr id="96" name="Google Shape;96;p15"/>
          <p:cNvSpPr/>
          <p:nvPr/>
        </p:nvSpPr>
        <p:spPr>
          <a:xfrm>
            <a:off x="0" y="0"/>
            <a:ext cx="5582000" cy="43424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97" name="Google Shape;97;p15"/>
          <p:cNvSpPr txBox="1">
            <a:spLocks noGrp="1"/>
          </p:cNvSpPr>
          <p:nvPr>
            <p:ph type="title"/>
          </p:nvPr>
        </p:nvSpPr>
        <p:spPr>
          <a:xfrm>
            <a:off x="8053133" y="3137267"/>
            <a:ext cx="3188000" cy="1284800"/>
          </a:xfrm>
          <a:prstGeom prst="rect">
            <a:avLst/>
          </a:prstGeom>
        </p:spPr>
        <p:txBody>
          <a:bodyPr spcFirstLastPara="1" wrap="square" lIns="91425" tIns="91425" rIns="91425" bIns="91425" anchor="b" anchorCtr="0">
            <a:noAutofit/>
          </a:bodyPr>
          <a:lstStyle>
            <a:lvl1pPr lvl="0" rtl="0">
              <a:spcBef>
                <a:spcPts val="0"/>
              </a:spcBef>
              <a:spcAft>
                <a:spcPts val="0"/>
              </a:spcAft>
              <a:buSzPts val="27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98" name="Google Shape;98;p15"/>
          <p:cNvSpPr txBox="1">
            <a:spLocks noGrp="1"/>
          </p:cNvSpPr>
          <p:nvPr>
            <p:ph type="subTitle" idx="1"/>
          </p:nvPr>
        </p:nvSpPr>
        <p:spPr>
          <a:xfrm>
            <a:off x="8053133" y="4376869"/>
            <a:ext cx="3188000" cy="176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99" name="Google Shape;99;p15"/>
          <p:cNvSpPr>
            <a:spLocks noGrp="1"/>
          </p:cNvSpPr>
          <p:nvPr>
            <p:ph type="pic" idx="2"/>
          </p:nvPr>
        </p:nvSpPr>
        <p:spPr>
          <a:xfrm>
            <a:off x="4854167" y="608000"/>
            <a:ext cx="4756800" cy="2123600"/>
          </a:xfrm>
          <a:prstGeom prst="rect">
            <a:avLst/>
          </a:prstGeom>
          <a:noFill/>
          <a:ln>
            <a:noFill/>
          </a:ln>
        </p:spPr>
        <p:txBody>
          <a:bodyPr/>
          <a:lstStyle/>
          <a:p>
            <a:endParaRPr lang="en-IN"/>
          </a:p>
        </p:txBody>
      </p:sp>
      <p:sp>
        <p:nvSpPr>
          <p:cNvPr id="100" name="Google Shape;100;p15"/>
          <p:cNvSpPr>
            <a:spLocks noGrp="1"/>
          </p:cNvSpPr>
          <p:nvPr>
            <p:ph type="pic" idx="3"/>
          </p:nvPr>
        </p:nvSpPr>
        <p:spPr>
          <a:xfrm>
            <a:off x="608533" y="608000"/>
            <a:ext cx="4250000" cy="6250000"/>
          </a:xfrm>
          <a:prstGeom prst="rect">
            <a:avLst/>
          </a:prstGeom>
          <a:noFill/>
          <a:ln>
            <a:noFill/>
          </a:ln>
        </p:spPr>
        <p:txBody>
          <a:bodyPr/>
          <a:lstStyle/>
          <a:p>
            <a:endParaRPr lang="en-IN"/>
          </a:p>
        </p:txBody>
      </p:sp>
      <p:sp>
        <p:nvSpPr>
          <p:cNvPr id="101" name="Google Shape;101;p15"/>
          <p:cNvSpPr>
            <a:spLocks noGrp="1"/>
          </p:cNvSpPr>
          <p:nvPr>
            <p:ph type="pic" idx="4"/>
          </p:nvPr>
        </p:nvSpPr>
        <p:spPr>
          <a:xfrm>
            <a:off x="4858400" y="2731433"/>
            <a:ext cx="2806000" cy="4126800"/>
          </a:xfrm>
          <a:prstGeom prst="rect">
            <a:avLst/>
          </a:prstGeom>
          <a:noFill/>
          <a:ln>
            <a:noFill/>
          </a:ln>
        </p:spPr>
        <p:txBody>
          <a:bodyPr/>
          <a:lstStyle/>
          <a:p>
            <a:endParaRPr lang="en-IN"/>
          </a:p>
        </p:txBody>
      </p:sp>
    </p:spTree>
    <p:extLst>
      <p:ext uri="{BB962C8B-B14F-4D97-AF65-F5344CB8AC3E}">
        <p14:creationId xmlns:p14="http://schemas.microsoft.com/office/powerpoint/2010/main" val="2919651750"/>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02"/>
        <p:cNvGrpSpPr/>
        <p:nvPr/>
      </p:nvGrpSpPr>
      <p:grpSpPr>
        <a:xfrm>
          <a:off x="0" y="0"/>
          <a:ext cx="0" cy="0"/>
          <a:chOff x="0" y="0"/>
          <a:chExt cx="0" cy="0"/>
        </a:xfrm>
      </p:grpSpPr>
      <p:sp>
        <p:nvSpPr>
          <p:cNvPr id="103" name="Google Shape;103;p16"/>
          <p:cNvSpPr/>
          <p:nvPr/>
        </p:nvSpPr>
        <p:spPr>
          <a:xfrm>
            <a:off x="7174800" y="0"/>
            <a:ext cx="5017600" cy="640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04" name="Google Shape;104;p16"/>
          <p:cNvSpPr txBox="1">
            <a:spLocks noGrp="1"/>
          </p:cNvSpPr>
          <p:nvPr>
            <p:ph type="title"/>
          </p:nvPr>
        </p:nvSpPr>
        <p:spPr>
          <a:xfrm>
            <a:off x="963167" y="597401"/>
            <a:ext cx="2994800" cy="12456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05" name="Google Shape;105;p16"/>
          <p:cNvSpPr txBox="1">
            <a:spLocks noGrp="1"/>
          </p:cNvSpPr>
          <p:nvPr>
            <p:ph type="subTitle" idx="1"/>
          </p:nvPr>
        </p:nvSpPr>
        <p:spPr>
          <a:xfrm>
            <a:off x="963167" y="1896033"/>
            <a:ext cx="2994800" cy="136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06" name="Google Shape;106;p16"/>
          <p:cNvSpPr>
            <a:spLocks noGrp="1"/>
          </p:cNvSpPr>
          <p:nvPr>
            <p:ph type="pic" idx="2"/>
          </p:nvPr>
        </p:nvSpPr>
        <p:spPr>
          <a:xfrm>
            <a:off x="7846267" y="640800"/>
            <a:ext cx="4346000" cy="6217200"/>
          </a:xfrm>
          <a:prstGeom prst="rect">
            <a:avLst/>
          </a:prstGeom>
          <a:noFill/>
          <a:ln>
            <a:noFill/>
          </a:ln>
        </p:spPr>
        <p:txBody>
          <a:bodyPr/>
          <a:lstStyle/>
          <a:p>
            <a:endParaRPr lang="en-IN"/>
          </a:p>
        </p:txBody>
      </p:sp>
      <p:sp>
        <p:nvSpPr>
          <p:cNvPr id="107" name="Google Shape;107;p16"/>
          <p:cNvSpPr>
            <a:spLocks noGrp="1"/>
          </p:cNvSpPr>
          <p:nvPr>
            <p:ph type="pic" idx="3"/>
          </p:nvPr>
        </p:nvSpPr>
        <p:spPr>
          <a:xfrm>
            <a:off x="4920667" y="640835"/>
            <a:ext cx="2925600" cy="6217200"/>
          </a:xfrm>
          <a:prstGeom prst="rect">
            <a:avLst/>
          </a:prstGeom>
          <a:noFill/>
          <a:ln>
            <a:noFill/>
          </a:ln>
        </p:spPr>
        <p:txBody>
          <a:bodyPr/>
          <a:lstStyle/>
          <a:p>
            <a:endParaRPr lang="en-IN"/>
          </a:p>
        </p:txBody>
      </p:sp>
      <p:sp>
        <p:nvSpPr>
          <p:cNvPr id="108" name="Google Shape;108;p16"/>
          <p:cNvSpPr>
            <a:spLocks noGrp="1"/>
          </p:cNvSpPr>
          <p:nvPr>
            <p:ph type="pic" idx="4"/>
          </p:nvPr>
        </p:nvSpPr>
        <p:spPr>
          <a:xfrm>
            <a:off x="474800" y="4092433"/>
            <a:ext cx="4446000" cy="2765600"/>
          </a:xfrm>
          <a:prstGeom prst="rect">
            <a:avLst/>
          </a:prstGeom>
          <a:noFill/>
          <a:ln>
            <a:noFill/>
          </a:ln>
        </p:spPr>
        <p:txBody>
          <a:bodyPr/>
          <a:lstStyle/>
          <a:p>
            <a:endParaRPr lang="en-IN"/>
          </a:p>
        </p:txBody>
      </p:sp>
    </p:spTree>
    <p:extLst>
      <p:ext uri="{BB962C8B-B14F-4D97-AF65-F5344CB8AC3E}">
        <p14:creationId xmlns:p14="http://schemas.microsoft.com/office/powerpoint/2010/main" val="427482230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09"/>
        <p:cNvGrpSpPr/>
        <p:nvPr/>
      </p:nvGrpSpPr>
      <p:grpSpPr>
        <a:xfrm>
          <a:off x="0" y="0"/>
          <a:ext cx="0" cy="0"/>
          <a:chOff x="0" y="0"/>
          <a:chExt cx="0" cy="0"/>
        </a:xfrm>
      </p:grpSpPr>
      <p:sp>
        <p:nvSpPr>
          <p:cNvPr id="110" name="Google Shape;110;p17"/>
          <p:cNvSpPr/>
          <p:nvPr/>
        </p:nvSpPr>
        <p:spPr>
          <a:xfrm rot="10800000" flipH="1">
            <a:off x="8417007" y="-13867"/>
            <a:ext cx="3781600" cy="68912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11" name="Google Shape;111;p17"/>
          <p:cNvSpPr txBox="1">
            <a:spLocks noGrp="1"/>
          </p:cNvSpPr>
          <p:nvPr>
            <p:ph type="title"/>
          </p:nvPr>
        </p:nvSpPr>
        <p:spPr>
          <a:xfrm>
            <a:off x="963168" y="593367"/>
            <a:ext cx="3064000" cy="12920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12" name="Google Shape;112;p17"/>
          <p:cNvSpPr txBox="1">
            <a:spLocks noGrp="1"/>
          </p:cNvSpPr>
          <p:nvPr>
            <p:ph type="subTitle" idx="1"/>
          </p:nvPr>
        </p:nvSpPr>
        <p:spPr>
          <a:xfrm>
            <a:off x="1425533" y="2008833"/>
            <a:ext cx="6137600" cy="395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grpSp>
        <p:nvGrpSpPr>
          <p:cNvPr id="113" name="Google Shape;113;p17"/>
          <p:cNvGrpSpPr/>
          <p:nvPr/>
        </p:nvGrpSpPr>
        <p:grpSpPr>
          <a:xfrm>
            <a:off x="-1290333" y="2123600"/>
            <a:ext cx="5542400" cy="5797000"/>
            <a:chOff x="-967750" y="1592700"/>
            <a:chExt cx="4156800" cy="4347750"/>
          </a:xfrm>
        </p:grpSpPr>
        <p:sp>
          <p:nvSpPr>
            <p:cNvPr id="114" name="Google Shape;114;p17"/>
            <p:cNvSpPr/>
            <p:nvPr/>
          </p:nvSpPr>
          <p:spPr>
            <a:xfrm rot="10800000">
              <a:off x="-967750" y="4756350"/>
              <a:ext cx="4156800" cy="11841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cxnSp>
          <p:nvCxnSpPr>
            <p:cNvPr id="115" name="Google Shape;115;p17"/>
            <p:cNvCxnSpPr/>
            <p:nvPr/>
          </p:nvCxnSpPr>
          <p:spPr>
            <a:xfrm>
              <a:off x="821225" y="1592700"/>
              <a:ext cx="0" cy="35511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2030867085"/>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116"/>
        <p:cNvGrpSpPr/>
        <p:nvPr/>
      </p:nvGrpSpPr>
      <p:grpSpPr>
        <a:xfrm>
          <a:off x="0" y="0"/>
          <a:ext cx="0" cy="0"/>
          <a:chOff x="0" y="0"/>
          <a:chExt cx="0" cy="0"/>
        </a:xfrm>
      </p:grpSpPr>
      <p:sp>
        <p:nvSpPr>
          <p:cNvPr id="117" name="Google Shape;117;p18"/>
          <p:cNvSpPr txBox="1">
            <a:spLocks noGrp="1"/>
          </p:cNvSpPr>
          <p:nvPr>
            <p:ph type="title"/>
          </p:nvPr>
        </p:nvSpPr>
        <p:spPr>
          <a:xfrm>
            <a:off x="951000" y="593367"/>
            <a:ext cx="3699600" cy="12192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18" name="Google Shape;118;p18"/>
          <p:cNvSpPr txBox="1">
            <a:spLocks noGrp="1"/>
          </p:cNvSpPr>
          <p:nvPr>
            <p:ph type="subTitle" idx="1"/>
          </p:nvPr>
        </p:nvSpPr>
        <p:spPr>
          <a:xfrm>
            <a:off x="951000" y="1899633"/>
            <a:ext cx="3170000" cy="446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a:lvl1pPr>
            <a:lvl2pPr lvl="1" algn="ctr" rtl="0">
              <a:lnSpc>
                <a:spcPct val="100000"/>
              </a:lnSpc>
              <a:spcBef>
                <a:spcPts val="0"/>
              </a:spcBef>
              <a:spcAft>
                <a:spcPts val="0"/>
              </a:spcAft>
              <a:buSzPts val="1200"/>
              <a:buChar char="○"/>
              <a:defRPr/>
            </a:lvl2pPr>
            <a:lvl3pPr lvl="2" algn="ctr" rtl="0">
              <a:lnSpc>
                <a:spcPct val="100000"/>
              </a:lnSpc>
              <a:spcBef>
                <a:spcPts val="2133"/>
              </a:spcBef>
              <a:spcAft>
                <a:spcPts val="0"/>
              </a:spcAft>
              <a:buSzPts val="1200"/>
              <a:buChar char="■"/>
              <a:defRPr/>
            </a:lvl3pPr>
            <a:lvl4pPr lvl="3" algn="ctr" rtl="0">
              <a:lnSpc>
                <a:spcPct val="100000"/>
              </a:lnSpc>
              <a:spcBef>
                <a:spcPts val="2133"/>
              </a:spcBef>
              <a:spcAft>
                <a:spcPts val="0"/>
              </a:spcAft>
              <a:buSzPts val="1200"/>
              <a:buChar char="●"/>
              <a:defRPr/>
            </a:lvl4pPr>
            <a:lvl5pPr lvl="4" algn="ctr" rtl="0">
              <a:lnSpc>
                <a:spcPct val="100000"/>
              </a:lnSpc>
              <a:spcBef>
                <a:spcPts val="2133"/>
              </a:spcBef>
              <a:spcAft>
                <a:spcPts val="0"/>
              </a:spcAft>
              <a:buSzPts val="1200"/>
              <a:buChar char="○"/>
              <a:defRPr/>
            </a:lvl5pPr>
            <a:lvl6pPr lvl="5" algn="ctr" rtl="0">
              <a:lnSpc>
                <a:spcPct val="100000"/>
              </a:lnSpc>
              <a:spcBef>
                <a:spcPts val="2133"/>
              </a:spcBef>
              <a:spcAft>
                <a:spcPts val="0"/>
              </a:spcAft>
              <a:buSzPts val="1200"/>
              <a:buChar char="■"/>
              <a:defRPr/>
            </a:lvl6pPr>
            <a:lvl7pPr lvl="6" algn="ctr" rtl="0">
              <a:lnSpc>
                <a:spcPct val="100000"/>
              </a:lnSpc>
              <a:spcBef>
                <a:spcPts val="2133"/>
              </a:spcBef>
              <a:spcAft>
                <a:spcPts val="0"/>
              </a:spcAft>
              <a:buSzPts val="1200"/>
              <a:buChar char="●"/>
              <a:defRPr/>
            </a:lvl7pPr>
            <a:lvl8pPr lvl="7" algn="ctr" rtl="0">
              <a:lnSpc>
                <a:spcPct val="100000"/>
              </a:lnSpc>
              <a:spcBef>
                <a:spcPts val="2133"/>
              </a:spcBef>
              <a:spcAft>
                <a:spcPts val="0"/>
              </a:spcAft>
              <a:buSzPts val="1200"/>
              <a:buChar char="○"/>
              <a:defRPr/>
            </a:lvl8pPr>
            <a:lvl9pPr lvl="8" algn="ctr" rtl="0">
              <a:lnSpc>
                <a:spcPct val="100000"/>
              </a:lnSpc>
              <a:spcBef>
                <a:spcPts val="2133"/>
              </a:spcBef>
              <a:spcAft>
                <a:spcPts val="2133"/>
              </a:spcAft>
              <a:buSzPts val="1200"/>
              <a:buChar char="■"/>
              <a:defRPr/>
            </a:lvl9pPr>
          </a:lstStyle>
          <a:p>
            <a:r>
              <a:rPr lang="en-US"/>
              <a:t>Click to edit Master subtitle style</a:t>
            </a:r>
            <a:endParaRPr/>
          </a:p>
        </p:txBody>
      </p:sp>
      <p:sp>
        <p:nvSpPr>
          <p:cNvPr id="119" name="Google Shape;119;p18"/>
          <p:cNvSpPr/>
          <p:nvPr/>
        </p:nvSpPr>
        <p:spPr>
          <a:xfrm rot="10800000" flipH="1">
            <a:off x="11547133" y="-13733"/>
            <a:ext cx="685600" cy="68692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cxnSp>
        <p:nvCxnSpPr>
          <p:cNvPr id="120" name="Google Shape;120;p18"/>
          <p:cNvCxnSpPr/>
          <p:nvPr/>
        </p:nvCxnSpPr>
        <p:spPr>
          <a:xfrm rot="10800000">
            <a:off x="200" y="290433"/>
            <a:ext cx="12259600" cy="0"/>
          </a:xfrm>
          <a:prstGeom prst="straightConnector1">
            <a:avLst/>
          </a:prstGeom>
          <a:noFill/>
          <a:ln w="9525" cap="flat" cmpd="sng">
            <a:solidFill>
              <a:schemeClr val="dk1"/>
            </a:solidFill>
            <a:prstDash val="solid"/>
            <a:round/>
            <a:headEnd type="none" w="med" len="med"/>
            <a:tailEnd type="none" w="med" len="med"/>
          </a:ln>
        </p:spPr>
      </p:cxnSp>
      <p:sp>
        <p:nvSpPr>
          <p:cNvPr id="121" name="Google Shape;121;p18"/>
          <p:cNvSpPr/>
          <p:nvPr/>
        </p:nvSpPr>
        <p:spPr>
          <a:xfrm>
            <a:off x="6596133" y="-2524233"/>
            <a:ext cx="7048000" cy="31176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3962834154"/>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Title and text 4">
  <p:cSld name="Title and text 4">
    <p:spTree>
      <p:nvGrpSpPr>
        <p:cNvPr id="1" name="Shape 122"/>
        <p:cNvGrpSpPr/>
        <p:nvPr/>
      </p:nvGrpSpPr>
      <p:grpSpPr>
        <a:xfrm>
          <a:off x="0" y="0"/>
          <a:ext cx="0" cy="0"/>
          <a:chOff x="0" y="0"/>
          <a:chExt cx="0" cy="0"/>
        </a:xfrm>
      </p:grpSpPr>
      <p:sp>
        <p:nvSpPr>
          <p:cNvPr id="123" name="Google Shape;123;p19"/>
          <p:cNvSpPr txBox="1">
            <a:spLocks noGrp="1"/>
          </p:cNvSpPr>
          <p:nvPr>
            <p:ph type="title"/>
          </p:nvPr>
        </p:nvSpPr>
        <p:spPr>
          <a:xfrm>
            <a:off x="951000" y="593367"/>
            <a:ext cx="4267200" cy="8572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24" name="Google Shape;124;p19"/>
          <p:cNvSpPr txBox="1">
            <a:spLocks noGrp="1"/>
          </p:cNvSpPr>
          <p:nvPr>
            <p:ph type="subTitle" idx="1"/>
          </p:nvPr>
        </p:nvSpPr>
        <p:spPr>
          <a:xfrm>
            <a:off x="1851233" y="1450667"/>
            <a:ext cx="7918400" cy="4494800"/>
          </a:xfrm>
          <a:prstGeom prst="rect">
            <a:avLst/>
          </a:prstGeom>
        </p:spPr>
        <p:txBody>
          <a:bodyPr spcFirstLastPara="1" wrap="square" lIns="91425" tIns="91425" rIns="91425" bIns="91425" anchor="t" anchorCtr="0">
            <a:noAutofit/>
          </a:bodyPr>
          <a:lstStyle>
            <a:lvl1pPr lvl="0" rtl="0">
              <a:lnSpc>
                <a:spcPct val="100000"/>
              </a:lnSpc>
              <a:spcBef>
                <a:spcPts val="400"/>
              </a:spcBef>
              <a:spcAft>
                <a:spcPts val="0"/>
              </a:spcAft>
              <a:buSzPts val="1200"/>
              <a:buChar char="●"/>
              <a:defRPr/>
            </a:lvl1pPr>
            <a:lvl2pPr lvl="1" algn="ctr" rtl="0">
              <a:lnSpc>
                <a:spcPct val="100000"/>
              </a:lnSpc>
              <a:spcBef>
                <a:spcPts val="0"/>
              </a:spcBef>
              <a:spcAft>
                <a:spcPts val="0"/>
              </a:spcAft>
              <a:buSzPts val="1200"/>
              <a:buChar char="○"/>
              <a:defRPr/>
            </a:lvl2pPr>
            <a:lvl3pPr lvl="2" algn="ctr" rtl="0">
              <a:lnSpc>
                <a:spcPct val="100000"/>
              </a:lnSpc>
              <a:spcBef>
                <a:spcPts val="2133"/>
              </a:spcBef>
              <a:spcAft>
                <a:spcPts val="0"/>
              </a:spcAft>
              <a:buSzPts val="1200"/>
              <a:buChar char="■"/>
              <a:defRPr/>
            </a:lvl3pPr>
            <a:lvl4pPr lvl="3" algn="ctr" rtl="0">
              <a:lnSpc>
                <a:spcPct val="100000"/>
              </a:lnSpc>
              <a:spcBef>
                <a:spcPts val="2133"/>
              </a:spcBef>
              <a:spcAft>
                <a:spcPts val="0"/>
              </a:spcAft>
              <a:buSzPts val="1200"/>
              <a:buChar char="●"/>
              <a:defRPr/>
            </a:lvl4pPr>
            <a:lvl5pPr lvl="4" algn="ctr" rtl="0">
              <a:lnSpc>
                <a:spcPct val="100000"/>
              </a:lnSpc>
              <a:spcBef>
                <a:spcPts val="2133"/>
              </a:spcBef>
              <a:spcAft>
                <a:spcPts val="0"/>
              </a:spcAft>
              <a:buSzPts val="1200"/>
              <a:buChar char="○"/>
              <a:defRPr/>
            </a:lvl5pPr>
            <a:lvl6pPr lvl="5" algn="ctr" rtl="0">
              <a:lnSpc>
                <a:spcPct val="100000"/>
              </a:lnSpc>
              <a:spcBef>
                <a:spcPts val="2133"/>
              </a:spcBef>
              <a:spcAft>
                <a:spcPts val="0"/>
              </a:spcAft>
              <a:buSzPts val="1200"/>
              <a:buChar char="■"/>
              <a:defRPr/>
            </a:lvl6pPr>
            <a:lvl7pPr lvl="6" algn="ctr" rtl="0">
              <a:lnSpc>
                <a:spcPct val="100000"/>
              </a:lnSpc>
              <a:spcBef>
                <a:spcPts val="2133"/>
              </a:spcBef>
              <a:spcAft>
                <a:spcPts val="0"/>
              </a:spcAft>
              <a:buSzPts val="1200"/>
              <a:buChar char="●"/>
              <a:defRPr/>
            </a:lvl7pPr>
            <a:lvl8pPr lvl="7" algn="ctr" rtl="0">
              <a:lnSpc>
                <a:spcPct val="100000"/>
              </a:lnSpc>
              <a:spcBef>
                <a:spcPts val="2133"/>
              </a:spcBef>
              <a:spcAft>
                <a:spcPts val="0"/>
              </a:spcAft>
              <a:buSzPts val="1200"/>
              <a:buChar char="○"/>
              <a:defRPr/>
            </a:lvl8pPr>
            <a:lvl9pPr lvl="8" algn="ctr" rtl="0">
              <a:lnSpc>
                <a:spcPct val="100000"/>
              </a:lnSpc>
              <a:spcBef>
                <a:spcPts val="2133"/>
              </a:spcBef>
              <a:spcAft>
                <a:spcPts val="2133"/>
              </a:spcAft>
              <a:buSzPts val="1200"/>
              <a:buChar char="■"/>
              <a:defRPr/>
            </a:lvl9pPr>
          </a:lstStyle>
          <a:p>
            <a:r>
              <a:rPr lang="en-US"/>
              <a:t>Click to edit Master subtitle style</a:t>
            </a:r>
            <a:endParaRPr/>
          </a:p>
        </p:txBody>
      </p:sp>
      <p:sp>
        <p:nvSpPr>
          <p:cNvPr id="125" name="Google Shape;125;p19"/>
          <p:cNvSpPr/>
          <p:nvPr/>
        </p:nvSpPr>
        <p:spPr>
          <a:xfrm rot="10800000" flipH="1">
            <a:off x="-9767" y="-13733"/>
            <a:ext cx="685600" cy="68692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cxnSp>
        <p:nvCxnSpPr>
          <p:cNvPr id="126" name="Google Shape;126;p19"/>
          <p:cNvCxnSpPr/>
          <p:nvPr/>
        </p:nvCxnSpPr>
        <p:spPr>
          <a:xfrm>
            <a:off x="11241033" y="-109433"/>
            <a:ext cx="0" cy="749560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2493332952"/>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27"/>
        <p:cNvGrpSpPr/>
        <p:nvPr/>
      </p:nvGrpSpPr>
      <p:grpSpPr>
        <a:xfrm>
          <a:off x="0" y="0"/>
          <a:ext cx="0" cy="0"/>
          <a:chOff x="0" y="0"/>
          <a:chExt cx="0" cy="0"/>
        </a:xfrm>
      </p:grpSpPr>
      <p:sp>
        <p:nvSpPr>
          <p:cNvPr id="128" name="Google Shape;128;p20"/>
          <p:cNvSpPr/>
          <p:nvPr/>
        </p:nvSpPr>
        <p:spPr>
          <a:xfrm rot="10800000" flipH="1">
            <a:off x="-9767" y="6220667"/>
            <a:ext cx="12206800" cy="7364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29" name="Google Shape;129;p20"/>
          <p:cNvSpPr txBox="1">
            <a:spLocks noGrp="1"/>
          </p:cNvSpPr>
          <p:nvPr>
            <p:ph type="title"/>
          </p:nvPr>
        </p:nvSpPr>
        <p:spPr>
          <a:xfrm>
            <a:off x="960000" y="593367"/>
            <a:ext cx="4267200" cy="17068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0"/>
              </a:spcBef>
              <a:spcAft>
                <a:spcPts val="0"/>
              </a:spcAft>
              <a:buSzPts val="3000"/>
              <a:buFont typeface="Poppins ExtraBold"/>
              <a:buNone/>
              <a:defRPr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b="0">
                <a:latin typeface="Poppins ExtraBold"/>
                <a:ea typeface="Poppins ExtraBold"/>
                <a:cs typeface="Poppins ExtraBold"/>
                <a:sym typeface="Poppins ExtraBold"/>
              </a:defRPr>
            </a:lvl9pPr>
          </a:lstStyle>
          <a:p>
            <a:r>
              <a:rPr lang="en-US"/>
              <a:t>Click to edit Master title style</a:t>
            </a:r>
            <a:endParaRPr/>
          </a:p>
        </p:txBody>
      </p:sp>
      <p:sp>
        <p:nvSpPr>
          <p:cNvPr id="130" name="Google Shape;130;p20"/>
          <p:cNvSpPr txBox="1">
            <a:spLocks noGrp="1"/>
          </p:cNvSpPr>
          <p:nvPr>
            <p:ph type="subTitle" idx="1"/>
          </p:nvPr>
        </p:nvSpPr>
        <p:spPr>
          <a:xfrm>
            <a:off x="1130467" y="4303300"/>
            <a:ext cx="3130800" cy="164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31" name="Google Shape;131;p20"/>
          <p:cNvSpPr txBox="1">
            <a:spLocks noGrp="1"/>
          </p:cNvSpPr>
          <p:nvPr>
            <p:ph type="subTitle" idx="2"/>
          </p:nvPr>
        </p:nvSpPr>
        <p:spPr>
          <a:xfrm>
            <a:off x="4614933" y="4303300"/>
            <a:ext cx="3130800" cy="164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32" name="Google Shape;132;p20"/>
          <p:cNvSpPr txBox="1">
            <a:spLocks noGrp="1"/>
          </p:cNvSpPr>
          <p:nvPr>
            <p:ph type="subTitle" idx="3"/>
          </p:nvPr>
        </p:nvSpPr>
        <p:spPr>
          <a:xfrm>
            <a:off x="8099367" y="4303301"/>
            <a:ext cx="3130800" cy="164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33" name="Google Shape;133;p20"/>
          <p:cNvSpPr txBox="1">
            <a:spLocks noGrp="1"/>
          </p:cNvSpPr>
          <p:nvPr>
            <p:ph type="subTitle" idx="4"/>
          </p:nvPr>
        </p:nvSpPr>
        <p:spPr>
          <a:xfrm>
            <a:off x="1130467" y="3829933"/>
            <a:ext cx="3130800" cy="59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134" name="Google Shape;134;p20"/>
          <p:cNvSpPr txBox="1">
            <a:spLocks noGrp="1"/>
          </p:cNvSpPr>
          <p:nvPr>
            <p:ph type="subTitle" idx="5"/>
          </p:nvPr>
        </p:nvSpPr>
        <p:spPr>
          <a:xfrm>
            <a:off x="4614939" y="3829933"/>
            <a:ext cx="3130800" cy="59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135" name="Google Shape;135;p20"/>
          <p:cNvSpPr txBox="1">
            <a:spLocks noGrp="1"/>
          </p:cNvSpPr>
          <p:nvPr>
            <p:ph type="subTitle" idx="6"/>
          </p:nvPr>
        </p:nvSpPr>
        <p:spPr>
          <a:xfrm>
            <a:off x="8099367" y="3829933"/>
            <a:ext cx="3130800" cy="59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136" name="Google Shape;136;p20"/>
          <p:cNvSpPr/>
          <p:nvPr/>
        </p:nvSpPr>
        <p:spPr>
          <a:xfrm>
            <a:off x="8913567" y="-1062667"/>
            <a:ext cx="5507600" cy="157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4037199530"/>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37"/>
        <p:cNvGrpSpPr/>
        <p:nvPr/>
      </p:nvGrpSpPr>
      <p:grpSpPr>
        <a:xfrm>
          <a:off x="0" y="0"/>
          <a:ext cx="0" cy="0"/>
          <a:chOff x="0" y="0"/>
          <a:chExt cx="0" cy="0"/>
        </a:xfrm>
      </p:grpSpPr>
      <p:sp>
        <p:nvSpPr>
          <p:cNvPr id="138" name="Google Shape;138;p21"/>
          <p:cNvSpPr/>
          <p:nvPr/>
        </p:nvSpPr>
        <p:spPr>
          <a:xfrm rot="10800000" flipH="1">
            <a:off x="6321600" y="-12267"/>
            <a:ext cx="5870400" cy="7316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39" name="Google Shape;139;p21"/>
          <p:cNvSpPr/>
          <p:nvPr/>
        </p:nvSpPr>
        <p:spPr>
          <a:xfrm rot="10800000">
            <a:off x="-4374533" y="6360167"/>
            <a:ext cx="9169200" cy="157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40" name="Google Shape;140;p21"/>
          <p:cNvSpPr txBox="1">
            <a:spLocks noGrp="1"/>
          </p:cNvSpPr>
          <p:nvPr>
            <p:ph type="title"/>
          </p:nvPr>
        </p:nvSpPr>
        <p:spPr>
          <a:xfrm>
            <a:off x="960000" y="593367"/>
            <a:ext cx="4267200" cy="12192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0"/>
              </a:spcBef>
              <a:spcAft>
                <a:spcPts val="0"/>
              </a:spcAft>
              <a:buSzPts val="3000"/>
              <a:buFont typeface="Poppins ExtraBold"/>
              <a:buNone/>
              <a:defRPr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b="0">
                <a:latin typeface="Poppins ExtraBold"/>
                <a:ea typeface="Poppins ExtraBold"/>
                <a:cs typeface="Poppins ExtraBold"/>
                <a:sym typeface="Poppins ExtraBold"/>
              </a:defRPr>
            </a:lvl9pPr>
          </a:lstStyle>
          <a:p>
            <a:r>
              <a:rPr lang="en-US"/>
              <a:t>Click to edit Master title style</a:t>
            </a:r>
            <a:endParaRPr/>
          </a:p>
        </p:txBody>
      </p:sp>
      <p:sp>
        <p:nvSpPr>
          <p:cNvPr id="141" name="Google Shape;141;p21"/>
          <p:cNvSpPr txBox="1">
            <a:spLocks noGrp="1"/>
          </p:cNvSpPr>
          <p:nvPr>
            <p:ph type="subTitle" idx="1"/>
          </p:nvPr>
        </p:nvSpPr>
        <p:spPr>
          <a:xfrm>
            <a:off x="1618300" y="2897708"/>
            <a:ext cx="4248800" cy="121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42" name="Google Shape;142;p21"/>
          <p:cNvSpPr txBox="1">
            <a:spLocks noGrp="1"/>
          </p:cNvSpPr>
          <p:nvPr>
            <p:ph type="subTitle" idx="2"/>
          </p:nvPr>
        </p:nvSpPr>
        <p:spPr>
          <a:xfrm>
            <a:off x="6386429" y="2897701"/>
            <a:ext cx="4390400" cy="121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43" name="Google Shape;143;p21"/>
          <p:cNvSpPr txBox="1">
            <a:spLocks noGrp="1"/>
          </p:cNvSpPr>
          <p:nvPr>
            <p:ph type="subTitle" idx="3"/>
          </p:nvPr>
        </p:nvSpPr>
        <p:spPr>
          <a:xfrm>
            <a:off x="1618300" y="4705767"/>
            <a:ext cx="4248800" cy="121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44" name="Google Shape;144;p21"/>
          <p:cNvSpPr txBox="1">
            <a:spLocks noGrp="1"/>
          </p:cNvSpPr>
          <p:nvPr>
            <p:ph type="subTitle" idx="4"/>
          </p:nvPr>
        </p:nvSpPr>
        <p:spPr>
          <a:xfrm>
            <a:off x="6386428" y="4705767"/>
            <a:ext cx="4390400" cy="121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45" name="Google Shape;145;p21"/>
          <p:cNvSpPr txBox="1">
            <a:spLocks noGrp="1"/>
          </p:cNvSpPr>
          <p:nvPr>
            <p:ph type="subTitle" idx="5"/>
          </p:nvPr>
        </p:nvSpPr>
        <p:spPr>
          <a:xfrm>
            <a:off x="1618304" y="2509105"/>
            <a:ext cx="42488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oppins"/>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a:buNone/>
              <a:defRPr sz="3200" b="1">
                <a:latin typeface="Poppins"/>
                <a:ea typeface="Poppins"/>
                <a:cs typeface="Poppins"/>
                <a:sym typeface="Poppins"/>
              </a:defRPr>
            </a:lvl2pPr>
            <a:lvl3pPr lvl="2" algn="ctr" rtl="0">
              <a:lnSpc>
                <a:spcPct val="100000"/>
              </a:lnSpc>
              <a:spcBef>
                <a:spcPts val="0"/>
              </a:spcBef>
              <a:spcAft>
                <a:spcPts val="0"/>
              </a:spcAft>
              <a:buSzPts val="2400"/>
              <a:buFont typeface="Poppins"/>
              <a:buNone/>
              <a:defRPr sz="3200" b="1">
                <a:latin typeface="Poppins"/>
                <a:ea typeface="Poppins"/>
                <a:cs typeface="Poppins"/>
                <a:sym typeface="Poppins"/>
              </a:defRPr>
            </a:lvl3pPr>
            <a:lvl4pPr lvl="3" algn="ctr" rtl="0">
              <a:lnSpc>
                <a:spcPct val="100000"/>
              </a:lnSpc>
              <a:spcBef>
                <a:spcPts val="0"/>
              </a:spcBef>
              <a:spcAft>
                <a:spcPts val="0"/>
              </a:spcAft>
              <a:buSzPts val="2400"/>
              <a:buFont typeface="Poppins"/>
              <a:buNone/>
              <a:defRPr sz="3200" b="1">
                <a:latin typeface="Poppins"/>
                <a:ea typeface="Poppins"/>
                <a:cs typeface="Poppins"/>
                <a:sym typeface="Poppins"/>
              </a:defRPr>
            </a:lvl4pPr>
            <a:lvl5pPr lvl="4" algn="ctr" rtl="0">
              <a:lnSpc>
                <a:spcPct val="100000"/>
              </a:lnSpc>
              <a:spcBef>
                <a:spcPts val="0"/>
              </a:spcBef>
              <a:spcAft>
                <a:spcPts val="0"/>
              </a:spcAft>
              <a:buSzPts val="2400"/>
              <a:buFont typeface="Poppins"/>
              <a:buNone/>
              <a:defRPr sz="3200" b="1">
                <a:latin typeface="Poppins"/>
                <a:ea typeface="Poppins"/>
                <a:cs typeface="Poppins"/>
                <a:sym typeface="Poppins"/>
              </a:defRPr>
            </a:lvl5pPr>
            <a:lvl6pPr lvl="5" algn="ctr" rtl="0">
              <a:lnSpc>
                <a:spcPct val="100000"/>
              </a:lnSpc>
              <a:spcBef>
                <a:spcPts val="0"/>
              </a:spcBef>
              <a:spcAft>
                <a:spcPts val="0"/>
              </a:spcAft>
              <a:buSzPts val="2400"/>
              <a:buFont typeface="Poppins"/>
              <a:buNone/>
              <a:defRPr sz="3200" b="1">
                <a:latin typeface="Poppins"/>
                <a:ea typeface="Poppins"/>
                <a:cs typeface="Poppins"/>
                <a:sym typeface="Poppins"/>
              </a:defRPr>
            </a:lvl6pPr>
            <a:lvl7pPr lvl="6" algn="ctr" rtl="0">
              <a:lnSpc>
                <a:spcPct val="100000"/>
              </a:lnSpc>
              <a:spcBef>
                <a:spcPts val="0"/>
              </a:spcBef>
              <a:spcAft>
                <a:spcPts val="0"/>
              </a:spcAft>
              <a:buSzPts val="2400"/>
              <a:buFont typeface="Poppins"/>
              <a:buNone/>
              <a:defRPr sz="3200" b="1">
                <a:latin typeface="Poppins"/>
                <a:ea typeface="Poppins"/>
                <a:cs typeface="Poppins"/>
                <a:sym typeface="Poppins"/>
              </a:defRPr>
            </a:lvl7pPr>
            <a:lvl8pPr lvl="7" algn="ctr" rtl="0">
              <a:lnSpc>
                <a:spcPct val="100000"/>
              </a:lnSpc>
              <a:spcBef>
                <a:spcPts val="0"/>
              </a:spcBef>
              <a:spcAft>
                <a:spcPts val="0"/>
              </a:spcAft>
              <a:buSzPts val="2400"/>
              <a:buFont typeface="Poppins"/>
              <a:buNone/>
              <a:defRPr sz="3200" b="1">
                <a:latin typeface="Poppins"/>
                <a:ea typeface="Poppins"/>
                <a:cs typeface="Poppins"/>
                <a:sym typeface="Poppins"/>
              </a:defRPr>
            </a:lvl8pPr>
            <a:lvl9pPr lvl="8" algn="ctr" rtl="0">
              <a:lnSpc>
                <a:spcPct val="100000"/>
              </a:lnSpc>
              <a:spcBef>
                <a:spcPts val="0"/>
              </a:spcBef>
              <a:spcAft>
                <a:spcPts val="0"/>
              </a:spcAft>
              <a:buSzPts val="2400"/>
              <a:buFont typeface="Poppins"/>
              <a:buNone/>
              <a:defRPr sz="3200" b="1">
                <a:latin typeface="Poppins"/>
                <a:ea typeface="Poppins"/>
                <a:cs typeface="Poppins"/>
                <a:sym typeface="Poppins"/>
              </a:defRPr>
            </a:lvl9pPr>
          </a:lstStyle>
          <a:p>
            <a:r>
              <a:rPr lang="en-US"/>
              <a:t>Click to edit Master subtitle style</a:t>
            </a:r>
            <a:endParaRPr/>
          </a:p>
        </p:txBody>
      </p:sp>
      <p:sp>
        <p:nvSpPr>
          <p:cNvPr id="146" name="Google Shape;146;p21"/>
          <p:cNvSpPr txBox="1">
            <a:spLocks noGrp="1"/>
          </p:cNvSpPr>
          <p:nvPr>
            <p:ph type="subTitle" idx="6"/>
          </p:nvPr>
        </p:nvSpPr>
        <p:spPr>
          <a:xfrm>
            <a:off x="1618304" y="4317256"/>
            <a:ext cx="4248800" cy="502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147" name="Google Shape;147;p21"/>
          <p:cNvSpPr txBox="1">
            <a:spLocks noGrp="1"/>
          </p:cNvSpPr>
          <p:nvPr>
            <p:ph type="subTitle" idx="7"/>
          </p:nvPr>
        </p:nvSpPr>
        <p:spPr>
          <a:xfrm>
            <a:off x="6386388" y="2509100"/>
            <a:ext cx="43904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oppins"/>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a:buNone/>
              <a:defRPr sz="3200" b="1">
                <a:latin typeface="Poppins"/>
                <a:ea typeface="Poppins"/>
                <a:cs typeface="Poppins"/>
                <a:sym typeface="Poppins"/>
              </a:defRPr>
            </a:lvl2pPr>
            <a:lvl3pPr lvl="2" algn="ctr" rtl="0">
              <a:lnSpc>
                <a:spcPct val="100000"/>
              </a:lnSpc>
              <a:spcBef>
                <a:spcPts val="0"/>
              </a:spcBef>
              <a:spcAft>
                <a:spcPts val="0"/>
              </a:spcAft>
              <a:buSzPts val="2400"/>
              <a:buFont typeface="Poppins"/>
              <a:buNone/>
              <a:defRPr sz="3200" b="1">
                <a:latin typeface="Poppins"/>
                <a:ea typeface="Poppins"/>
                <a:cs typeface="Poppins"/>
                <a:sym typeface="Poppins"/>
              </a:defRPr>
            </a:lvl3pPr>
            <a:lvl4pPr lvl="3" algn="ctr" rtl="0">
              <a:lnSpc>
                <a:spcPct val="100000"/>
              </a:lnSpc>
              <a:spcBef>
                <a:spcPts val="0"/>
              </a:spcBef>
              <a:spcAft>
                <a:spcPts val="0"/>
              </a:spcAft>
              <a:buSzPts val="2400"/>
              <a:buFont typeface="Poppins"/>
              <a:buNone/>
              <a:defRPr sz="3200" b="1">
                <a:latin typeface="Poppins"/>
                <a:ea typeface="Poppins"/>
                <a:cs typeface="Poppins"/>
                <a:sym typeface="Poppins"/>
              </a:defRPr>
            </a:lvl4pPr>
            <a:lvl5pPr lvl="4" algn="ctr" rtl="0">
              <a:lnSpc>
                <a:spcPct val="100000"/>
              </a:lnSpc>
              <a:spcBef>
                <a:spcPts val="0"/>
              </a:spcBef>
              <a:spcAft>
                <a:spcPts val="0"/>
              </a:spcAft>
              <a:buSzPts val="2400"/>
              <a:buFont typeface="Poppins"/>
              <a:buNone/>
              <a:defRPr sz="3200" b="1">
                <a:latin typeface="Poppins"/>
                <a:ea typeface="Poppins"/>
                <a:cs typeface="Poppins"/>
                <a:sym typeface="Poppins"/>
              </a:defRPr>
            </a:lvl5pPr>
            <a:lvl6pPr lvl="5" algn="ctr" rtl="0">
              <a:lnSpc>
                <a:spcPct val="100000"/>
              </a:lnSpc>
              <a:spcBef>
                <a:spcPts val="0"/>
              </a:spcBef>
              <a:spcAft>
                <a:spcPts val="0"/>
              </a:spcAft>
              <a:buSzPts val="2400"/>
              <a:buFont typeface="Poppins"/>
              <a:buNone/>
              <a:defRPr sz="3200" b="1">
                <a:latin typeface="Poppins"/>
                <a:ea typeface="Poppins"/>
                <a:cs typeface="Poppins"/>
                <a:sym typeface="Poppins"/>
              </a:defRPr>
            </a:lvl6pPr>
            <a:lvl7pPr lvl="6" algn="ctr" rtl="0">
              <a:lnSpc>
                <a:spcPct val="100000"/>
              </a:lnSpc>
              <a:spcBef>
                <a:spcPts val="0"/>
              </a:spcBef>
              <a:spcAft>
                <a:spcPts val="0"/>
              </a:spcAft>
              <a:buSzPts val="2400"/>
              <a:buFont typeface="Poppins"/>
              <a:buNone/>
              <a:defRPr sz="3200" b="1">
                <a:latin typeface="Poppins"/>
                <a:ea typeface="Poppins"/>
                <a:cs typeface="Poppins"/>
                <a:sym typeface="Poppins"/>
              </a:defRPr>
            </a:lvl7pPr>
            <a:lvl8pPr lvl="7" algn="ctr" rtl="0">
              <a:lnSpc>
                <a:spcPct val="100000"/>
              </a:lnSpc>
              <a:spcBef>
                <a:spcPts val="0"/>
              </a:spcBef>
              <a:spcAft>
                <a:spcPts val="0"/>
              </a:spcAft>
              <a:buSzPts val="2400"/>
              <a:buFont typeface="Poppins"/>
              <a:buNone/>
              <a:defRPr sz="3200" b="1">
                <a:latin typeface="Poppins"/>
                <a:ea typeface="Poppins"/>
                <a:cs typeface="Poppins"/>
                <a:sym typeface="Poppins"/>
              </a:defRPr>
            </a:lvl8pPr>
            <a:lvl9pPr lvl="8" algn="ctr" rtl="0">
              <a:lnSpc>
                <a:spcPct val="100000"/>
              </a:lnSpc>
              <a:spcBef>
                <a:spcPts val="0"/>
              </a:spcBef>
              <a:spcAft>
                <a:spcPts val="0"/>
              </a:spcAft>
              <a:buSzPts val="2400"/>
              <a:buFont typeface="Poppins"/>
              <a:buNone/>
              <a:defRPr sz="3200" b="1">
                <a:latin typeface="Poppins"/>
                <a:ea typeface="Poppins"/>
                <a:cs typeface="Poppins"/>
                <a:sym typeface="Poppins"/>
              </a:defRPr>
            </a:lvl9pPr>
          </a:lstStyle>
          <a:p>
            <a:r>
              <a:rPr lang="en-US"/>
              <a:t>Click to edit Master subtitle style</a:t>
            </a:r>
            <a:endParaRPr/>
          </a:p>
        </p:txBody>
      </p:sp>
      <p:sp>
        <p:nvSpPr>
          <p:cNvPr id="148" name="Google Shape;148;p21"/>
          <p:cNvSpPr txBox="1">
            <a:spLocks noGrp="1"/>
          </p:cNvSpPr>
          <p:nvPr>
            <p:ph type="subTitle" idx="8"/>
          </p:nvPr>
        </p:nvSpPr>
        <p:spPr>
          <a:xfrm>
            <a:off x="6386388" y="4317256"/>
            <a:ext cx="4390400" cy="502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Tree>
    <p:extLst>
      <p:ext uri="{BB962C8B-B14F-4D97-AF65-F5344CB8AC3E}">
        <p14:creationId xmlns:p14="http://schemas.microsoft.com/office/powerpoint/2010/main" val="2423645832"/>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49"/>
        <p:cNvGrpSpPr/>
        <p:nvPr/>
      </p:nvGrpSpPr>
      <p:grpSpPr>
        <a:xfrm>
          <a:off x="0" y="0"/>
          <a:ext cx="0" cy="0"/>
          <a:chOff x="0" y="0"/>
          <a:chExt cx="0" cy="0"/>
        </a:xfrm>
      </p:grpSpPr>
      <p:sp>
        <p:nvSpPr>
          <p:cNvPr id="150" name="Google Shape;150;p22"/>
          <p:cNvSpPr txBox="1">
            <a:spLocks noGrp="1"/>
          </p:cNvSpPr>
          <p:nvPr>
            <p:ph type="title"/>
          </p:nvPr>
        </p:nvSpPr>
        <p:spPr>
          <a:xfrm>
            <a:off x="960000" y="593367"/>
            <a:ext cx="4267200" cy="13184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0"/>
              </a:spcBef>
              <a:spcAft>
                <a:spcPts val="0"/>
              </a:spcAft>
              <a:buSzPts val="3000"/>
              <a:buFont typeface="Poppins ExtraBold"/>
              <a:buNone/>
              <a:defRPr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b="0">
                <a:latin typeface="Poppins ExtraBold"/>
                <a:ea typeface="Poppins ExtraBold"/>
                <a:cs typeface="Poppins ExtraBold"/>
                <a:sym typeface="Poppins ExtraBold"/>
              </a:defRPr>
            </a:lvl9pPr>
          </a:lstStyle>
          <a:p>
            <a:r>
              <a:rPr lang="en-US"/>
              <a:t>Click to edit Master title style</a:t>
            </a:r>
            <a:endParaRPr/>
          </a:p>
        </p:txBody>
      </p:sp>
      <p:sp>
        <p:nvSpPr>
          <p:cNvPr id="151" name="Google Shape;151;p22"/>
          <p:cNvSpPr txBox="1">
            <a:spLocks noGrp="1"/>
          </p:cNvSpPr>
          <p:nvPr>
            <p:ph type="subTitle" idx="1"/>
          </p:nvPr>
        </p:nvSpPr>
        <p:spPr>
          <a:xfrm>
            <a:off x="1028867" y="2978649"/>
            <a:ext cx="3243200" cy="11284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52" name="Google Shape;152;p22"/>
          <p:cNvSpPr txBox="1">
            <a:spLocks noGrp="1"/>
          </p:cNvSpPr>
          <p:nvPr>
            <p:ph type="subTitle" idx="2"/>
          </p:nvPr>
        </p:nvSpPr>
        <p:spPr>
          <a:xfrm>
            <a:off x="4513333" y="2978663"/>
            <a:ext cx="3243200" cy="11284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53" name="Google Shape;153;p22"/>
          <p:cNvSpPr txBox="1">
            <a:spLocks noGrp="1"/>
          </p:cNvSpPr>
          <p:nvPr>
            <p:ph type="subTitle" idx="3"/>
          </p:nvPr>
        </p:nvSpPr>
        <p:spPr>
          <a:xfrm>
            <a:off x="1028867" y="5115733"/>
            <a:ext cx="3243200" cy="11284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54" name="Google Shape;154;p22"/>
          <p:cNvSpPr txBox="1">
            <a:spLocks noGrp="1"/>
          </p:cNvSpPr>
          <p:nvPr>
            <p:ph type="subTitle" idx="4"/>
          </p:nvPr>
        </p:nvSpPr>
        <p:spPr>
          <a:xfrm>
            <a:off x="4513348" y="5115735"/>
            <a:ext cx="3243200" cy="11284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55" name="Google Shape;155;p22"/>
          <p:cNvSpPr txBox="1">
            <a:spLocks noGrp="1"/>
          </p:cNvSpPr>
          <p:nvPr>
            <p:ph type="subTitle" idx="5"/>
          </p:nvPr>
        </p:nvSpPr>
        <p:spPr>
          <a:xfrm>
            <a:off x="7997800" y="2978659"/>
            <a:ext cx="3243200" cy="11284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56" name="Google Shape;156;p22"/>
          <p:cNvSpPr txBox="1">
            <a:spLocks noGrp="1"/>
          </p:cNvSpPr>
          <p:nvPr>
            <p:ph type="subTitle" idx="6"/>
          </p:nvPr>
        </p:nvSpPr>
        <p:spPr>
          <a:xfrm>
            <a:off x="7997831" y="5115735"/>
            <a:ext cx="3243200" cy="11284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57" name="Google Shape;157;p22"/>
          <p:cNvSpPr txBox="1">
            <a:spLocks noGrp="1"/>
          </p:cNvSpPr>
          <p:nvPr>
            <p:ph type="subTitle" idx="7"/>
          </p:nvPr>
        </p:nvSpPr>
        <p:spPr>
          <a:xfrm>
            <a:off x="1028867" y="2604531"/>
            <a:ext cx="3243200" cy="58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158" name="Google Shape;158;p22"/>
          <p:cNvSpPr txBox="1">
            <a:spLocks noGrp="1"/>
          </p:cNvSpPr>
          <p:nvPr>
            <p:ph type="subTitle" idx="8"/>
          </p:nvPr>
        </p:nvSpPr>
        <p:spPr>
          <a:xfrm>
            <a:off x="4514933" y="2604533"/>
            <a:ext cx="3240000" cy="58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159" name="Google Shape;159;p22"/>
          <p:cNvSpPr txBox="1">
            <a:spLocks noGrp="1"/>
          </p:cNvSpPr>
          <p:nvPr>
            <p:ph type="subTitle" idx="9"/>
          </p:nvPr>
        </p:nvSpPr>
        <p:spPr>
          <a:xfrm>
            <a:off x="7997800" y="2604533"/>
            <a:ext cx="3240000" cy="58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160" name="Google Shape;160;p22"/>
          <p:cNvSpPr txBox="1">
            <a:spLocks noGrp="1"/>
          </p:cNvSpPr>
          <p:nvPr>
            <p:ph type="subTitle" idx="13"/>
          </p:nvPr>
        </p:nvSpPr>
        <p:spPr>
          <a:xfrm>
            <a:off x="1028867" y="4702747"/>
            <a:ext cx="3243200" cy="585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161" name="Google Shape;161;p22"/>
          <p:cNvSpPr txBox="1">
            <a:spLocks noGrp="1"/>
          </p:cNvSpPr>
          <p:nvPr>
            <p:ph type="subTitle" idx="14"/>
          </p:nvPr>
        </p:nvSpPr>
        <p:spPr>
          <a:xfrm>
            <a:off x="4514933" y="4702743"/>
            <a:ext cx="3240000" cy="585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162" name="Google Shape;162;p22"/>
          <p:cNvSpPr txBox="1">
            <a:spLocks noGrp="1"/>
          </p:cNvSpPr>
          <p:nvPr>
            <p:ph type="subTitle" idx="15"/>
          </p:nvPr>
        </p:nvSpPr>
        <p:spPr>
          <a:xfrm>
            <a:off x="7997800" y="4702739"/>
            <a:ext cx="3243200" cy="585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163" name="Google Shape;163;p22"/>
          <p:cNvSpPr/>
          <p:nvPr/>
        </p:nvSpPr>
        <p:spPr>
          <a:xfrm rot="10800000">
            <a:off x="7043167" y="-1062667"/>
            <a:ext cx="6382400" cy="157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64" name="Google Shape;164;p22"/>
          <p:cNvSpPr/>
          <p:nvPr/>
        </p:nvSpPr>
        <p:spPr>
          <a:xfrm rot="10800000" flipH="1">
            <a:off x="-9767" y="6627467"/>
            <a:ext cx="12206800" cy="3296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4141305097"/>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Title only 1">
  <p:cSld name="1_Title only 1">
    <p:spTree>
      <p:nvGrpSpPr>
        <p:cNvPr id="1" name="Shape 165"/>
        <p:cNvGrpSpPr/>
        <p:nvPr/>
      </p:nvGrpSpPr>
      <p:grpSpPr>
        <a:xfrm>
          <a:off x="0" y="0"/>
          <a:ext cx="0" cy="0"/>
          <a:chOff x="0" y="0"/>
          <a:chExt cx="0" cy="0"/>
        </a:xfrm>
      </p:grpSpPr>
      <p:sp>
        <p:nvSpPr>
          <p:cNvPr id="166" name="Google Shape;166;p23"/>
          <p:cNvSpPr/>
          <p:nvPr/>
        </p:nvSpPr>
        <p:spPr>
          <a:xfrm>
            <a:off x="-9133" y="3661667"/>
            <a:ext cx="12201200" cy="31964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67" name="Google Shape;167;p23"/>
          <p:cNvSpPr txBox="1">
            <a:spLocks noGrp="1"/>
          </p:cNvSpPr>
          <p:nvPr>
            <p:ph type="title"/>
          </p:nvPr>
        </p:nvSpPr>
        <p:spPr>
          <a:xfrm>
            <a:off x="960000" y="593367"/>
            <a:ext cx="5032000" cy="12192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68" name="Google Shape;168;p23"/>
          <p:cNvSpPr/>
          <p:nvPr/>
        </p:nvSpPr>
        <p:spPr>
          <a:xfrm>
            <a:off x="9810100" y="-1062667"/>
            <a:ext cx="3406800" cy="157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1606496317"/>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69"/>
        <p:cNvGrpSpPr/>
        <p:nvPr/>
      </p:nvGrpSpPr>
      <p:grpSpPr>
        <a:xfrm>
          <a:off x="0" y="0"/>
          <a:ext cx="0" cy="0"/>
          <a:chOff x="0" y="0"/>
          <a:chExt cx="0" cy="0"/>
        </a:xfrm>
      </p:grpSpPr>
      <p:sp>
        <p:nvSpPr>
          <p:cNvPr id="170" name="Google Shape;170;p24"/>
          <p:cNvSpPr/>
          <p:nvPr/>
        </p:nvSpPr>
        <p:spPr>
          <a:xfrm rot="10800000" flipH="1">
            <a:off x="-9767" y="100"/>
            <a:ext cx="12205600" cy="3632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71" name="Google Shape;171;p24"/>
          <p:cNvSpPr txBox="1">
            <a:spLocks noGrp="1"/>
          </p:cNvSpPr>
          <p:nvPr>
            <p:ph type="title"/>
          </p:nvPr>
        </p:nvSpPr>
        <p:spPr>
          <a:xfrm>
            <a:off x="960000" y="593367"/>
            <a:ext cx="4264400" cy="7976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72" name="Google Shape;172;p24"/>
          <p:cNvSpPr/>
          <p:nvPr/>
        </p:nvSpPr>
        <p:spPr>
          <a:xfrm rot="10800000">
            <a:off x="6817167" y="6341833"/>
            <a:ext cx="9169200" cy="157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1806906994"/>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173"/>
        <p:cNvGrpSpPr/>
        <p:nvPr/>
      </p:nvGrpSpPr>
      <p:grpSpPr>
        <a:xfrm>
          <a:off x="0" y="0"/>
          <a:ext cx="0" cy="0"/>
          <a:chOff x="0" y="0"/>
          <a:chExt cx="0" cy="0"/>
        </a:xfrm>
      </p:grpSpPr>
      <p:sp>
        <p:nvSpPr>
          <p:cNvPr id="174" name="Google Shape;174;p25"/>
          <p:cNvSpPr txBox="1">
            <a:spLocks noGrp="1"/>
          </p:cNvSpPr>
          <p:nvPr>
            <p:ph type="title"/>
          </p:nvPr>
        </p:nvSpPr>
        <p:spPr>
          <a:xfrm>
            <a:off x="960000" y="593367"/>
            <a:ext cx="4820400" cy="12192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75" name="Google Shape;175;p25"/>
          <p:cNvSpPr/>
          <p:nvPr/>
        </p:nvSpPr>
        <p:spPr>
          <a:xfrm rot="-5400000">
            <a:off x="9313900" y="-1462667"/>
            <a:ext cx="5844800" cy="157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76" name="Google Shape;176;p25"/>
          <p:cNvSpPr/>
          <p:nvPr/>
        </p:nvSpPr>
        <p:spPr>
          <a:xfrm>
            <a:off x="-9133" y="6461233"/>
            <a:ext cx="12201200" cy="396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570757409"/>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177"/>
        <p:cNvGrpSpPr/>
        <p:nvPr/>
      </p:nvGrpSpPr>
      <p:grpSpPr>
        <a:xfrm>
          <a:off x="0" y="0"/>
          <a:ext cx="0" cy="0"/>
          <a:chOff x="0" y="0"/>
          <a:chExt cx="0" cy="0"/>
        </a:xfrm>
      </p:grpSpPr>
      <p:sp>
        <p:nvSpPr>
          <p:cNvPr id="178" name="Google Shape;178;p26"/>
          <p:cNvSpPr/>
          <p:nvPr/>
        </p:nvSpPr>
        <p:spPr>
          <a:xfrm flipH="1">
            <a:off x="300" y="5641333"/>
            <a:ext cx="12249600" cy="12576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79" name="Google Shape;179;p26"/>
          <p:cNvSpPr txBox="1">
            <a:spLocks noGrp="1"/>
          </p:cNvSpPr>
          <p:nvPr>
            <p:ph type="title"/>
          </p:nvPr>
        </p:nvSpPr>
        <p:spPr>
          <a:xfrm>
            <a:off x="1366467" y="1143900"/>
            <a:ext cx="5281600" cy="1081600"/>
          </a:xfrm>
          <a:prstGeom prst="rect">
            <a:avLst/>
          </a:prstGeom>
        </p:spPr>
        <p:txBody>
          <a:bodyPr spcFirstLastPara="1" wrap="square" lIns="91425" tIns="91425" rIns="91425" bIns="91425" anchor="b" anchorCtr="0">
            <a:noAutofit/>
          </a:bodyPr>
          <a:lstStyle>
            <a:lvl1pPr lvl="0" rtl="0">
              <a:spcBef>
                <a:spcPts val="0"/>
              </a:spcBef>
              <a:spcAft>
                <a:spcPts val="0"/>
              </a:spcAft>
              <a:buSzPts val="2700"/>
              <a:buNone/>
              <a:defRPr sz="62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80" name="Google Shape;180;p26"/>
          <p:cNvSpPr txBox="1">
            <a:spLocks noGrp="1"/>
          </p:cNvSpPr>
          <p:nvPr>
            <p:ph type="subTitle" idx="1"/>
          </p:nvPr>
        </p:nvSpPr>
        <p:spPr>
          <a:xfrm>
            <a:off x="1366467" y="2136317"/>
            <a:ext cx="5281600" cy="141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2000"/>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81" name="Google Shape;181;p26"/>
          <p:cNvSpPr txBox="1"/>
          <p:nvPr/>
        </p:nvSpPr>
        <p:spPr>
          <a:xfrm>
            <a:off x="1366467" y="4409533"/>
            <a:ext cx="5477600" cy="741600"/>
          </a:xfrm>
          <a:prstGeom prst="rect">
            <a:avLst/>
          </a:prstGeom>
          <a:noFill/>
          <a:ln>
            <a:noFill/>
          </a:ln>
        </p:spPr>
        <p:txBody>
          <a:bodyPr spcFirstLastPara="1" wrap="square" lIns="121900" tIns="121900" rIns="121900" bIns="121900" anchor="t" anchorCtr="0">
            <a:noAutofit/>
          </a:bodyPr>
          <a:lstStyle/>
          <a:p>
            <a:pPr marL="0" lvl="0" indent="0" algn="l" rtl="0">
              <a:spcBef>
                <a:spcPts val="400"/>
              </a:spcBef>
              <a:spcAft>
                <a:spcPts val="0"/>
              </a:spcAft>
              <a:buNone/>
            </a:pPr>
            <a:r>
              <a:rPr lang="en" sz="1333" b="1">
                <a:solidFill>
                  <a:schemeClr val="dk1"/>
                </a:solidFill>
                <a:latin typeface="Hanken Grotesk"/>
                <a:ea typeface="Hanken Grotesk"/>
                <a:cs typeface="Hanken Grotesk"/>
                <a:sym typeface="Hanken Grotesk"/>
              </a:rPr>
              <a:t>CREDITS:</a:t>
            </a:r>
            <a:r>
              <a:rPr lang="en" sz="1333">
                <a:solidFill>
                  <a:schemeClr val="dk1"/>
                </a:solidFill>
                <a:latin typeface="Hanken Grotesk"/>
                <a:ea typeface="Hanken Grotesk"/>
                <a:cs typeface="Hanken Grotesk"/>
                <a:sym typeface="Hanken Grotesk"/>
              </a:rPr>
              <a:t> This presentation template was created by </a:t>
            </a:r>
            <a:r>
              <a:rPr lang="en" sz="1333" b="1" u="sng">
                <a:solidFill>
                  <a:schemeClr val="dk1"/>
                </a:solidFill>
                <a:latin typeface="Hanken Grotesk"/>
                <a:ea typeface="Hanken Grotesk"/>
                <a:cs typeface="Hanken Grotesk"/>
                <a:sym typeface="Hanken Grotesk"/>
                <a:hlinkClick r:id="rId2">
                  <a:extLst>
                    <a:ext uri="{A12FA001-AC4F-418D-AE19-62706E023703}">
                      <ahyp:hlinkClr xmlns:ahyp="http://schemas.microsoft.com/office/drawing/2018/hyperlinkcolor" val="tx"/>
                    </a:ext>
                  </a:extLst>
                </a:hlinkClick>
              </a:rPr>
              <a:t>Slidesgo</a:t>
            </a:r>
            <a:r>
              <a:rPr lang="en" sz="1333">
                <a:solidFill>
                  <a:schemeClr val="dk1"/>
                </a:solidFill>
                <a:latin typeface="Hanken Grotesk"/>
                <a:ea typeface="Hanken Grotesk"/>
                <a:cs typeface="Hanken Grotesk"/>
                <a:sym typeface="Hanken Grotesk"/>
              </a:rPr>
              <a:t>, and includes icons by </a:t>
            </a:r>
            <a:r>
              <a:rPr lang="en" sz="1333" b="1" u="sng">
                <a:solidFill>
                  <a:schemeClr val="dk1"/>
                </a:solidFill>
                <a:latin typeface="Hanken Grotesk"/>
                <a:ea typeface="Hanken Grotesk"/>
                <a:cs typeface="Hanken Grotesk"/>
                <a:sym typeface="Hanken Grotesk"/>
                <a:hlinkClick r:id="rId3">
                  <a:extLst>
                    <a:ext uri="{A12FA001-AC4F-418D-AE19-62706E023703}">
                      <ahyp:hlinkClr xmlns:ahyp="http://schemas.microsoft.com/office/drawing/2018/hyperlinkcolor" val="tx"/>
                    </a:ext>
                  </a:extLst>
                </a:hlinkClick>
              </a:rPr>
              <a:t>Flaticon</a:t>
            </a:r>
            <a:r>
              <a:rPr lang="en" sz="1333">
                <a:solidFill>
                  <a:schemeClr val="dk1"/>
                </a:solidFill>
                <a:latin typeface="Hanken Grotesk"/>
                <a:ea typeface="Hanken Grotesk"/>
                <a:cs typeface="Hanken Grotesk"/>
                <a:sym typeface="Hanken Grotesk"/>
              </a:rPr>
              <a:t>, and infographics &amp; images by </a:t>
            </a:r>
            <a:r>
              <a:rPr lang="en" sz="1333" b="1" u="sng">
                <a:solidFill>
                  <a:schemeClr val="dk1"/>
                </a:solidFill>
                <a:latin typeface="Hanken Grotesk"/>
                <a:ea typeface="Hanken Grotesk"/>
                <a:cs typeface="Hanken Grotesk"/>
                <a:sym typeface="Hanken Grotesk"/>
                <a:hlinkClick r:id="rId4">
                  <a:extLst>
                    <a:ext uri="{A12FA001-AC4F-418D-AE19-62706E023703}">
                      <ahyp:hlinkClr xmlns:ahyp="http://schemas.microsoft.com/office/drawing/2018/hyperlinkcolor" val="tx"/>
                    </a:ext>
                  </a:extLst>
                </a:hlinkClick>
              </a:rPr>
              <a:t>Freepik</a:t>
            </a:r>
            <a:r>
              <a:rPr lang="en" sz="1333" u="sng">
                <a:solidFill>
                  <a:schemeClr val="dk1"/>
                </a:solidFill>
                <a:latin typeface="Hanken Grotesk"/>
                <a:ea typeface="Hanken Grotesk"/>
                <a:cs typeface="Hanken Grotesk"/>
                <a:sym typeface="Hanken Grotesk"/>
              </a:rPr>
              <a:t> </a:t>
            </a:r>
            <a:endParaRPr sz="1333" b="1" u="sng">
              <a:solidFill>
                <a:schemeClr val="dk1"/>
              </a:solidFill>
              <a:latin typeface="Hanken Grotesk"/>
              <a:ea typeface="Hanken Grotesk"/>
              <a:cs typeface="Hanken Grotesk"/>
              <a:sym typeface="Hanken Grotesk"/>
            </a:endParaRPr>
          </a:p>
        </p:txBody>
      </p:sp>
    </p:spTree>
    <p:extLst>
      <p:ext uri="{BB962C8B-B14F-4D97-AF65-F5344CB8AC3E}">
        <p14:creationId xmlns:p14="http://schemas.microsoft.com/office/powerpoint/2010/main" val="3805302755"/>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182"/>
        <p:cNvGrpSpPr/>
        <p:nvPr/>
      </p:nvGrpSpPr>
      <p:grpSpPr>
        <a:xfrm>
          <a:off x="0" y="0"/>
          <a:ext cx="0" cy="0"/>
          <a:chOff x="0" y="0"/>
          <a:chExt cx="0" cy="0"/>
        </a:xfrm>
      </p:grpSpPr>
      <p:sp>
        <p:nvSpPr>
          <p:cNvPr id="183" name="Google Shape;183;p27"/>
          <p:cNvSpPr/>
          <p:nvPr/>
        </p:nvSpPr>
        <p:spPr>
          <a:xfrm rot="10800000" flipH="1">
            <a:off x="-9767" y="5782400"/>
            <a:ext cx="12252400" cy="10756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84" name="Google Shape;184;p27"/>
          <p:cNvSpPr/>
          <p:nvPr/>
        </p:nvSpPr>
        <p:spPr>
          <a:xfrm rot="5400000">
            <a:off x="-2795433" y="711833"/>
            <a:ext cx="5507600" cy="157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3833216308"/>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185"/>
        <p:cNvGrpSpPr/>
        <p:nvPr/>
      </p:nvGrpSpPr>
      <p:grpSpPr>
        <a:xfrm>
          <a:off x="0" y="0"/>
          <a:ext cx="0" cy="0"/>
          <a:chOff x="0" y="0"/>
          <a:chExt cx="0" cy="0"/>
        </a:xfrm>
      </p:grpSpPr>
      <p:sp>
        <p:nvSpPr>
          <p:cNvPr id="186" name="Google Shape;186;p28"/>
          <p:cNvSpPr/>
          <p:nvPr/>
        </p:nvSpPr>
        <p:spPr>
          <a:xfrm rot="10800000" flipH="1">
            <a:off x="11109300" y="-25733"/>
            <a:ext cx="1133200" cy="68812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87" name="Google Shape;187;p28"/>
          <p:cNvSpPr/>
          <p:nvPr/>
        </p:nvSpPr>
        <p:spPr>
          <a:xfrm>
            <a:off x="-1613500" y="6341867"/>
            <a:ext cx="5507600" cy="157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3842979782"/>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FC9F3-BA08-98D4-9BC7-0255FCCCFC4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36F11E3-FCB2-26E3-FDA3-63060A79EE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4696F1-9B8B-F845-5194-BD4F350C39A4}"/>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5" name="Footer Placeholder 4">
            <a:extLst>
              <a:ext uri="{FF2B5EF4-FFF2-40B4-BE49-F238E27FC236}">
                <a16:creationId xmlns:a16="http://schemas.microsoft.com/office/drawing/2014/main" id="{8A000A43-B086-143D-3913-05D515A25C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8A62A9-CEB9-705E-185D-701F0EDB8CA7}"/>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4290943088"/>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191"/>
        <p:cNvGrpSpPr/>
        <p:nvPr/>
      </p:nvGrpSpPr>
      <p:grpSpPr>
        <a:xfrm>
          <a:off x="0" y="0"/>
          <a:ext cx="0" cy="0"/>
          <a:chOff x="0" y="0"/>
          <a:chExt cx="0" cy="0"/>
        </a:xfrm>
      </p:grpSpPr>
    </p:spTree>
    <p:extLst>
      <p:ext uri="{BB962C8B-B14F-4D97-AF65-F5344CB8AC3E}">
        <p14:creationId xmlns:p14="http://schemas.microsoft.com/office/powerpoint/2010/main" val="2005995202"/>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192"/>
        <p:cNvGrpSpPr/>
        <p:nvPr/>
      </p:nvGrpSpPr>
      <p:grpSpPr>
        <a:xfrm>
          <a:off x="0" y="0"/>
          <a:ext cx="0" cy="0"/>
          <a:chOff x="0" y="0"/>
          <a:chExt cx="0" cy="0"/>
        </a:xfrm>
      </p:grpSpPr>
      <p:sp>
        <p:nvSpPr>
          <p:cNvPr id="193" name="Google Shape;193;p31"/>
          <p:cNvSpPr txBox="1">
            <a:spLocks noGrp="1"/>
          </p:cNvSpPr>
          <p:nvPr>
            <p:ph type="title"/>
          </p:nvPr>
        </p:nvSpPr>
        <p:spPr>
          <a:xfrm>
            <a:off x="955600" y="681367"/>
            <a:ext cx="10280800" cy="6432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solidFill>
                  <a:schemeClr val="lt1"/>
                </a:solidFill>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r>
              <a:rPr lang="en-US"/>
              <a:t>Click to edit Master title style</a:t>
            </a:r>
            <a:endParaRPr/>
          </a:p>
        </p:txBody>
      </p:sp>
    </p:spTree>
    <p:extLst>
      <p:ext uri="{BB962C8B-B14F-4D97-AF65-F5344CB8AC3E}">
        <p14:creationId xmlns:p14="http://schemas.microsoft.com/office/powerpoint/2010/main" val="3165640225"/>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50967" y="2409000"/>
            <a:ext cx="8466800" cy="18408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733"/>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r>
              <a:rPr lang="en-US"/>
              <a:t>Click to edit Master title style</a:t>
            </a:r>
            <a:endParaRPr/>
          </a:p>
        </p:txBody>
      </p:sp>
      <p:sp>
        <p:nvSpPr>
          <p:cNvPr id="10" name="Google Shape;10;p2"/>
          <p:cNvSpPr txBox="1">
            <a:spLocks noGrp="1"/>
          </p:cNvSpPr>
          <p:nvPr>
            <p:ph type="subTitle" idx="1"/>
          </p:nvPr>
        </p:nvSpPr>
        <p:spPr>
          <a:xfrm>
            <a:off x="950967" y="4162333"/>
            <a:ext cx="8466800" cy="518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867">
                <a:solidFill>
                  <a:schemeClr val="dk1"/>
                </a:solidFill>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
        <p:nvSpPr>
          <p:cNvPr id="11" name="Google Shape;11;p2"/>
          <p:cNvSpPr/>
          <p:nvPr/>
        </p:nvSpPr>
        <p:spPr>
          <a:xfrm>
            <a:off x="-967" y="5494300"/>
            <a:ext cx="12192000" cy="14044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12" name="Google Shape;12;p2"/>
          <p:cNvGrpSpPr/>
          <p:nvPr/>
        </p:nvGrpSpPr>
        <p:grpSpPr>
          <a:xfrm>
            <a:off x="6839400" y="-1580833"/>
            <a:ext cx="7048000" cy="8967000"/>
            <a:chOff x="5129550" y="-1185625"/>
            <a:chExt cx="5286000" cy="6725250"/>
          </a:xfrm>
        </p:grpSpPr>
        <p:sp>
          <p:nvSpPr>
            <p:cNvPr id="13" name="Google Shape;13;p2"/>
            <p:cNvSpPr/>
            <p:nvPr/>
          </p:nvSpPr>
          <p:spPr>
            <a:xfrm>
              <a:off x="5129550" y="-1185625"/>
              <a:ext cx="5286000" cy="23382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cxnSp>
          <p:nvCxnSpPr>
            <p:cNvPr id="14" name="Google Shape;14;p2"/>
            <p:cNvCxnSpPr/>
            <p:nvPr/>
          </p:nvCxnSpPr>
          <p:spPr>
            <a:xfrm>
              <a:off x="7830375" y="-82075"/>
              <a:ext cx="0" cy="56217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55723038"/>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5"/>
        <p:cNvGrpSpPr/>
        <p:nvPr/>
      </p:nvGrpSpPr>
      <p:grpSpPr>
        <a:xfrm>
          <a:off x="0" y="0"/>
          <a:ext cx="0" cy="0"/>
          <a:chOff x="0" y="0"/>
          <a:chExt cx="0" cy="0"/>
        </a:xfrm>
      </p:grpSpPr>
      <p:sp>
        <p:nvSpPr>
          <p:cNvPr id="16" name="Google Shape;16;p3"/>
          <p:cNvSpPr/>
          <p:nvPr/>
        </p:nvSpPr>
        <p:spPr>
          <a:xfrm>
            <a:off x="-967" y="3429300"/>
            <a:ext cx="12192000" cy="34696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7" name="Google Shape;17;p3"/>
          <p:cNvSpPr txBox="1">
            <a:spLocks noGrp="1"/>
          </p:cNvSpPr>
          <p:nvPr>
            <p:ph type="title"/>
          </p:nvPr>
        </p:nvSpPr>
        <p:spPr>
          <a:xfrm>
            <a:off x="5899300" y="3490700"/>
            <a:ext cx="4538000" cy="1122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6667"/>
            </a:lvl1pPr>
            <a:lvl2pPr lvl="1" algn="ctr">
              <a:spcBef>
                <a:spcPts val="0"/>
              </a:spcBef>
              <a:spcAft>
                <a:spcPts val="0"/>
              </a:spcAft>
              <a:buSzPts val="3600"/>
              <a:buFont typeface="Poppins ExtraBold"/>
              <a:buNone/>
              <a:defRPr sz="4800" b="0">
                <a:latin typeface="Poppins ExtraBold"/>
                <a:ea typeface="Poppins ExtraBold"/>
                <a:cs typeface="Poppins ExtraBold"/>
                <a:sym typeface="Poppins ExtraBold"/>
              </a:defRPr>
            </a:lvl2pPr>
            <a:lvl3pPr lvl="2" algn="ctr">
              <a:spcBef>
                <a:spcPts val="0"/>
              </a:spcBef>
              <a:spcAft>
                <a:spcPts val="0"/>
              </a:spcAft>
              <a:buSzPts val="3600"/>
              <a:buFont typeface="Poppins ExtraBold"/>
              <a:buNone/>
              <a:defRPr sz="4800" b="0">
                <a:latin typeface="Poppins ExtraBold"/>
                <a:ea typeface="Poppins ExtraBold"/>
                <a:cs typeface="Poppins ExtraBold"/>
                <a:sym typeface="Poppins ExtraBold"/>
              </a:defRPr>
            </a:lvl3pPr>
            <a:lvl4pPr lvl="3" algn="ctr">
              <a:spcBef>
                <a:spcPts val="0"/>
              </a:spcBef>
              <a:spcAft>
                <a:spcPts val="0"/>
              </a:spcAft>
              <a:buSzPts val="3600"/>
              <a:buFont typeface="Poppins ExtraBold"/>
              <a:buNone/>
              <a:defRPr sz="4800" b="0">
                <a:latin typeface="Poppins ExtraBold"/>
                <a:ea typeface="Poppins ExtraBold"/>
                <a:cs typeface="Poppins ExtraBold"/>
                <a:sym typeface="Poppins ExtraBold"/>
              </a:defRPr>
            </a:lvl4pPr>
            <a:lvl5pPr lvl="4" algn="ctr">
              <a:spcBef>
                <a:spcPts val="0"/>
              </a:spcBef>
              <a:spcAft>
                <a:spcPts val="0"/>
              </a:spcAft>
              <a:buSzPts val="3600"/>
              <a:buFont typeface="Poppins ExtraBold"/>
              <a:buNone/>
              <a:defRPr sz="4800" b="0">
                <a:latin typeface="Poppins ExtraBold"/>
                <a:ea typeface="Poppins ExtraBold"/>
                <a:cs typeface="Poppins ExtraBold"/>
                <a:sym typeface="Poppins ExtraBold"/>
              </a:defRPr>
            </a:lvl5pPr>
            <a:lvl6pPr lvl="5" algn="ctr">
              <a:spcBef>
                <a:spcPts val="0"/>
              </a:spcBef>
              <a:spcAft>
                <a:spcPts val="0"/>
              </a:spcAft>
              <a:buSzPts val="3600"/>
              <a:buFont typeface="Poppins ExtraBold"/>
              <a:buNone/>
              <a:defRPr sz="4800" b="0">
                <a:latin typeface="Poppins ExtraBold"/>
                <a:ea typeface="Poppins ExtraBold"/>
                <a:cs typeface="Poppins ExtraBold"/>
                <a:sym typeface="Poppins ExtraBold"/>
              </a:defRPr>
            </a:lvl6pPr>
            <a:lvl7pPr lvl="6" algn="ctr">
              <a:spcBef>
                <a:spcPts val="0"/>
              </a:spcBef>
              <a:spcAft>
                <a:spcPts val="0"/>
              </a:spcAft>
              <a:buSzPts val="3600"/>
              <a:buFont typeface="Poppins ExtraBold"/>
              <a:buNone/>
              <a:defRPr sz="4800" b="0">
                <a:latin typeface="Poppins ExtraBold"/>
                <a:ea typeface="Poppins ExtraBold"/>
                <a:cs typeface="Poppins ExtraBold"/>
                <a:sym typeface="Poppins ExtraBold"/>
              </a:defRPr>
            </a:lvl7pPr>
            <a:lvl8pPr lvl="7" algn="ctr">
              <a:spcBef>
                <a:spcPts val="0"/>
              </a:spcBef>
              <a:spcAft>
                <a:spcPts val="0"/>
              </a:spcAft>
              <a:buSzPts val="3600"/>
              <a:buFont typeface="Poppins ExtraBold"/>
              <a:buNone/>
              <a:defRPr sz="4800" b="0">
                <a:latin typeface="Poppins ExtraBold"/>
                <a:ea typeface="Poppins ExtraBold"/>
                <a:cs typeface="Poppins ExtraBold"/>
                <a:sym typeface="Poppins ExtraBold"/>
              </a:defRPr>
            </a:lvl8pPr>
            <a:lvl9pPr lvl="8" algn="ctr">
              <a:spcBef>
                <a:spcPts val="0"/>
              </a:spcBef>
              <a:spcAft>
                <a:spcPts val="0"/>
              </a:spcAft>
              <a:buSzPts val="3600"/>
              <a:buFont typeface="Poppins ExtraBold"/>
              <a:buNone/>
              <a:defRPr sz="4800" b="0">
                <a:latin typeface="Poppins ExtraBold"/>
                <a:ea typeface="Poppins ExtraBold"/>
                <a:cs typeface="Poppins ExtraBold"/>
                <a:sym typeface="Poppins ExtraBold"/>
              </a:defRPr>
            </a:lvl9pPr>
          </a:lstStyle>
          <a:p>
            <a:r>
              <a:rPr lang="en-US"/>
              <a:t>Click to edit Master title style</a:t>
            </a:r>
            <a:endParaRPr/>
          </a:p>
        </p:txBody>
      </p:sp>
      <p:sp>
        <p:nvSpPr>
          <p:cNvPr id="18" name="Google Shape;18;p3"/>
          <p:cNvSpPr txBox="1">
            <a:spLocks noGrp="1"/>
          </p:cNvSpPr>
          <p:nvPr>
            <p:ph type="title" idx="2" hasCustomPrompt="1"/>
          </p:nvPr>
        </p:nvSpPr>
        <p:spPr>
          <a:xfrm>
            <a:off x="5396233" y="2054000"/>
            <a:ext cx="1977600" cy="12104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933"/>
            </a:lvl1pPr>
            <a:lvl2pPr lvl="1" algn="ctr" rtl="0">
              <a:spcBef>
                <a:spcPts val="0"/>
              </a:spcBef>
              <a:spcAft>
                <a:spcPts val="0"/>
              </a:spcAft>
              <a:buClr>
                <a:schemeClr val="lt1"/>
              </a:buClr>
              <a:buSzPts val="6000"/>
              <a:buFont typeface="Poppins ExtraBold"/>
              <a:buNone/>
              <a:defRPr sz="8000" b="0">
                <a:solidFill>
                  <a:schemeClr val="lt1"/>
                </a:solidFill>
                <a:latin typeface="Poppins ExtraBold"/>
                <a:ea typeface="Poppins ExtraBold"/>
                <a:cs typeface="Poppins ExtraBold"/>
                <a:sym typeface="Poppins ExtraBold"/>
              </a:defRPr>
            </a:lvl2pPr>
            <a:lvl3pPr lvl="2" algn="ctr" rtl="0">
              <a:spcBef>
                <a:spcPts val="0"/>
              </a:spcBef>
              <a:spcAft>
                <a:spcPts val="0"/>
              </a:spcAft>
              <a:buClr>
                <a:schemeClr val="lt1"/>
              </a:buClr>
              <a:buSzPts val="6000"/>
              <a:buFont typeface="Poppins ExtraBold"/>
              <a:buNone/>
              <a:defRPr sz="8000" b="0">
                <a:solidFill>
                  <a:schemeClr val="lt1"/>
                </a:solidFill>
                <a:latin typeface="Poppins ExtraBold"/>
                <a:ea typeface="Poppins ExtraBold"/>
                <a:cs typeface="Poppins ExtraBold"/>
                <a:sym typeface="Poppins ExtraBold"/>
              </a:defRPr>
            </a:lvl3pPr>
            <a:lvl4pPr lvl="3" algn="ctr" rtl="0">
              <a:spcBef>
                <a:spcPts val="0"/>
              </a:spcBef>
              <a:spcAft>
                <a:spcPts val="0"/>
              </a:spcAft>
              <a:buClr>
                <a:schemeClr val="lt1"/>
              </a:buClr>
              <a:buSzPts val="6000"/>
              <a:buFont typeface="Poppins ExtraBold"/>
              <a:buNone/>
              <a:defRPr sz="8000" b="0">
                <a:solidFill>
                  <a:schemeClr val="lt1"/>
                </a:solidFill>
                <a:latin typeface="Poppins ExtraBold"/>
                <a:ea typeface="Poppins ExtraBold"/>
                <a:cs typeface="Poppins ExtraBold"/>
                <a:sym typeface="Poppins ExtraBold"/>
              </a:defRPr>
            </a:lvl4pPr>
            <a:lvl5pPr lvl="4" algn="ctr" rtl="0">
              <a:spcBef>
                <a:spcPts val="0"/>
              </a:spcBef>
              <a:spcAft>
                <a:spcPts val="0"/>
              </a:spcAft>
              <a:buClr>
                <a:schemeClr val="lt1"/>
              </a:buClr>
              <a:buSzPts val="6000"/>
              <a:buFont typeface="Poppins ExtraBold"/>
              <a:buNone/>
              <a:defRPr sz="8000" b="0">
                <a:solidFill>
                  <a:schemeClr val="lt1"/>
                </a:solidFill>
                <a:latin typeface="Poppins ExtraBold"/>
                <a:ea typeface="Poppins ExtraBold"/>
                <a:cs typeface="Poppins ExtraBold"/>
                <a:sym typeface="Poppins ExtraBold"/>
              </a:defRPr>
            </a:lvl5pPr>
            <a:lvl6pPr lvl="5" algn="ctr" rtl="0">
              <a:spcBef>
                <a:spcPts val="0"/>
              </a:spcBef>
              <a:spcAft>
                <a:spcPts val="0"/>
              </a:spcAft>
              <a:buClr>
                <a:schemeClr val="lt1"/>
              </a:buClr>
              <a:buSzPts val="6000"/>
              <a:buFont typeface="Poppins ExtraBold"/>
              <a:buNone/>
              <a:defRPr sz="8000" b="0">
                <a:solidFill>
                  <a:schemeClr val="lt1"/>
                </a:solidFill>
                <a:latin typeface="Poppins ExtraBold"/>
                <a:ea typeface="Poppins ExtraBold"/>
                <a:cs typeface="Poppins ExtraBold"/>
                <a:sym typeface="Poppins ExtraBold"/>
              </a:defRPr>
            </a:lvl6pPr>
            <a:lvl7pPr lvl="6" algn="ctr" rtl="0">
              <a:spcBef>
                <a:spcPts val="0"/>
              </a:spcBef>
              <a:spcAft>
                <a:spcPts val="0"/>
              </a:spcAft>
              <a:buClr>
                <a:schemeClr val="lt1"/>
              </a:buClr>
              <a:buSzPts val="6000"/>
              <a:buFont typeface="Poppins ExtraBold"/>
              <a:buNone/>
              <a:defRPr sz="8000" b="0">
                <a:solidFill>
                  <a:schemeClr val="lt1"/>
                </a:solidFill>
                <a:latin typeface="Poppins ExtraBold"/>
                <a:ea typeface="Poppins ExtraBold"/>
                <a:cs typeface="Poppins ExtraBold"/>
                <a:sym typeface="Poppins ExtraBold"/>
              </a:defRPr>
            </a:lvl7pPr>
            <a:lvl8pPr lvl="7" algn="ctr" rtl="0">
              <a:spcBef>
                <a:spcPts val="0"/>
              </a:spcBef>
              <a:spcAft>
                <a:spcPts val="0"/>
              </a:spcAft>
              <a:buClr>
                <a:schemeClr val="lt1"/>
              </a:buClr>
              <a:buSzPts val="6000"/>
              <a:buFont typeface="Poppins ExtraBold"/>
              <a:buNone/>
              <a:defRPr sz="8000" b="0">
                <a:solidFill>
                  <a:schemeClr val="lt1"/>
                </a:solidFill>
                <a:latin typeface="Poppins ExtraBold"/>
                <a:ea typeface="Poppins ExtraBold"/>
                <a:cs typeface="Poppins ExtraBold"/>
                <a:sym typeface="Poppins ExtraBold"/>
              </a:defRPr>
            </a:lvl8pPr>
            <a:lvl9pPr lvl="8" algn="ctr" rtl="0">
              <a:spcBef>
                <a:spcPts val="0"/>
              </a:spcBef>
              <a:spcAft>
                <a:spcPts val="0"/>
              </a:spcAft>
              <a:buClr>
                <a:schemeClr val="lt1"/>
              </a:buClr>
              <a:buSzPts val="6000"/>
              <a:buFont typeface="Poppins ExtraBold"/>
              <a:buNone/>
              <a:defRPr sz="8000" b="0">
                <a:solidFill>
                  <a:schemeClr val="lt1"/>
                </a:solidFill>
                <a:latin typeface="Poppins ExtraBold"/>
                <a:ea typeface="Poppins ExtraBold"/>
                <a:cs typeface="Poppins ExtraBold"/>
                <a:sym typeface="Poppins ExtraBold"/>
              </a:defRPr>
            </a:lvl9pPr>
          </a:lstStyle>
          <a:p>
            <a:r>
              <a:t>xx%</a:t>
            </a:r>
          </a:p>
        </p:txBody>
      </p:sp>
      <p:sp>
        <p:nvSpPr>
          <p:cNvPr id="19" name="Google Shape;19;p3"/>
          <p:cNvSpPr>
            <a:spLocks noGrp="1"/>
          </p:cNvSpPr>
          <p:nvPr>
            <p:ph type="pic" idx="3"/>
          </p:nvPr>
        </p:nvSpPr>
        <p:spPr>
          <a:xfrm flipH="1">
            <a:off x="728733" y="539833"/>
            <a:ext cx="3924400" cy="6318000"/>
          </a:xfrm>
          <a:prstGeom prst="rect">
            <a:avLst/>
          </a:prstGeom>
          <a:noFill/>
          <a:ln>
            <a:noFill/>
          </a:ln>
        </p:spPr>
        <p:txBody>
          <a:bodyPr/>
          <a:lstStyle/>
          <a:p>
            <a:endParaRPr lang="en-IN"/>
          </a:p>
        </p:txBody>
      </p:sp>
      <p:grpSp>
        <p:nvGrpSpPr>
          <p:cNvPr id="20" name="Google Shape;20;p3"/>
          <p:cNvGrpSpPr/>
          <p:nvPr/>
        </p:nvGrpSpPr>
        <p:grpSpPr>
          <a:xfrm>
            <a:off x="8469933" y="-109434"/>
            <a:ext cx="7048000" cy="8400667"/>
            <a:chOff x="6352450" y="-82075"/>
            <a:chExt cx="5286000" cy="6300500"/>
          </a:xfrm>
        </p:grpSpPr>
        <p:cxnSp>
          <p:nvCxnSpPr>
            <p:cNvPr id="21" name="Google Shape;21;p3"/>
            <p:cNvCxnSpPr/>
            <p:nvPr/>
          </p:nvCxnSpPr>
          <p:spPr>
            <a:xfrm>
              <a:off x="7830375" y="-82075"/>
              <a:ext cx="0" cy="5621700"/>
            </a:xfrm>
            <a:prstGeom prst="straightConnector1">
              <a:avLst/>
            </a:prstGeom>
            <a:noFill/>
            <a:ln w="9525" cap="flat" cmpd="sng">
              <a:solidFill>
                <a:schemeClr val="dk1"/>
              </a:solidFill>
              <a:prstDash val="solid"/>
              <a:round/>
              <a:headEnd type="none" w="med" len="med"/>
              <a:tailEnd type="none" w="med" len="med"/>
            </a:ln>
          </p:spPr>
        </p:cxnSp>
        <p:sp>
          <p:nvSpPr>
            <p:cNvPr id="22" name="Google Shape;22;p3"/>
            <p:cNvSpPr/>
            <p:nvPr/>
          </p:nvSpPr>
          <p:spPr>
            <a:xfrm>
              <a:off x="6352450" y="3880225"/>
              <a:ext cx="5286000" cy="23382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408334302"/>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3"/>
        <p:cNvGrpSpPr/>
        <p:nvPr/>
      </p:nvGrpSpPr>
      <p:grpSpPr>
        <a:xfrm>
          <a:off x="0" y="0"/>
          <a:ext cx="0" cy="0"/>
          <a:chOff x="0" y="0"/>
          <a:chExt cx="0" cy="0"/>
        </a:xfrm>
      </p:grpSpPr>
      <p:sp>
        <p:nvSpPr>
          <p:cNvPr id="24" name="Google Shape;24;p4"/>
          <p:cNvSpPr/>
          <p:nvPr/>
        </p:nvSpPr>
        <p:spPr>
          <a:xfrm rot="10800000" flipH="1">
            <a:off x="-967" y="4010144"/>
            <a:ext cx="12198000" cy="2852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5" name="Google Shape;25;p4"/>
          <p:cNvSpPr txBox="1">
            <a:spLocks noGrp="1"/>
          </p:cNvSpPr>
          <p:nvPr>
            <p:ph type="title"/>
          </p:nvPr>
        </p:nvSpPr>
        <p:spPr>
          <a:xfrm>
            <a:off x="960000" y="593367"/>
            <a:ext cx="4267200" cy="12192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6" name="Google Shape;26;p4"/>
          <p:cNvSpPr txBox="1">
            <a:spLocks noGrp="1"/>
          </p:cNvSpPr>
          <p:nvPr>
            <p:ph type="body" idx="1"/>
          </p:nvPr>
        </p:nvSpPr>
        <p:spPr>
          <a:xfrm>
            <a:off x="960000" y="1817833"/>
            <a:ext cx="10272000" cy="525600"/>
          </a:xfrm>
          <a:prstGeom prst="rect">
            <a:avLst/>
          </a:prstGeom>
        </p:spPr>
        <p:txBody>
          <a:bodyPr spcFirstLastPara="1" wrap="square" lIns="91425" tIns="91425" rIns="91425" bIns="91425" anchor="t" anchorCtr="0">
            <a:noAutofit/>
          </a:bodyPr>
          <a:lstStyle>
            <a:lvl1pPr marL="609585" lvl="0" indent="-406390" rtl="0">
              <a:lnSpc>
                <a:spcPct val="100000"/>
              </a:lnSpc>
              <a:spcBef>
                <a:spcPts val="400"/>
              </a:spcBef>
              <a:spcAft>
                <a:spcPts val="0"/>
              </a:spcAft>
              <a:buSzPts val="1200"/>
              <a:buChar char="●"/>
              <a:defRPr/>
            </a:lvl1pPr>
            <a:lvl2pPr marL="1219170" lvl="1" indent="-406390" rtl="0">
              <a:lnSpc>
                <a:spcPct val="100000"/>
              </a:lnSpc>
              <a:spcBef>
                <a:spcPts val="0"/>
              </a:spcBef>
              <a:spcAft>
                <a:spcPts val="0"/>
              </a:spcAft>
              <a:buSzPts val="1200"/>
              <a:buChar char="○"/>
              <a:defRPr/>
            </a:lvl2pPr>
            <a:lvl3pPr marL="1828754" lvl="2" indent="-406390" rtl="0">
              <a:lnSpc>
                <a:spcPct val="100000"/>
              </a:lnSpc>
              <a:spcBef>
                <a:spcPts val="0"/>
              </a:spcBef>
              <a:spcAft>
                <a:spcPts val="0"/>
              </a:spcAft>
              <a:buSzPts val="1200"/>
              <a:buChar char="■"/>
              <a:defRPr/>
            </a:lvl3pPr>
            <a:lvl4pPr marL="2438339" lvl="3" indent="-406390" rtl="0">
              <a:lnSpc>
                <a:spcPct val="100000"/>
              </a:lnSpc>
              <a:spcBef>
                <a:spcPts val="0"/>
              </a:spcBef>
              <a:spcAft>
                <a:spcPts val="0"/>
              </a:spcAft>
              <a:buSzPts val="1200"/>
              <a:buChar char="●"/>
              <a:defRPr/>
            </a:lvl4pPr>
            <a:lvl5pPr marL="3047924" lvl="4" indent="-406390" rtl="0">
              <a:lnSpc>
                <a:spcPct val="100000"/>
              </a:lnSpc>
              <a:spcBef>
                <a:spcPts val="0"/>
              </a:spcBef>
              <a:spcAft>
                <a:spcPts val="0"/>
              </a:spcAft>
              <a:buSzPts val="1200"/>
              <a:buChar char="○"/>
              <a:defRPr/>
            </a:lvl5pPr>
            <a:lvl6pPr marL="3657509" lvl="5" indent="-406390" rtl="0">
              <a:lnSpc>
                <a:spcPct val="100000"/>
              </a:lnSpc>
              <a:spcBef>
                <a:spcPts val="0"/>
              </a:spcBef>
              <a:spcAft>
                <a:spcPts val="0"/>
              </a:spcAft>
              <a:buSzPts val="1200"/>
              <a:buChar char="■"/>
              <a:defRPr/>
            </a:lvl6pPr>
            <a:lvl7pPr marL="4267093" lvl="6" indent="-406390" rtl="0">
              <a:lnSpc>
                <a:spcPct val="100000"/>
              </a:lnSpc>
              <a:spcBef>
                <a:spcPts val="0"/>
              </a:spcBef>
              <a:spcAft>
                <a:spcPts val="0"/>
              </a:spcAft>
              <a:buSzPts val="1200"/>
              <a:buChar char="●"/>
              <a:defRPr/>
            </a:lvl7pPr>
            <a:lvl8pPr marL="4876678" lvl="7" indent="-406390" rtl="0">
              <a:lnSpc>
                <a:spcPct val="100000"/>
              </a:lnSpc>
              <a:spcBef>
                <a:spcPts val="0"/>
              </a:spcBef>
              <a:spcAft>
                <a:spcPts val="0"/>
              </a:spcAft>
              <a:buSzPts val="1200"/>
              <a:buChar char="○"/>
              <a:defRPr/>
            </a:lvl8pPr>
            <a:lvl9pPr marL="5486263" lvl="8" indent="-406390" rtl="0">
              <a:lnSpc>
                <a:spcPct val="100000"/>
              </a:lnSpc>
              <a:spcBef>
                <a:spcPts val="0"/>
              </a:spcBef>
              <a:spcAft>
                <a:spcPts val="0"/>
              </a:spcAft>
              <a:buSzPts val="1200"/>
              <a:buChar char="■"/>
              <a:defRPr/>
            </a:lvl9pPr>
          </a:lstStyle>
          <a:p>
            <a:pPr lvl="0"/>
            <a:r>
              <a:rPr lang="en-US"/>
              <a:t>Click to edit Master text styles</a:t>
            </a:r>
          </a:p>
        </p:txBody>
      </p:sp>
      <p:sp>
        <p:nvSpPr>
          <p:cNvPr id="27" name="Google Shape;27;p4"/>
          <p:cNvSpPr/>
          <p:nvPr/>
        </p:nvSpPr>
        <p:spPr>
          <a:xfrm>
            <a:off x="8260400" y="-1062767"/>
            <a:ext cx="5507600" cy="157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1975340649"/>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960000" y="566656"/>
            <a:ext cx="4267200" cy="17068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600"/>
            </a:lvl1pPr>
            <a:lvl2pPr lvl="1" rtl="0">
              <a:spcBef>
                <a:spcPts val="0"/>
              </a:spcBef>
              <a:spcAft>
                <a:spcPts val="0"/>
              </a:spcAft>
              <a:buSzPts val="3000"/>
              <a:buFont typeface="Poppins ExtraBold"/>
              <a:buNone/>
              <a:defRPr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b="0">
                <a:latin typeface="Poppins ExtraBold"/>
                <a:ea typeface="Poppins ExtraBold"/>
                <a:cs typeface="Poppins ExtraBold"/>
                <a:sym typeface="Poppins ExtraBold"/>
              </a:defRPr>
            </a:lvl9pPr>
          </a:lstStyle>
          <a:p>
            <a:r>
              <a:rPr lang="en-US"/>
              <a:t>Click to edit Master title style</a:t>
            </a:r>
            <a:endParaRPr/>
          </a:p>
        </p:txBody>
      </p:sp>
      <p:sp>
        <p:nvSpPr>
          <p:cNvPr id="30" name="Google Shape;30;p5"/>
          <p:cNvSpPr txBox="1">
            <a:spLocks noGrp="1"/>
          </p:cNvSpPr>
          <p:nvPr>
            <p:ph type="subTitle" idx="1"/>
          </p:nvPr>
        </p:nvSpPr>
        <p:spPr>
          <a:xfrm>
            <a:off x="6679815" y="3797864"/>
            <a:ext cx="3434400" cy="234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31" name="Google Shape;31;p5"/>
          <p:cNvSpPr txBox="1">
            <a:spLocks noGrp="1"/>
          </p:cNvSpPr>
          <p:nvPr>
            <p:ph type="subTitle" idx="2"/>
          </p:nvPr>
        </p:nvSpPr>
        <p:spPr>
          <a:xfrm>
            <a:off x="2229401" y="3797872"/>
            <a:ext cx="3434400" cy="234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32" name="Google Shape;32;p5"/>
          <p:cNvSpPr txBox="1">
            <a:spLocks noGrp="1"/>
          </p:cNvSpPr>
          <p:nvPr>
            <p:ph type="subTitle" idx="3"/>
          </p:nvPr>
        </p:nvSpPr>
        <p:spPr>
          <a:xfrm>
            <a:off x="2229400" y="3306333"/>
            <a:ext cx="3434400" cy="586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33" name="Google Shape;33;p5"/>
          <p:cNvSpPr txBox="1">
            <a:spLocks noGrp="1"/>
          </p:cNvSpPr>
          <p:nvPr>
            <p:ph type="subTitle" idx="4"/>
          </p:nvPr>
        </p:nvSpPr>
        <p:spPr>
          <a:xfrm>
            <a:off x="6679807" y="3306333"/>
            <a:ext cx="3434400" cy="586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34" name="Google Shape;34;p5"/>
          <p:cNvSpPr/>
          <p:nvPr/>
        </p:nvSpPr>
        <p:spPr>
          <a:xfrm rot="5400000">
            <a:off x="9479833" y="-70067"/>
            <a:ext cx="5507600" cy="157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35" name="Google Shape;35;p5"/>
          <p:cNvSpPr/>
          <p:nvPr/>
        </p:nvSpPr>
        <p:spPr>
          <a:xfrm rot="10800000" flipH="1">
            <a:off x="-9767" y="-7293"/>
            <a:ext cx="685600" cy="68692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1895974932"/>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960000" y="593367"/>
            <a:ext cx="4267200" cy="12192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38" name="Google Shape;38;p6"/>
          <p:cNvSpPr/>
          <p:nvPr/>
        </p:nvSpPr>
        <p:spPr>
          <a:xfrm rot="10800000" flipH="1">
            <a:off x="-9767" y="-19200"/>
            <a:ext cx="685600" cy="6894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39" name="Google Shape;39;p6"/>
          <p:cNvSpPr/>
          <p:nvPr/>
        </p:nvSpPr>
        <p:spPr>
          <a:xfrm rot="10800000">
            <a:off x="-6130933" y="6360167"/>
            <a:ext cx="9169200" cy="157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414033843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0"/>
        <p:cNvGrpSpPr/>
        <p:nvPr/>
      </p:nvGrpSpPr>
      <p:grpSpPr>
        <a:xfrm>
          <a:off x="0" y="0"/>
          <a:ext cx="0" cy="0"/>
          <a:chOff x="0" y="0"/>
          <a:chExt cx="0" cy="0"/>
        </a:xfrm>
      </p:grpSpPr>
      <p:sp>
        <p:nvSpPr>
          <p:cNvPr id="41" name="Google Shape;41;p7"/>
          <p:cNvSpPr/>
          <p:nvPr/>
        </p:nvSpPr>
        <p:spPr>
          <a:xfrm>
            <a:off x="7589633" y="2520867"/>
            <a:ext cx="4602400" cy="43424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42" name="Google Shape;42;p7"/>
          <p:cNvSpPr txBox="1">
            <a:spLocks noGrp="1"/>
          </p:cNvSpPr>
          <p:nvPr>
            <p:ph type="title"/>
          </p:nvPr>
        </p:nvSpPr>
        <p:spPr>
          <a:xfrm>
            <a:off x="963168" y="597408"/>
            <a:ext cx="4267200" cy="17068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43" name="Google Shape;43;p7"/>
          <p:cNvSpPr txBox="1">
            <a:spLocks noGrp="1"/>
          </p:cNvSpPr>
          <p:nvPr>
            <p:ph type="subTitle" idx="1"/>
          </p:nvPr>
        </p:nvSpPr>
        <p:spPr>
          <a:xfrm>
            <a:off x="963168" y="2304200"/>
            <a:ext cx="5726400" cy="356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a:lvl1pPr>
            <a:lvl2pPr lvl="1" algn="ctr" rtl="0">
              <a:lnSpc>
                <a:spcPct val="100000"/>
              </a:lnSpc>
              <a:spcBef>
                <a:spcPts val="1333"/>
              </a:spcBef>
              <a:spcAft>
                <a:spcPts val="0"/>
              </a:spcAft>
              <a:buClr>
                <a:srgbClr val="E76A28"/>
              </a:buClr>
              <a:buSzPts val="1200"/>
              <a:buChar char="○"/>
              <a:defRPr/>
            </a:lvl2pPr>
            <a:lvl3pPr lvl="2" algn="ctr" rtl="0">
              <a:lnSpc>
                <a:spcPct val="100000"/>
              </a:lnSpc>
              <a:spcBef>
                <a:spcPts val="2133"/>
              </a:spcBef>
              <a:spcAft>
                <a:spcPts val="0"/>
              </a:spcAft>
              <a:buClr>
                <a:srgbClr val="E76A28"/>
              </a:buClr>
              <a:buSzPts val="1200"/>
              <a:buChar char="■"/>
              <a:defRPr/>
            </a:lvl3pPr>
            <a:lvl4pPr lvl="3" algn="ctr" rtl="0">
              <a:lnSpc>
                <a:spcPct val="100000"/>
              </a:lnSpc>
              <a:spcBef>
                <a:spcPts val="2133"/>
              </a:spcBef>
              <a:spcAft>
                <a:spcPts val="0"/>
              </a:spcAft>
              <a:buClr>
                <a:srgbClr val="E76A28"/>
              </a:buClr>
              <a:buSzPts val="1200"/>
              <a:buChar char="●"/>
              <a:defRPr/>
            </a:lvl4pPr>
            <a:lvl5pPr lvl="4" algn="ctr" rtl="0">
              <a:lnSpc>
                <a:spcPct val="100000"/>
              </a:lnSpc>
              <a:spcBef>
                <a:spcPts val="2133"/>
              </a:spcBef>
              <a:spcAft>
                <a:spcPts val="0"/>
              </a:spcAft>
              <a:buClr>
                <a:srgbClr val="E76A28"/>
              </a:buClr>
              <a:buSzPts val="1200"/>
              <a:buChar char="○"/>
              <a:defRPr/>
            </a:lvl5pPr>
            <a:lvl6pPr lvl="5" algn="ctr" rtl="0">
              <a:lnSpc>
                <a:spcPct val="100000"/>
              </a:lnSpc>
              <a:spcBef>
                <a:spcPts val="2133"/>
              </a:spcBef>
              <a:spcAft>
                <a:spcPts val="0"/>
              </a:spcAft>
              <a:buClr>
                <a:srgbClr val="999999"/>
              </a:buClr>
              <a:buSzPts val="1200"/>
              <a:buChar char="■"/>
              <a:defRPr/>
            </a:lvl6pPr>
            <a:lvl7pPr lvl="6" algn="ctr" rtl="0">
              <a:lnSpc>
                <a:spcPct val="100000"/>
              </a:lnSpc>
              <a:spcBef>
                <a:spcPts val="2133"/>
              </a:spcBef>
              <a:spcAft>
                <a:spcPts val="0"/>
              </a:spcAft>
              <a:buClr>
                <a:srgbClr val="999999"/>
              </a:buClr>
              <a:buSzPts val="1200"/>
              <a:buChar char="●"/>
              <a:defRPr/>
            </a:lvl7pPr>
            <a:lvl8pPr lvl="7" algn="ctr" rtl="0">
              <a:lnSpc>
                <a:spcPct val="100000"/>
              </a:lnSpc>
              <a:spcBef>
                <a:spcPts val="2133"/>
              </a:spcBef>
              <a:spcAft>
                <a:spcPts val="0"/>
              </a:spcAft>
              <a:buClr>
                <a:srgbClr val="999999"/>
              </a:buClr>
              <a:buSzPts val="1200"/>
              <a:buChar char="○"/>
              <a:defRPr/>
            </a:lvl8pPr>
            <a:lvl9pPr lvl="8" algn="ctr" rtl="0">
              <a:lnSpc>
                <a:spcPct val="100000"/>
              </a:lnSpc>
              <a:spcBef>
                <a:spcPts val="2133"/>
              </a:spcBef>
              <a:spcAft>
                <a:spcPts val="2133"/>
              </a:spcAft>
              <a:buClr>
                <a:srgbClr val="999999"/>
              </a:buClr>
              <a:buSzPts val="1200"/>
              <a:buChar char="■"/>
              <a:defRPr/>
            </a:lvl9pPr>
          </a:lstStyle>
          <a:p>
            <a:r>
              <a:rPr lang="en-US"/>
              <a:t>Click to edit Master subtitle style</a:t>
            </a:r>
            <a:endParaRPr/>
          </a:p>
        </p:txBody>
      </p:sp>
      <p:sp>
        <p:nvSpPr>
          <p:cNvPr id="44" name="Google Shape;44;p7"/>
          <p:cNvSpPr>
            <a:spLocks noGrp="1"/>
          </p:cNvSpPr>
          <p:nvPr>
            <p:ph type="pic" idx="2"/>
          </p:nvPr>
        </p:nvSpPr>
        <p:spPr>
          <a:xfrm>
            <a:off x="7589633" y="404767"/>
            <a:ext cx="4147200" cy="6458400"/>
          </a:xfrm>
          <a:prstGeom prst="rect">
            <a:avLst/>
          </a:prstGeom>
          <a:noFill/>
          <a:ln>
            <a:noFill/>
          </a:ln>
        </p:spPr>
        <p:txBody>
          <a:bodyPr/>
          <a:lstStyle/>
          <a:p>
            <a:endParaRPr lang="en-IN"/>
          </a:p>
        </p:txBody>
      </p:sp>
      <p:grpSp>
        <p:nvGrpSpPr>
          <p:cNvPr id="45" name="Google Shape;45;p7"/>
          <p:cNvGrpSpPr/>
          <p:nvPr/>
        </p:nvGrpSpPr>
        <p:grpSpPr>
          <a:xfrm>
            <a:off x="-1527900" y="-91800"/>
            <a:ext cx="4254000" cy="8255267"/>
            <a:chOff x="-1145925" y="-68850"/>
            <a:chExt cx="3190500" cy="6191450"/>
          </a:xfrm>
        </p:grpSpPr>
        <p:sp>
          <p:nvSpPr>
            <p:cNvPr id="46" name="Google Shape;46;p7"/>
            <p:cNvSpPr/>
            <p:nvPr/>
          </p:nvSpPr>
          <p:spPr>
            <a:xfrm>
              <a:off x="-1145925" y="4832600"/>
              <a:ext cx="3190500" cy="12900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cxnSp>
          <p:nvCxnSpPr>
            <p:cNvPr id="47" name="Google Shape;47;p7"/>
            <p:cNvCxnSpPr/>
            <p:nvPr/>
          </p:nvCxnSpPr>
          <p:spPr>
            <a:xfrm>
              <a:off x="405900" y="-68850"/>
              <a:ext cx="0" cy="52959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1781472607"/>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2427133" y="2599600"/>
            <a:ext cx="8814000" cy="2331600"/>
          </a:xfrm>
          <a:prstGeom prst="rect">
            <a:avLst/>
          </a:prstGeom>
        </p:spPr>
        <p:txBody>
          <a:bodyPr spcFirstLastPara="1" wrap="square" lIns="91425" tIns="91425" rIns="91425" bIns="91425" anchor="ctr" anchorCtr="0">
            <a:noAutofit/>
          </a:bodyPr>
          <a:lstStyle>
            <a:lvl1pPr lvl="0">
              <a:lnSpc>
                <a:spcPct val="80000"/>
              </a:lnSpc>
              <a:spcBef>
                <a:spcPts val="0"/>
              </a:spcBef>
              <a:spcAft>
                <a:spcPts val="0"/>
              </a:spcAft>
              <a:buSzPts val="6000"/>
              <a:buNone/>
              <a:defRPr sz="80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a:p>
        </p:txBody>
      </p:sp>
      <p:sp>
        <p:nvSpPr>
          <p:cNvPr id="50" name="Google Shape;50;p8"/>
          <p:cNvSpPr/>
          <p:nvPr/>
        </p:nvSpPr>
        <p:spPr>
          <a:xfrm>
            <a:off x="-967" y="0"/>
            <a:ext cx="1730400" cy="6898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cxnSp>
        <p:nvCxnSpPr>
          <p:cNvPr id="51" name="Google Shape;51;p8"/>
          <p:cNvCxnSpPr/>
          <p:nvPr/>
        </p:nvCxnSpPr>
        <p:spPr>
          <a:xfrm rot="10800000">
            <a:off x="9622333" y="7386167"/>
            <a:ext cx="2351600" cy="0"/>
          </a:xfrm>
          <a:prstGeom prst="straightConnector1">
            <a:avLst/>
          </a:prstGeom>
          <a:noFill/>
          <a:ln w="9525" cap="flat" cmpd="sng">
            <a:solidFill>
              <a:schemeClr val="dk1"/>
            </a:solidFill>
            <a:prstDash val="solid"/>
            <a:round/>
            <a:headEnd type="none" w="med" len="med"/>
            <a:tailEnd type="none" w="med" len="med"/>
          </a:ln>
        </p:spPr>
      </p:cxnSp>
      <p:grpSp>
        <p:nvGrpSpPr>
          <p:cNvPr id="52" name="Google Shape;52;p8"/>
          <p:cNvGrpSpPr/>
          <p:nvPr/>
        </p:nvGrpSpPr>
        <p:grpSpPr>
          <a:xfrm>
            <a:off x="-70833" y="1486400"/>
            <a:ext cx="13667236" cy="6996467"/>
            <a:chOff x="34350" y="1114800"/>
            <a:chExt cx="10163025" cy="5247350"/>
          </a:xfrm>
        </p:grpSpPr>
        <p:sp>
          <p:nvSpPr>
            <p:cNvPr id="53" name="Google Shape;53;p8"/>
            <p:cNvSpPr/>
            <p:nvPr/>
          </p:nvSpPr>
          <p:spPr>
            <a:xfrm>
              <a:off x="4911375" y="4023950"/>
              <a:ext cx="5286000" cy="23382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cxnSp>
          <p:nvCxnSpPr>
            <p:cNvPr id="54" name="Google Shape;54;p8"/>
            <p:cNvCxnSpPr/>
            <p:nvPr/>
          </p:nvCxnSpPr>
          <p:spPr>
            <a:xfrm rot="10800000">
              <a:off x="34350" y="1114800"/>
              <a:ext cx="9323400" cy="0"/>
            </a:xfrm>
            <a:prstGeom prst="straightConnector1">
              <a:avLst/>
            </a:prstGeom>
            <a:noFill/>
            <a:ln w="9525" cap="flat" cmpd="sng">
              <a:solidFill>
                <a:schemeClr val="dk1"/>
              </a:solidFill>
              <a:prstDash val="solid"/>
              <a:round/>
              <a:headEnd type="none" w="med" len="med"/>
              <a:tailEnd type="none" w="med" len="med"/>
            </a:ln>
          </p:spPr>
        </p:cxnSp>
      </p:grpSp>
      <p:sp>
        <p:nvSpPr>
          <p:cNvPr id="55" name="Google Shape;55;p8"/>
          <p:cNvSpPr/>
          <p:nvPr/>
        </p:nvSpPr>
        <p:spPr>
          <a:xfrm>
            <a:off x="2427133" y="2027167"/>
            <a:ext cx="273600" cy="2736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2208059865"/>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56"/>
        <p:cNvGrpSpPr/>
        <p:nvPr/>
      </p:nvGrpSpPr>
      <p:grpSpPr>
        <a:xfrm>
          <a:off x="0" y="0"/>
          <a:ext cx="0" cy="0"/>
          <a:chOff x="0" y="0"/>
          <a:chExt cx="0" cy="0"/>
        </a:xfrm>
      </p:grpSpPr>
      <p:sp>
        <p:nvSpPr>
          <p:cNvPr id="57" name="Google Shape;57;p9"/>
          <p:cNvSpPr txBox="1">
            <a:spLocks noGrp="1"/>
          </p:cNvSpPr>
          <p:nvPr>
            <p:ph type="title"/>
          </p:nvPr>
        </p:nvSpPr>
        <p:spPr>
          <a:xfrm>
            <a:off x="950967" y="1585467"/>
            <a:ext cx="6497200" cy="26192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8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58" name="Google Shape;58;p9"/>
          <p:cNvSpPr txBox="1">
            <a:spLocks noGrp="1"/>
          </p:cNvSpPr>
          <p:nvPr>
            <p:ph type="subTitle" idx="1"/>
          </p:nvPr>
        </p:nvSpPr>
        <p:spPr>
          <a:xfrm>
            <a:off x="950967" y="4204667"/>
            <a:ext cx="6497200" cy="89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867"/>
            </a:lvl1pPr>
            <a:lvl2pPr lvl="1" rtl="0">
              <a:lnSpc>
                <a:spcPct val="100000"/>
              </a:lnSpc>
              <a:spcBef>
                <a:spcPts val="0"/>
              </a:spcBef>
              <a:spcAft>
                <a:spcPts val="0"/>
              </a:spcAft>
              <a:buSzPts val="1200"/>
              <a:buNone/>
              <a:defRPr/>
            </a:lvl2pPr>
            <a:lvl3pPr lvl="2" rtl="0">
              <a:lnSpc>
                <a:spcPct val="100000"/>
              </a:lnSpc>
              <a:spcBef>
                <a:spcPts val="2133"/>
              </a:spcBef>
              <a:spcAft>
                <a:spcPts val="0"/>
              </a:spcAft>
              <a:buSzPts val="1200"/>
              <a:buNone/>
              <a:defRPr/>
            </a:lvl3pPr>
            <a:lvl4pPr lvl="3" rtl="0">
              <a:lnSpc>
                <a:spcPct val="100000"/>
              </a:lnSpc>
              <a:spcBef>
                <a:spcPts val="2133"/>
              </a:spcBef>
              <a:spcAft>
                <a:spcPts val="0"/>
              </a:spcAft>
              <a:buSzPts val="1200"/>
              <a:buNone/>
              <a:defRPr/>
            </a:lvl4pPr>
            <a:lvl5pPr lvl="4" rtl="0">
              <a:lnSpc>
                <a:spcPct val="100000"/>
              </a:lnSpc>
              <a:spcBef>
                <a:spcPts val="2133"/>
              </a:spcBef>
              <a:spcAft>
                <a:spcPts val="0"/>
              </a:spcAft>
              <a:buSzPts val="1200"/>
              <a:buNone/>
              <a:defRPr/>
            </a:lvl5pPr>
            <a:lvl6pPr lvl="5" rtl="0">
              <a:lnSpc>
                <a:spcPct val="100000"/>
              </a:lnSpc>
              <a:spcBef>
                <a:spcPts val="2133"/>
              </a:spcBef>
              <a:spcAft>
                <a:spcPts val="0"/>
              </a:spcAft>
              <a:buSzPts val="1200"/>
              <a:buNone/>
              <a:defRPr/>
            </a:lvl6pPr>
            <a:lvl7pPr lvl="6" rtl="0">
              <a:lnSpc>
                <a:spcPct val="100000"/>
              </a:lnSpc>
              <a:spcBef>
                <a:spcPts val="2133"/>
              </a:spcBef>
              <a:spcAft>
                <a:spcPts val="0"/>
              </a:spcAft>
              <a:buSzPts val="1200"/>
              <a:buNone/>
              <a:defRPr/>
            </a:lvl7pPr>
            <a:lvl8pPr lvl="7" rtl="0">
              <a:lnSpc>
                <a:spcPct val="100000"/>
              </a:lnSpc>
              <a:spcBef>
                <a:spcPts val="2133"/>
              </a:spcBef>
              <a:spcAft>
                <a:spcPts val="0"/>
              </a:spcAft>
              <a:buSzPts val="1200"/>
              <a:buNone/>
              <a:defRPr/>
            </a:lvl8pPr>
            <a:lvl9pPr lvl="8" rtl="0">
              <a:lnSpc>
                <a:spcPct val="100000"/>
              </a:lnSpc>
              <a:spcBef>
                <a:spcPts val="2133"/>
              </a:spcBef>
              <a:spcAft>
                <a:spcPts val="2133"/>
              </a:spcAft>
              <a:buSzPts val="1200"/>
              <a:buNone/>
              <a:defRPr/>
            </a:lvl9pPr>
          </a:lstStyle>
          <a:p>
            <a:r>
              <a:rPr lang="en-US"/>
              <a:t>Click to edit Master subtitle style</a:t>
            </a:r>
            <a:endParaRPr/>
          </a:p>
        </p:txBody>
      </p:sp>
      <p:sp>
        <p:nvSpPr>
          <p:cNvPr id="59" name="Google Shape;59;p9"/>
          <p:cNvSpPr/>
          <p:nvPr/>
        </p:nvSpPr>
        <p:spPr>
          <a:xfrm>
            <a:off x="-967" y="5494300"/>
            <a:ext cx="12192000" cy="14044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60" name="Google Shape;60;p9"/>
          <p:cNvGrpSpPr/>
          <p:nvPr/>
        </p:nvGrpSpPr>
        <p:grpSpPr>
          <a:xfrm>
            <a:off x="8519067" y="-5882600"/>
            <a:ext cx="4339600" cy="13268767"/>
            <a:chOff x="6389300" y="-4411950"/>
            <a:chExt cx="3254700" cy="9951575"/>
          </a:xfrm>
        </p:grpSpPr>
        <p:cxnSp>
          <p:nvCxnSpPr>
            <p:cNvPr id="61" name="Google Shape;61;p9"/>
            <p:cNvCxnSpPr/>
            <p:nvPr/>
          </p:nvCxnSpPr>
          <p:spPr>
            <a:xfrm>
              <a:off x="8016650" y="-82075"/>
              <a:ext cx="0" cy="5621700"/>
            </a:xfrm>
            <a:prstGeom prst="straightConnector1">
              <a:avLst/>
            </a:prstGeom>
            <a:noFill/>
            <a:ln w="9525" cap="flat" cmpd="sng">
              <a:solidFill>
                <a:schemeClr val="dk1"/>
              </a:solidFill>
              <a:prstDash val="solid"/>
              <a:round/>
              <a:headEnd type="none" w="med" len="med"/>
              <a:tailEnd type="none" w="med" len="med"/>
            </a:ln>
          </p:spPr>
        </p:cxnSp>
        <p:sp>
          <p:nvSpPr>
            <p:cNvPr id="62" name="Google Shape;62;p9"/>
            <p:cNvSpPr/>
            <p:nvPr/>
          </p:nvSpPr>
          <p:spPr>
            <a:xfrm rot="5400000">
              <a:off x="4337600" y="-2360250"/>
              <a:ext cx="7358100" cy="32547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63" name="Google Shape;63;p9"/>
          <p:cNvSpPr/>
          <p:nvPr/>
        </p:nvSpPr>
        <p:spPr>
          <a:xfrm>
            <a:off x="950967" y="981633"/>
            <a:ext cx="273600" cy="2736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4213203720"/>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4"/>
        <p:cNvGrpSpPr/>
        <p:nvPr/>
      </p:nvGrpSpPr>
      <p:grpSpPr>
        <a:xfrm>
          <a:off x="0" y="0"/>
          <a:ext cx="0" cy="0"/>
          <a:chOff x="0" y="0"/>
          <a:chExt cx="0" cy="0"/>
        </a:xfrm>
      </p:grpSpPr>
      <p:sp>
        <p:nvSpPr>
          <p:cNvPr id="65" name="Google Shape;65;p10"/>
          <p:cNvSpPr>
            <a:spLocks noGrp="1"/>
          </p:cNvSpPr>
          <p:nvPr>
            <p:ph type="pic" idx="2"/>
          </p:nvPr>
        </p:nvSpPr>
        <p:spPr>
          <a:xfrm>
            <a:off x="0" y="-19833"/>
            <a:ext cx="12192000" cy="6878000"/>
          </a:xfrm>
          <a:prstGeom prst="rect">
            <a:avLst/>
          </a:prstGeom>
          <a:noFill/>
          <a:ln>
            <a:noFill/>
          </a:ln>
        </p:spPr>
        <p:txBody>
          <a:bodyPr/>
          <a:lstStyle/>
          <a:p>
            <a:endParaRPr lang="en-IN"/>
          </a:p>
        </p:txBody>
      </p:sp>
      <p:sp>
        <p:nvSpPr>
          <p:cNvPr id="66" name="Google Shape;66;p10"/>
          <p:cNvSpPr txBox="1">
            <a:spLocks noGrp="1"/>
          </p:cNvSpPr>
          <p:nvPr>
            <p:ph type="title"/>
          </p:nvPr>
        </p:nvSpPr>
        <p:spPr>
          <a:xfrm>
            <a:off x="950967" y="4831333"/>
            <a:ext cx="10290000" cy="1284800"/>
          </a:xfrm>
          <a:prstGeom prst="rect">
            <a:avLst/>
          </a:prstGeom>
          <a:solidFill>
            <a:schemeClr val="lt1"/>
          </a:solidFill>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3827030181"/>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7"/>
        <p:cNvGrpSpPr/>
        <p:nvPr/>
      </p:nvGrpSpPr>
      <p:grpSpPr>
        <a:xfrm>
          <a:off x="0" y="0"/>
          <a:ext cx="0" cy="0"/>
          <a:chOff x="0" y="0"/>
          <a:chExt cx="0" cy="0"/>
        </a:xfrm>
      </p:grpSpPr>
      <p:sp>
        <p:nvSpPr>
          <p:cNvPr id="68" name="Google Shape;68;p11"/>
          <p:cNvSpPr txBox="1">
            <a:spLocks noGrp="1"/>
          </p:cNvSpPr>
          <p:nvPr>
            <p:ph type="title" hasCustomPrompt="1"/>
          </p:nvPr>
        </p:nvSpPr>
        <p:spPr>
          <a:xfrm>
            <a:off x="3086667" y="2761051"/>
            <a:ext cx="7254400" cy="14060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7600"/>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69" name="Google Shape;69;p11"/>
          <p:cNvSpPr txBox="1">
            <a:spLocks noGrp="1"/>
          </p:cNvSpPr>
          <p:nvPr>
            <p:ph type="subTitle" idx="1"/>
          </p:nvPr>
        </p:nvSpPr>
        <p:spPr>
          <a:xfrm>
            <a:off x="3086667" y="3999351"/>
            <a:ext cx="7254400" cy="66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867"/>
            </a:lvl1pPr>
            <a:lvl2pPr lvl="1" algn="ctr" rtl="0">
              <a:lnSpc>
                <a:spcPct val="100000"/>
              </a:lnSpc>
              <a:spcBef>
                <a:spcPts val="0"/>
              </a:spcBef>
              <a:spcAft>
                <a:spcPts val="0"/>
              </a:spcAft>
              <a:buSzPts val="1600"/>
              <a:buNone/>
              <a:defRPr sz="2133"/>
            </a:lvl2pPr>
            <a:lvl3pPr lvl="2" algn="ctr" rtl="0">
              <a:lnSpc>
                <a:spcPct val="100000"/>
              </a:lnSpc>
              <a:spcBef>
                <a:spcPts val="2133"/>
              </a:spcBef>
              <a:spcAft>
                <a:spcPts val="0"/>
              </a:spcAft>
              <a:buSzPts val="1600"/>
              <a:buNone/>
              <a:defRPr sz="2133"/>
            </a:lvl3pPr>
            <a:lvl4pPr lvl="3" algn="ctr" rtl="0">
              <a:lnSpc>
                <a:spcPct val="100000"/>
              </a:lnSpc>
              <a:spcBef>
                <a:spcPts val="2133"/>
              </a:spcBef>
              <a:spcAft>
                <a:spcPts val="0"/>
              </a:spcAft>
              <a:buSzPts val="1600"/>
              <a:buNone/>
              <a:defRPr sz="2133"/>
            </a:lvl4pPr>
            <a:lvl5pPr lvl="4" algn="ctr" rtl="0">
              <a:lnSpc>
                <a:spcPct val="100000"/>
              </a:lnSpc>
              <a:spcBef>
                <a:spcPts val="2133"/>
              </a:spcBef>
              <a:spcAft>
                <a:spcPts val="0"/>
              </a:spcAft>
              <a:buSzPts val="1600"/>
              <a:buNone/>
              <a:defRPr sz="2133"/>
            </a:lvl5pPr>
            <a:lvl6pPr lvl="5" algn="ctr" rtl="0">
              <a:lnSpc>
                <a:spcPct val="100000"/>
              </a:lnSpc>
              <a:spcBef>
                <a:spcPts val="2133"/>
              </a:spcBef>
              <a:spcAft>
                <a:spcPts val="0"/>
              </a:spcAft>
              <a:buSzPts val="1600"/>
              <a:buNone/>
              <a:defRPr sz="2133"/>
            </a:lvl6pPr>
            <a:lvl7pPr lvl="6" algn="ctr" rtl="0">
              <a:lnSpc>
                <a:spcPct val="100000"/>
              </a:lnSpc>
              <a:spcBef>
                <a:spcPts val="2133"/>
              </a:spcBef>
              <a:spcAft>
                <a:spcPts val="0"/>
              </a:spcAft>
              <a:buSzPts val="1600"/>
              <a:buNone/>
              <a:defRPr sz="2133"/>
            </a:lvl7pPr>
            <a:lvl8pPr lvl="7" algn="ctr" rtl="0">
              <a:lnSpc>
                <a:spcPct val="100000"/>
              </a:lnSpc>
              <a:spcBef>
                <a:spcPts val="2133"/>
              </a:spcBef>
              <a:spcAft>
                <a:spcPts val="0"/>
              </a:spcAft>
              <a:buSzPts val="1600"/>
              <a:buNone/>
              <a:defRPr sz="2133"/>
            </a:lvl8pPr>
            <a:lvl9pPr lvl="8" algn="ctr" rtl="0">
              <a:lnSpc>
                <a:spcPct val="100000"/>
              </a:lnSpc>
              <a:spcBef>
                <a:spcPts val="2133"/>
              </a:spcBef>
              <a:spcAft>
                <a:spcPts val="2133"/>
              </a:spcAft>
              <a:buSzPts val="1600"/>
              <a:buNone/>
              <a:defRPr sz="2133"/>
            </a:lvl9pPr>
          </a:lstStyle>
          <a:p>
            <a:r>
              <a:rPr lang="en-US"/>
              <a:t>Click to edit Master subtitle style</a:t>
            </a:r>
            <a:endParaRPr/>
          </a:p>
        </p:txBody>
      </p:sp>
      <p:sp>
        <p:nvSpPr>
          <p:cNvPr id="70" name="Google Shape;70;p11"/>
          <p:cNvSpPr/>
          <p:nvPr/>
        </p:nvSpPr>
        <p:spPr>
          <a:xfrm>
            <a:off x="-967" y="5494300"/>
            <a:ext cx="12192000" cy="14044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71" name="Google Shape;71;p11"/>
          <p:cNvGrpSpPr/>
          <p:nvPr/>
        </p:nvGrpSpPr>
        <p:grpSpPr>
          <a:xfrm>
            <a:off x="-1474933" y="-1706833"/>
            <a:ext cx="7048000" cy="9093000"/>
            <a:chOff x="-1106200" y="-1280125"/>
            <a:chExt cx="5286000" cy="6819750"/>
          </a:xfrm>
        </p:grpSpPr>
        <p:sp>
          <p:nvSpPr>
            <p:cNvPr id="72" name="Google Shape;72;p11"/>
            <p:cNvSpPr/>
            <p:nvPr/>
          </p:nvSpPr>
          <p:spPr>
            <a:xfrm>
              <a:off x="-1106200" y="-1280125"/>
              <a:ext cx="5286000" cy="23382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cxnSp>
          <p:nvCxnSpPr>
            <p:cNvPr id="73" name="Google Shape;73;p11"/>
            <p:cNvCxnSpPr/>
            <p:nvPr/>
          </p:nvCxnSpPr>
          <p:spPr>
            <a:xfrm>
              <a:off x="1270125" y="-82075"/>
              <a:ext cx="0" cy="56217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2336037103"/>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4"/>
        <p:cNvGrpSpPr/>
        <p:nvPr/>
      </p:nvGrpSpPr>
      <p:grpSpPr>
        <a:xfrm>
          <a:off x="0" y="0"/>
          <a:ext cx="0" cy="0"/>
          <a:chOff x="0" y="0"/>
          <a:chExt cx="0" cy="0"/>
        </a:xfrm>
      </p:grpSpPr>
    </p:spTree>
    <p:extLst>
      <p:ext uri="{BB962C8B-B14F-4D97-AF65-F5344CB8AC3E}">
        <p14:creationId xmlns:p14="http://schemas.microsoft.com/office/powerpoint/2010/main" val="955998244"/>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75"/>
        <p:cNvGrpSpPr/>
        <p:nvPr/>
      </p:nvGrpSpPr>
      <p:grpSpPr>
        <a:xfrm>
          <a:off x="0" y="0"/>
          <a:ext cx="0" cy="0"/>
          <a:chOff x="0" y="0"/>
          <a:chExt cx="0" cy="0"/>
        </a:xfrm>
      </p:grpSpPr>
      <p:sp>
        <p:nvSpPr>
          <p:cNvPr id="76" name="Google Shape;76;p13"/>
          <p:cNvSpPr/>
          <p:nvPr/>
        </p:nvSpPr>
        <p:spPr>
          <a:xfrm rot="10800000" flipH="1">
            <a:off x="-967" y="5842132"/>
            <a:ext cx="12198400" cy="1020000"/>
          </a:xfrm>
          <a:prstGeom prst="rect">
            <a:avLst/>
          </a:prstGeom>
          <a:solidFill>
            <a:schemeClr val="dk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endParaRPr sz="2400" b="1">
              <a:solidFill>
                <a:schemeClr val="dk1"/>
              </a:solidFill>
              <a:latin typeface="Poppins"/>
              <a:ea typeface="Poppins"/>
              <a:cs typeface="Poppins"/>
              <a:sym typeface="Poppins"/>
            </a:endParaRPr>
          </a:p>
        </p:txBody>
      </p:sp>
      <p:sp>
        <p:nvSpPr>
          <p:cNvPr id="77" name="Google Shape;77;p13"/>
          <p:cNvSpPr txBox="1">
            <a:spLocks noGrp="1"/>
          </p:cNvSpPr>
          <p:nvPr>
            <p:ph type="title"/>
          </p:nvPr>
        </p:nvSpPr>
        <p:spPr>
          <a:xfrm>
            <a:off x="960000" y="593367"/>
            <a:ext cx="4267200" cy="17068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0"/>
              </a:spcBef>
              <a:spcAft>
                <a:spcPts val="0"/>
              </a:spcAft>
              <a:buSzPts val="3000"/>
              <a:buFont typeface="Poppins ExtraBold"/>
              <a:buNone/>
              <a:defRPr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b="0">
                <a:latin typeface="Poppins ExtraBold"/>
                <a:ea typeface="Poppins ExtraBold"/>
                <a:cs typeface="Poppins ExtraBold"/>
                <a:sym typeface="Poppins ExtraBold"/>
              </a:defRPr>
            </a:lvl9pPr>
          </a:lstStyle>
          <a:p>
            <a:r>
              <a:rPr lang="en-US"/>
              <a:t>Click to edit Master title style</a:t>
            </a:r>
            <a:endParaRPr/>
          </a:p>
        </p:txBody>
      </p:sp>
      <p:sp>
        <p:nvSpPr>
          <p:cNvPr id="78" name="Google Shape;78;p13"/>
          <p:cNvSpPr txBox="1">
            <a:spLocks noGrp="1"/>
          </p:cNvSpPr>
          <p:nvPr>
            <p:ph type="title" idx="2" hasCustomPrompt="1"/>
          </p:nvPr>
        </p:nvSpPr>
        <p:spPr>
          <a:xfrm>
            <a:off x="1130467" y="2513011"/>
            <a:ext cx="979600" cy="596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800"/>
            </a:lvl1pPr>
            <a:lvl2pPr lvl="1" rtl="0">
              <a:spcBef>
                <a:spcPts val="0"/>
              </a:spcBef>
              <a:spcAft>
                <a:spcPts val="0"/>
              </a:spcAft>
              <a:buSzPts val="3000"/>
              <a:buFont typeface="Poppins ExtraBold"/>
              <a:buNone/>
              <a:defRPr sz="4000"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sz="4000"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sz="4000"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sz="4000"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sz="4000"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sz="4000"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sz="4000"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sz="4000" b="0">
                <a:latin typeface="Poppins ExtraBold"/>
                <a:ea typeface="Poppins ExtraBold"/>
                <a:cs typeface="Poppins ExtraBold"/>
                <a:sym typeface="Poppins ExtraBold"/>
              </a:defRPr>
            </a:lvl9pPr>
          </a:lstStyle>
          <a:p>
            <a:r>
              <a:t>xx%</a:t>
            </a:r>
          </a:p>
        </p:txBody>
      </p:sp>
      <p:sp>
        <p:nvSpPr>
          <p:cNvPr id="79" name="Google Shape;79;p13"/>
          <p:cNvSpPr txBox="1">
            <a:spLocks noGrp="1"/>
          </p:cNvSpPr>
          <p:nvPr>
            <p:ph type="title" idx="3" hasCustomPrompt="1"/>
          </p:nvPr>
        </p:nvSpPr>
        <p:spPr>
          <a:xfrm>
            <a:off x="1130467" y="4292121"/>
            <a:ext cx="979600" cy="596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800"/>
            </a:lvl1pPr>
            <a:lvl2pPr lvl="1" rtl="0">
              <a:spcBef>
                <a:spcPts val="0"/>
              </a:spcBef>
              <a:spcAft>
                <a:spcPts val="0"/>
              </a:spcAft>
              <a:buSzPts val="3000"/>
              <a:buFont typeface="Poppins ExtraBold"/>
              <a:buNone/>
              <a:defRPr sz="4000"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sz="4000"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sz="4000"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sz="4000"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sz="4000"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sz="4000"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sz="4000"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sz="4000" b="0">
                <a:latin typeface="Poppins ExtraBold"/>
                <a:ea typeface="Poppins ExtraBold"/>
                <a:cs typeface="Poppins ExtraBold"/>
                <a:sym typeface="Poppins ExtraBold"/>
              </a:defRPr>
            </a:lvl9pPr>
          </a:lstStyle>
          <a:p>
            <a:r>
              <a:t>xx%</a:t>
            </a:r>
          </a:p>
        </p:txBody>
      </p:sp>
      <p:sp>
        <p:nvSpPr>
          <p:cNvPr id="80" name="Google Shape;80;p13"/>
          <p:cNvSpPr txBox="1">
            <a:spLocks noGrp="1"/>
          </p:cNvSpPr>
          <p:nvPr>
            <p:ph type="title" idx="4" hasCustomPrompt="1"/>
          </p:nvPr>
        </p:nvSpPr>
        <p:spPr>
          <a:xfrm>
            <a:off x="4614917" y="2513011"/>
            <a:ext cx="979600" cy="596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800"/>
            </a:lvl1pPr>
            <a:lvl2pPr lvl="1" rtl="0">
              <a:spcBef>
                <a:spcPts val="0"/>
              </a:spcBef>
              <a:spcAft>
                <a:spcPts val="0"/>
              </a:spcAft>
              <a:buSzPts val="3000"/>
              <a:buFont typeface="Poppins ExtraBold"/>
              <a:buNone/>
              <a:defRPr sz="4000"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sz="4000"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sz="4000"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sz="4000"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sz="4000"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sz="4000"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sz="4000"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sz="4000" b="0">
                <a:latin typeface="Poppins ExtraBold"/>
                <a:ea typeface="Poppins ExtraBold"/>
                <a:cs typeface="Poppins ExtraBold"/>
                <a:sym typeface="Poppins ExtraBold"/>
              </a:defRPr>
            </a:lvl9pPr>
          </a:lstStyle>
          <a:p>
            <a:r>
              <a:t>xx%</a:t>
            </a:r>
          </a:p>
        </p:txBody>
      </p:sp>
      <p:sp>
        <p:nvSpPr>
          <p:cNvPr id="81" name="Google Shape;81;p13"/>
          <p:cNvSpPr txBox="1">
            <a:spLocks noGrp="1"/>
          </p:cNvSpPr>
          <p:nvPr>
            <p:ph type="title" idx="5" hasCustomPrompt="1"/>
          </p:nvPr>
        </p:nvSpPr>
        <p:spPr>
          <a:xfrm>
            <a:off x="4614917" y="4292121"/>
            <a:ext cx="979600" cy="596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800"/>
            </a:lvl1pPr>
            <a:lvl2pPr lvl="1" rtl="0">
              <a:spcBef>
                <a:spcPts val="0"/>
              </a:spcBef>
              <a:spcAft>
                <a:spcPts val="0"/>
              </a:spcAft>
              <a:buSzPts val="3000"/>
              <a:buFont typeface="Poppins ExtraBold"/>
              <a:buNone/>
              <a:defRPr sz="4000"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sz="4000"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sz="4000"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sz="4000"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sz="4000"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sz="4000"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sz="4000"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sz="4000" b="0">
                <a:latin typeface="Poppins ExtraBold"/>
                <a:ea typeface="Poppins ExtraBold"/>
                <a:cs typeface="Poppins ExtraBold"/>
                <a:sym typeface="Poppins ExtraBold"/>
              </a:defRPr>
            </a:lvl9pPr>
          </a:lstStyle>
          <a:p>
            <a:r>
              <a:t>xx%</a:t>
            </a:r>
          </a:p>
        </p:txBody>
      </p:sp>
      <p:sp>
        <p:nvSpPr>
          <p:cNvPr id="82" name="Google Shape;82;p13"/>
          <p:cNvSpPr txBox="1">
            <a:spLocks noGrp="1"/>
          </p:cNvSpPr>
          <p:nvPr>
            <p:ph type="title" idx="6" hasCustomPrompt="1"/>
          </p:nvPr>
        </p:nvSpPr>
        <p:spPr>
          <a:xfrm>
            <a:off x="8099367" y="2513011"/>
            <a:ext cx="979600" cy="596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800"/>
            </a:lvl1pPr>
            <a:lvl2pPr lvl="1" rtl="0">
              <a:spcBef>
                <a:spcPts val="0"/>
              </a:spcBef>
              <a:spcAft>
                <a:spcPts val="0"/>
              </a:spcAft>
              <a:buSzPts val="3000"/>
              <a:buFont typeface="Poppins ExtraBold"/>
              <a:buNone/>
              <a:defRPr sz="4000"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sz="4000"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sz="4000"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sz="4000"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sz="4000"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sz="4000"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sz="4000"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sz="4000" b="0">
                <a:latin typeface="Poppins ExtraBold"/>
                <a:ea typeface="Poppins ExtraBold"/>
                <a:cs typeface="Poppins ExtraBold"/>
                <a:sym typeface="Poppins ExtraBold"/>
              </a:defRPr>
            </a:lvl9pPr>
          </a:lstStyle>
          <a:p>
            <a:r>
              <a:t>xx%</a:t>
            </a:r>
          </a:p>
        </p:txBody>
      </p:sp>
      <p:sp>
        <p:nvSpPr>
          <p:cNvPr id="83" name="Google Shape;83;p13"/>
          <p:cNvSpPr txBox="1">
            <a:spLocks noGrp="1"/>
          </p:cNvSpPr>
          <p:nvPr>
            <p:ph type="title" idx="7" hasCustomPrompt="1"/>
          </p:nvPr>
        </p:nvSpPr>
        <p:spPr>
          <a:xfrm>
            <a:off x="8099367" y="4292121"/>
            <a:ext cx="979600" cy="596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2800"/>
            </a:lvl1pPr>
            <a:lvl2pPr lvl="1" rtl="0">
              <a:spcBef>
                <a:spcPts val="0"/>
              </a:spcBef>
              <a:spcAft>
                <a:spcPts val="0"/>
              </a:spcAft>
              <a:buSzPts val="3000"/>
              <a:buFont typeface="Poppins ExtraBold"/>
              <a:buNone/>
              <a:defRPr sz="4000"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sz="4000"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sz="4000"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sz="4000"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sz="4000"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sz="4000"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sz="4000"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sz="4000" b="0">
                <a:latin typeface="Poppins ExtraBold"/>
                <a:ea typeface="Poppins ExtraBold"/>
                <a:cs typeface="Poppins ExtraBold"/>
                <a:sym typeface="Poppins ExtraBold"/>
              </a:defRPr>
            </a:lvl9pPr>
          </a:lstStyle>
          <a:p>
            <a:r>
              <a:t>xx%</a:t>
            </a:r>
          </a:p>
        </p:txBody>
      </p:sp>
      <p:sp>
        <p:nvSpPr>
          <p:cNvPr id="84" name="Google Shape;84;p13"/>
          <p:cNvSpPr txBox="1">
            <a:spLocks noGrp="1"/>
          </p:cNvSpPr>
          <p:nvPr>
            <p:ph type="subTitle" idx="1"/>
          </p:nvPr>
        </p:nvSpPr>
        <p:spPr>
          <a:xfrm>
            <a:off x="1130467" y="2943000"/>
            <a:ext cx="3074000" cy="68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85" name="Google Shape;85;p13"/>
          <p:cNvSpPr txBox="1">
            <a:spLocks noGrp="1"/>
          </p:cNvSpPr>
          <p:nvPr>
            <p:ph type="subTitle" idx="8"/>
          </p:nvPr>
        </p:nvSpPr>
        <p:spPr>
          <a:xfrm>
            <a:off x="4614917" y="2943000"/>
            <a:ext cx="3074000" cy="68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86" name="Google Shape;86;p13"/>
          <p:cNvSpPr txBox="1">
            <a:spLocks noGrp="1"/>
          </p:cNvSpPr>
          <p:nvPr>
            <p:ph type="subTitle" idx="9"/>
          </p:nvPr>
        </p:nvSpPr>
        <p:spPr>
          <a:xfrm>
            <a:off x="8099367" y="2943000"/>
            <a:ext cx="3074000" cy="68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87" name="Google Shape;87;p13"/>
          <p:cNvSpPr txBox="1">
            <a:spLocks noGrp="1"/>
          </p:cNvSpPr>
          <p:nvPr>
            <p:ph type="subTitle" idx="13"/>
          </p:nvPr>
        </p:nvSpPr>
        <p:spPr>
          <a:xfrm>
            <a:off x="1130467" y="4722200"/>
            <a:ext cx="3074000" cy="6856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88" name="Google Shape;88;p13"/>
          <p:cNvSpPr txBox="1">
            <a:spLocks noGrp="1"/>
          </p:cNvSpPr>
          <p:nvPr>
            <p:ph type="subTitle" idx="14"/>
          </p:nvPr>
        </p:nvSpPr>
        <p:spPr>
          <a:xfrm>
            <a:off x="4614917" y="4722200"/>
            <a:ext cx="3074000" cy="6856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89" name="Google Shape;89;p13"/>
          <p:cNvSpPr txBox="1">
            <a:spLocks noGrp="1"/>
          </p:cNvSpPr>
          <p:nvPr>
            <p:ph type="subTitle" idx="15"/>
          </p:nvPr>
        </p:nvSpPr>
        <p:spPr>
          <a:xfrm>
            <a:off x="8099367" y="4722200"/>
            <a:ext cx="3074000" cy="6856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90" name="Google Shape;90;p13"/>
          <p:cNvSpPr/>
          <p:nvPr/>
        </p:nvSpPr>
        <p:spPr>
          <a:xfrm rot="5400000">
            <a:off x="9276633" y="-1124233"/>
            <a:ext cx="5507600" cy="157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2001062469"/>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3052767" y="716367"/>
            <a:ext cx="3521600" cy="6436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160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93" name="Google Shape;93;p14"/>
          <p:cNvSpPr/>
          <p:nvPr/>
        </p:nvSpPr>
        <p:spPr>
          <a:xfrm rot="10800000" flipH="1">
            <a:off x="952300" y="-5100"/>
            <a:ext cx="11239600" cy="548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94" name="Google Shape;94;p14"/>
          <p:cNvSpPr/>
          <p:nvPr/>
        </p:nvSpPr>
        <p:spPr>
          <a:xfrm rot="5400000">
            <a:off x="9479833" y="639567"/>
            <a:ext cx="5507600" cy="157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3528387647"/>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95"/>
        <p:cNvGrpSpPr/>
        <p:nvPr/>
      </p:nvGrpSpPr>
      <p:grpSpPr>
        <a:xfrm>
          <a:off x="0" y="0"/>
          <a:ext cx="0" cy="0"/>
          <a:chOff x="0" y="0"/>
          <a:chExt cx="0" cy="0"/>
        </a:xfrm>
      </p:grpSpPr>
      <p:sp>
        <p:nvSpPr>
          <p:cNvPr id="96" name="Google Shape;96;p15"/>
          <p:cNvSpPr/>
          <p:nvPr/>
        </p:nvSpPr>
        <p:spPr>
          <a:xfrm>
            <a:off x="0" y="0"/>
            <a:ext cx="5582000" cy="43424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97" name="Google Shape;97;p15"/>
          <p:cNvSpPr txBox="1">
            <a:spLocks noGrp="1"/>
          </p:cNvSpPr>
          <p:nvPr>
            <p:ph type="title"/>
          </p:nvPr>
        </p:nvSpPr>
        <p:spPr>
          <a:xfrm>
            <a:off x="8053133" y="3137267"/>
            <a:ext cx="3188000" cy="1284800"/>
          </a:xfrm>
          <a:prstGeom prst="rect">
            <a:avLst/>
          </a:prstGeom>
        </p:spPr>
        <p:txBody>
          <a:bodyPr spcFirstLastPara="1" wrap="square" lIns="91425" tIns="91425" rIns="91425" bIns="91425" anchor="b" anchorCtr="0">
            <a:noAutofit/>
          </a:bodyPr>
          <a:lstStyle>
            <a:lvl1pPr lvl="0" rtl="0">
              <a:spcBef>
                <a:spcPts val="0"/>
              </a:spcBef>
              <a:spcAft>
                <a:spcPts val="0"/>
              </a:spcAft>
              <a:buSzPts val="27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98" name="Google Shape;98;p15"/>
          <p:cNvSpPr txBox="1">
            <a:spLocks noGrp="1"/>
          </p:cNvSpPr>
          <p:nvPr>
            <p:ph type="subTitle" idx="1"/>
          </p:nvPr>
        </p:nvSpPr>
        <p:spPr>
          <a:xfrm>
            <a:off x="8053133" y="4376869"/>
            <a:ext cx="3188000" cy="1766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99" name="Google Shape;99;p15"/>
          <p:cNvSpPr>
            <a:spLocks noGrp="1"/>
          </p:cNvSpPr>
          <p:nvPr>
            <p:ph type="pic" idx="2"/>
          </p:nvPr>
        </p:nvSpPr>
        <p:spPr>
          <a:xfrm>
            <a:off x="4854167" y="608000"/>
            <a:ext cx="4756800" cy="2123600"/>
          </a:xfrm>
          <a:prstGeom prst="rect">
            <a:avLst/>
          </a:prstGeom>
          <a:noFill/>
          <a:ln>
            <a:noFill/>
          </a:ln>
        </p:spPr>
        <p:txBody>
          <a:bodyPr/>
          <a:lstStyle/>
          <a:p>
            <a:endParaRPr lang="en-IN"/>
          </a:p>
        </p:txBody>
      </p:sp>
      <p:sp>
        <p:nvSpPr>
          <p:cNvPr id="100" name="Google Shape;100;p15"/>
          <p:cNvSpPr>
            <a:spLocks noGrp="1"/>
          </p:cNvSpPr>
          <p:nvPr>
            <p:ph type="pic" idx="3"/>
          </p:nvPr>
        </p:nvSpPr>
        <p:spPr>
          <a:xfrm>
            <a:off x="608533" y="608000"/>
            <a:ext cx="4250000" cy="6250000"/>
          </a:xfrm>
          <a:prstGeom prst="rect">
            <a:avLst/>
          </a:prstGeom>
          <a:noFill/>
          <a:ln>
            <a:noFill/>
          </a:ln>
        </p:spPr>
        <p:txBody>
          <a:bodyPr/>
          <a:lstStyle/>
          <a:p>
            <a:endParaRPr lang="en-IN"/>
          </a:p>
        </p:txBody>
      </p:sp>
      <p:sp>
        <p:nvSpPr>
          <p:cNvPr id="101" name="Google Shape;101;p15"/>
          <p:cNvSpPr>
            <a:spLocks noGrp="1"/>
          </p:cNvSpPr>
          <p:nvPr>
            <p:ph type="pic" idx="4"/>
          </p:nvPr>
        </p:nvSpPr>
        <p:spPr>
          <a:xfrm>
            <a:off x="4858400" y="2731433"/>
            <a:ext cx="2806000" cy="4126800"/>
          </a:xfrm>
          <a:prstGeom prst="rect">
            <a:avLst/>
          </a:prstGeom>
          <a:noFill/>
          <a:ln>
            <a:noFill/>
          </a:ln>
        </p:spPr>
        <p:txBody>
          <a:bodyPr/>
          <a:lstStyle/>
          <a:p>
            <a:endParaRPr lang="en-IN"/>
          </a:p>
        </p:txBody>
      </p:sp>
    </p:spTree>
    <p:extLst>
      <p:ext uri="{BB962C8B-B14F-4D97-AF65-F5344CB8AC3E}">
        <p14:creationId xmlns:p14="http://schemas.microsoft.com/office/powerpoint/2010/main" val="3932181676"/>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02"/>
        <p:cNvGrpSpPr/>
        <p:nvPr/>
      </p:nvGrpSpPr>
      <p:grpSpPr>
        <a:xfrm>
          <a:off x="0" y="0"/>
          <a:ext cx="0" cy="0"/>
          <a:chOff x="0" y="0"/>
          <a:chExt cx="0" cy="0"/>
        </a:xfrm>
      </p:grpSpPr>
      <p:sp>
        <p:nvSpPr>
          <p:cNvPr id="103" name="Google Shape;103;p16"/>
          <p:cNvSpPr/>
          <p:nvPr/>
        </p:nvSpPr>
        <p:spPr>
          <a:xfrm>
            <a:off x="7174800" y="0"/>
            <a:ext cx="5017600" cy="640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04" name="Google Shape;104;p16"/>
          <p:cNvSpPr txBox="1">
            <a:spLocks noGrp="1"/>
          </p:cNvSpPr>
          <p:nvPr>
            <p:ph type="title"/>
          </p:nvPr>
        </p:nvSpPr>
        <p:spPr>
          <a:xfrm>
            <a:off x="963167" y="597401"/>
            <a:ext cx="2994800" cy="12456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05" name="Google Shape;105;p16"/>
          <p:cNvSpPr txBox="1">
            <a:spLocks noGrp="1"/>
          </p:cNvSpPr>
          <p:nvPr>
            <p:ph type="subTitle" idx="1"/>
          </p:nvPr>
        </p:nvSpPr>
        <p:spPr>
          <a:xfrm>
            <a:off x="963167" y="1896033"/>
            <a:ext cx="2994800" cy="136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06" name="Google Shape;106;p16"/>
          <p:cNvSpPr>
            <a:spLocks noGrp="1"/>
          </p:cNvSpPr>
          <p:nvPr>
            <p:ph type="pic" idx="2"/>
          </p:nvPr>
        </p:nvSpPr>
        <p:spPr>
          <a:xfrm>
            <a:off x="7846267" y="640800"/>
            <a:ext cx="4346000" cy="6217200"/>
          </a:xfrm>
          <a:prstGeom prst="rect">
            <a:avLst/>
          </a:prstGeom>
          <a:noFill/>
          <a:ln>
            <a:noFill/>
          </a:ln>
        </p:spPr>
        <p:txBody>
          <a:bodyPr/>
          <a:lstStyle/>
          <a:p>
            <a:endParaRPr lang="en-IN"/>
          </a:p>
        </p:txBody>
      </p:sp>
      <p:sp>
        <p:nvSpPr>
          <p:cNvPr id="107" name="Google Shape;107;p16"/>
          <p:cNvSpPr>
            <a:spLocks noGrp="1"/>
          </p:cNvSpPr>
          <p:nvPr>
            <p:ph type="pic" idx="3"/>
          </p:nvPr>
        </p:nvSpPr>
        <p:spPr>
          <a:xfrm>
            <a:off x="4920667" y="640835"/>
            <a:ext cx="2925600" cy="6217200"/>
          </a:xfrm>
          <a:prstGeom prst="rect">
            <a:avLst/>
          </a:prstGeom>
          <a:noFill/>
          <a:ln>
            <a:noFill/>
          </a:ln>
        </p:spPr>
        <p:txBody>
          <a:bodyPr/>
          <a:lstStyle/>
          <a:p>
            <a:endParaRPr lang="en-IN"/>
          </a:p>
        </p:txBody>
      </p:sp>
      <p:sp>
        <p:nvSpPr>
          <p:cNvPr id="108" name="Google Shape;108;p16"/>
          <p:cNvSpPr>
            <a:spLocks noGrp="1"/>
          </p:cNvSpPr>
          <p:nvPr>
            <p:ph type="pic" idx="4"/>
          </p:nvPr>
        </p:nvSpPr>
        <p:spPr>
          <a:xfrm>
            <a:off x="474800" y="4092433"/>
            <a:ext cx="4446000" cy="2765600"/>
          </a:xfrm>
          <a:prstGeom prst="rect">
            <a:avLst/>
          </a:prstGeom>
          <a:noFill/>
          <a:ln>
            <a:noFill/>
          </a:ln>
        </p:spPr>
        <p:txBody>
          <a:bodyPr/>
          <a:lstStyle/>
          <a:p>
            <a:endParaRPr lang="en-IN"/>
          </a:p>
        </p:txBody>
      </p:sp>
    </p:spTree>
    <p:extLst>
      <p:ext uri="{BB962C8B-B14F-4D97-AF65-F5344CB8AC3E}">
        <p14:creationId xmlns:p14="http://schemas.microsoft.com/office/powerpoint/2010/main" val="2525709318"/>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09"/>
        <p:cNvGrpSpPr/>
        <p:nvPr/>
      </p:nvGrpSpPr>
      <p:grpSpPr>
        <a:xfrm>
          <a:off x="0" y="0"/>
          <a:ext cx="0" cy="0"/>
          <a:chOff x="0" y="0"/>
          <a:chExt cx="0" cy="0"/>
        </a:xfrm>
      </p:grpSpPr>
      <p:sp>
        <p:nvSpPr>
          <p:cNvPr id="110" name="Google Shape;110;p17"/>
          <p:cNvSpPr/>
          <p:nvPr/>
        </p:nvSpPr>
        <p:spPr>
          <a:xfrm rot="10800000" flipH="1">
            <a:off x="8417007" y="-13867"/>
            <a:ext cx="3781600" cy="68912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11" name="Google Shape;111;p17"/>
          <p:cNvSpPr txBox="1">
            <a:spLocks noGrp="1"/>
          </p:cNvSpPr>
          <p:nvPr>
            <p:ph type="title"/>
          </p:nvPr>
        </p:nvSpPr>
        <p:spPr>
          <a:xfrm>
            <a:off x="963168" y="593367"/>
            <a:ext cx="3064000" cy="12920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12" name="Google Shape;112;p17"/>
          <p:cNvSpPr txBox="1">
            <a:spLocks noGrp="1"/>
          </p:cNvSpPr>
          <p:nvPr>
            <p:ph type="subTitle" idx="1"/>
          </p:nvPr>
        </p:nvSpPr>
        <p:spPr>
          <a:xfrm>
            <a:off x="1425533" y="2008833"/>
            <a:ext cx="6137600" cy="395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grpSp>
        <p:nvGrpSpPr>
          <p:cNvPr id="113" name="Google Shape;113;p17"/>
          <p:cNvGrpSpPr/>
          <p:nvPr/>
        </p:nvGrpSpPr>
        <p:grpSpPr>
          <a:xfrm>
            <a:off x="-1290333" y="2123600"/>
            <a:ext cx="5542400" cy="5797000"/>
            <a:chOff x="-967750" y="1592700"/>
            <a:chExt cx="4156800" cy="4347750"/>
          </a:xfrm>
        </p:grpSpPr>
        <p:sp>
          <p:nvSpPr>
            <p:cNvPr id="114" name="Google Shape;114;p17"/>
            <p:cNvSpPr/>
            <p:nvPr/>
          </p:nvSpPr>
          <p:spPr>
            <a:xfrm rot="10800000">
              <a:off x="-967750" y="4756350"/>
              <a:ext cx="4156800" cy="11841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cxnSp>
          <p:nvCxnSpPr>
            <p:cNvPr id="115" name="Google Shape;115;p17"/>
            <p:cNvCxnSpPr/>
            <p:nvPr/>
          </p:nvCxnSpPr>
          <p:spPr>
            <a:xfrm>
              <a:off x="821225" y="1592700"/>
              <a:ext cx="0" cy="35511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966391308"/>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116"/>
        <p:cNvGrpSpPr/>
        <p:nvPr/>
      </p:nvGrpSpPr>
      <p:grpSpPr>
        <a:xfrm>
          <a:off x="0" y="0"/>
          <a:ext cx="0" cy="0"/>
          <a:chOff x="0" y="0"/>
          <a:chExt cx="0" cy="0"/>
        </a:xfrm>
      </p:grpSpPr>
      <p:sp>
        <p:nvSpPr>
          <p:cNvPr id="117" name="Google Shape;117;p18"/>
          <p:cNvSpPr txBox="1">
            <a:spLocks noGrp="1"/>
          </p:cNvSpPr>
          <p:nvPr>
            <p:ph type="title"/>
          </p:nvPr>
        </p:nvSpPr>
        <p:spPr>
          <a:xfrm>
            <a:off x="951000" y="593367"/>
            <a:ext cx="3699600" cy="12192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18" name="Google Shape;118;p18"/>
          <p:cNvSpPr txBox="1">
            <a:spLocks noGrp="1"/>
          </p:cNvSpPr>
          <p:nvPr>
            <p:ph type="subTitle" idx="1"/>
          </p:nvPr>
        </p:nvSpPr>
        <p:spPr>
          <a:xfrm>
            <a:off x="951000" y="1899633"/>
            <a:ext cx="3170000" cy="446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a:lvl1pPr>
            <a:lvl2pPr lvl="1" algn="ctr" rtl="0">
              <a:lnSpc>
                <a:spcPct val="100000"/>
              </a:lnSpc>
              <a:spcBef>
                <a:spcPts val="0"/>
              </a:spcBef>
              <a:spcAft>
                <a:spcPts val="0"/>
              </a:spcAft>
              <a:buSzPts val="1200"/>
              <a:buChar char="○"/>
              <a:defRPr/>
            </a:lvl2pPr>
            <a:lvl3pPr lvl="2" algn="ctr" rtl="0">
              <a:lnSpc>
                <a:spcPct val="100000"/>
              </a:lnSpc>
              <a:spcBef>
                <a:spcPts val="2133"/>
              </a:spcBef>
              <a:spcAft>
                <a:spcPts val="0"/>
              </a:spcAft>
              <a:buSzPts val="1200"/>
              <a:buChar char="■"/>
              <a:defRPr/>
            </a:lvl3pPr>
            <a:lvl4pPr lvl="3" algn="ctr" rtl="0">
              <a:lnSpc>
                <a:spcPct val="100000"/>
              </a:lnSpc>
              <a:spcBef>
                <a:spcPts val="2133"/>
              </a:spcBef>
              <a:spcAft>
                <a:spcPts val="0"/>
              </a:spcAft>
              <a:buSzPts val="1200"/>
              <a:buChar char="●"/>
              <a:defRPr/>
            </a:lvl4pPr>
            <a:lvl5pPr lvl="4" algn="ctr" rtl="0">
              <a:lnSpc>
                <a:spcPct val="100000"/>
              </a:lnSpc>
              <a:spcBef>
                <a:spcPts val="2133"/>
              </a:spcBef>
              <a:spcAft>
                <a:spcPts val="0"/>
              </a:spcAft>
              <a:buSzPts val="1200"/>
              <a:buChar char="○"/>
              <a:defRPr/>
            </a:lvl5pPr>
            <a:lvl6pPr lvl="5" algn="ctr" rtl="0">
              <a:lnSpc>
                <a:spcPct val="100000"/>
              </a:lnSpc>
              <a:spcBef>
                <a:spcPts val="2133"/>
              </a:spcBef>
              <a:spcAft>
                <a:spcPts val="0"/>
              </a:spcAft>
              <a:buSzPts val="1200"/>
              <a:buChar char="■"/>
              <a:defRPr/>
            </a:lvl6pPr>
            <a:lvl7pPr lvl="6" algn="ctr" rtl="0">
              <a:lnSpc>
                <a:spcPct val="100000"/>
              </a:lnSpc>
              <a:spcBef>
                <a:spcPts val="2133"/>
              </a:spcBef>
              <a:spcAft>
                <a:spcPts val="0"/>
              </a:spcAft>
              <a:buSzPts val="1200"/>
              <a:buChar char="●"/>
              <a:defRPr/>
            </a:lvl7pPr>
            <a:lvl8pPr lvl="7" algn="ctr" rtl="0">
              <a:lnSpc>
                <a:spcPct val="100000"/>
              </a:lnSpc>
              <a:spcBef>
                <a:spcPts val="2133"/>
              </a:spcBef>
              <a:spcAft>
                <a:spcPts val="0"/>
              </a:spcAft>
              <a:buSzPts val="1200"/>
              <a:buChar char="○"/>
              <a:defRPr/>
            </a:lvl8pPr>
            <a:lvl9pPr lvl="8" algn="ctr" rtl="0">
              <a:lnSpc>
                <a:spcPct val="100000"/>
              </a:lnSpc>
              <a:spcBef>
                <a:spcPts val="2133"/>
              </a:spcBef>
              <a:spcAft>
                <a:spcPts val="2133"/>
              </a:spcAft>
              <a:buSzPts val="1200"/>
              <a:buChar char="■"/>
              <a:defRPr/>
            </a:lvl9pPr>
          </a:lstStyle>
          <a:p>
            <a:r>
              <a:rPr lang="en-US"/>
              <a:t>Click to edit Master subtitle style</a:t>
            </a:r>
            <a:endParaRPr/>
          </a:p>
        </p:txBody>
      </p:sp>
      <p:sp>
        <p:nvSpPr>
          <p:cNvPr id="119" name="Google Shape;119;p18"/>
          <p:cNvSpPr/>
          <p:nvPr/>
        </p:nvSpPr>
        <p:spPr>
          <a:xfrm rot="10800000" flipH="1">
            <a:off x="11547133" y="-13733"/>
            <a:ext cx="685600" cy="68692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cxnSp>
        <p:nvCxnSpPr>
          <p:cNvPr id="120" name="Google Shape;120;p18"/>
          <p:cNvCxnSpPr/>
          <p:nvPr/>
        </p:nvCxnSpPr>
        <p:spPr>
          <a:xfrm rot="10800000">
            <a:off x="200" y="290433"/>
            <a:ext cx="12259600" cy="0"/>
          </a:xfrm>
          <a:prstGeom prst="straightConnector1">
            <a:avLst/>
          </a:prstGeom>
          <a:noFill/>
          <a:ln w="9525" cap="flat" cmpd="sng">
            <a:solidFill>
              <a:schemeClr val="dk1"/>
            </a:solidFill>
            <a:prstDash val="solid"/>
            <a:round/>
            <a:headEnd type="none" w="med" len="med"/>
            <a:tailEnd type="none" w="med" len="med"/>
          </a:ln>
        </p:spPr>
      </p:cxnSp>
      <p:sp>
        <p:nvSpPr>
          <p:cNvPr id="121" name="Google Shape;121;p18"/>
          <p:cNvSpPr/>
          <p:nvPr/>
        </p:nvSpPr>
        <p:spPr>
          <a:xfrm>
            <a:off x="6596133" y="-2524233"/>
            <a:ext cx="7048000" cy="31176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1187894743"/>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matchingName="Title and text 4">
  <p:cSld name="Title and text 4">
    <p:spTree>
      <p:nvGrpSpPr>
        <p:cNvPr id="1" name="Shape 122"/>
        <p:cNvGrpSpPr/>
        <p:nvPr/>
      </p:nvGrpSpPr>
      <p:grpSpPr>
        <a:xfrm>
          <a:off x="0" y="0"/>
          <a:ext cx="0" cy="0"/>
          <a:chOff x="0" y="0"/>
          <a:chExt cx="0" cy="0"/>
        </a:xfrm>
      </p:grpSpPr>
      <p:sp>
        <p:nvSpPr>
          <p:cNvPr id="123" name="Google Shape;123;p19"/>
          <p:cNvSpPr txBox="1">
            <a:spLocks noGrp="1"/>
          </p:cNvSpPr>
          <p:nvPr>
            <p:ph type="title"/>
          </p:nvPr>
        </p:nvSpPr>
        <p:spPr>
          <a:xfrm>
            <a:off x="951000" y="593367"/>
            <a:ext cx="4267200" cy="8572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24" name="Google Shape;124;p19"/>
          <p:cNvSpPr txBox="1">
            <a:spLocks noGrp="1"/>
          </p:cNvSpPr>
          <p:nvPr>
            <p:ph type="subTitle" idx="1"/>
          </p:nvPr>
        </p:nvSpPr>
        <p:spPr>
          <a:xfrm>
            <a:off x="1851233" y="1450667"/>
            <a:ext cx="7918400" cy="4494800"/>
          </a:xfrm>
          <a:prstGeom prst="rect">
            <a:avLst/>
          </a:prstGeom>
        </p:spPr>
        <p:txBody>
          <a:bodyPr spcFirstLastPara="1" wrap="square" lIns="91425" tIns="91425" rIns="91425" bIns="91425" anchor="t" anchorCtr="0">
            <a:noAutofit/>
          </a:bodyPr>
          <a:lstStyle>
            <a:lvl1pPr lvl="0" rtl="0">
              <a:lnSpc>
                <a:spcPct val="100000"/>
              </a:lnSpc>
              <a:spcBef>
                <a:spcPts val="400"/>
              </a:spcBef>
              <a:spcAft>
                <a:spcPts val="0"/>
              </a:spcAft>
              <a:buSzPts val="1200"/>
              <a:buChar char="●"/>
              <a:defRPr/>
            </a:lvl1pPr>
            <a:lvl2pPr lvl="1" algn="ctr" rtl="0">
              <a:lnSpc>
                <a:spcPct val="100000"/>
              </a:lnSpc>
              <a:spcBef>
                <a:spcPts val="0"/>
              </a:spcBef>
              <a:spcAft>
                <a:spcPts val="0"/>
              </a:spcAft>
              <a:buSzPts val="1200"/>
              <a:buChar char="○"/>
              <a:defRPr/>
            </a:lvl2pPr>
            <a:lvl3pPr lvl="2" algn="ctr" rtl="0">
              <a:lnSpc>
                <a:spcPct val="100000"/>
              </a:lnSpc>
              <a:spcBef>
                <a:spcPts val="2133"/>
              </a:spcBef>
              <a:spcAft>
                <a:spcPts val="0"/>
              </a:spcAft>
              <a:buSzPts val="1200"/>
              <a:buChar char="■"/>
              <a:defRPr/>
            </a:lvl3pPr>
            <a:lvl4pPr lvl="3" algn="ctr" rtl="0">
              <a:lnSpc>
                <a:spcPct val="100000"/>
              </a:lnSpc>
              <a:spcBef>
                <a:spcPts val="2133"/>
              </a:spcBef>
              <a:spcAft>
                <a:spcPts val="0"/>
              </a:spcAft>
              <a:buSzPts val="1200"/>
              <a:buChar char="●"/>
              <a:defRPr/>
            </a:lvl4pPr>
            <a:lvl5pPr lvl="4" algn="ctr" rtl="0">
              <a:lnSpc>
                <a:spcPct val="100000"/>
              </a:lnSpc>
              <a:spcBef>
                <a:spcPts val="2133"/>
              </a:spcBef>
              <a:spcAft>
                <a:spcPts val="0"/>
              </a:spcAft>
              <a:buSzPts val="1200"/>
              <a:buChar char="○"/>
              <a:defRPr/>
            </a:lvl5pPr>
            <a:lvl6pPr lvl="5" algn="ctr" rtl="0">
              <a:lnSpc>
                <a:spcPct val="100000"/>
              </a:lnSpc>
              <a:spcBef>
                <a:spcPts val="2133"/>
              </a:spcBef>
              <a:spcAft>
                <a:spcPts val="0"/>
              </a:spcAft>
              <a:buSzPts val="1200"/>
              <a:buChar char="■"/>
              <a:defRPr/>
            </a:lvl6pPr>
            <a:lvl7pPr lvl="6" algn="ctr" rtl="0">
              <a:lnSpc>
                <a:spcPct val="100000"/>
              </a:lnSpc>
              <a:spcBef>
                <a:spcPts val="2133"/>
              </a:spcBef>
              <a:spcAft>
                <a:spcPts val="0"/>
              </a:spcAft>
              <a:buSzPts val="1200"/>
              <a:buChar char="●"/>
              <a:defRPr/>
            </a:lvl7pPr>
            <a:lvl8pPr lvl="7" algn="ctr" rtl="0">
              <a:lnSpc>
                <a:spcPct val="100000"/>
              </a:lnSpc>
              <a:spcBef>
                <a:spcPts val="2133"/>
              </a:spcBef>
              <a:spcAft>
                <a:spcPts val="0"/>
              </a:spcAft>
              <a:buSzPts val="1200"/>
              <a:buChar char="○"/>
              <a:defRPr/>
            </a:lvl8pPr>
            <a:lvl9pPr lvl="8" algn="ctr" rtl="0">
              <a:lnSpc>
                <a:spcPct val="100000"/>
              </a:lnSpc>
              <a:spcBef>
                <a:spcPts val="2133"/>
              </a:spcBef>
              <a:spcAft>
                <a:spcPts val="2133"/>
              </a:spcAft>
              <a:buSzPts val="1200"/>
              <a:buChar char="■"/>
              <a:defRPr/>
            </a:lvl9pPr>
          </a:lstStyle>
          <a:p>
            <a:r>
              <a:rPr lang="en-US"/>
              <a:t>Click to edit Master subtitle style</a:t>
            </a:r>
            <a:endParaRPr/>
          </a:p>
        </p:txBody>
      </p:sp>
      <p:sp>
        <p:nvSpPr>
          <p:cNvPr id="125" name="Google Shape;125;p19"/>
          <p:cNvSpPr/>
          <p:nvPr/>
        </p:nvSpPr>
        <p:spPr>
          <a:xfrm rot="10800000" flipH="1">
            <a:off x="-9767" y="-13733"/>
            <a:ext cx="685600" cy="68692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cxnSp>
        <p:nvCxnSpPr>
          <p:cNvPr id="126" name="Google Shape;126;p19"/>
          <p:cNvCxnSpPr/>
          <p:nvPr/>
        </p:nvCxnSpPr>
        <p:spPr>
          <a:xfrm>
            <a:off x="11241033" y="-109433"/>
            <a:ext cx="0" cy="749560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981142556"/>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27"/>
        <p:cNvGrpSpPr/>
        <p:nvPr/>
      </p:nvGrpSpPr>
      <p:grpSpPr>
        <a:xfrm>
          <a:off x="0" y="0"/>
          <a:ext cx="0" cy="0"/>
          <a:chOff x="0" y="0"/>
          <a:chExt cx="0" cy="0"/>
        </a:xfrm>
      </p:grpSpPr>
      <p:sp>
        <p:nvSpPr>
          <p:cNvPr id="128" name="Google Shape;128;p20"/>
          <p:cNvSpPr/>
          <p:nvPr/>
        </p:nvSpPr>
        <p:spPr>
          <a:xfrm rot="10800000" flipH="1">
            <a:off x="-9767" y="6220667"/>
            <a:ext cx="12206800" cy="7364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29" name="Google Shape;129;p20"/>
          <p:cNvSpPr txBox="1">
            <a:spLocks noGrp="1"/>
          </p:cNvSpPr>
          <p:nvPr>
            <p:ph type="title"/>
          </p:nvPr>
        </p:nvSpPr>
        <p:spPr>
          <a:xfrm>
            <a:off x="960000" y="593367"/>
            <a:ext cx="4267200" cy="17068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0"/>
              </a:spcBef>
              <a:spcAft>
                <a:spcPts val="0"/>
              </a:spcAft>
              <a:buSzPts val="3000"/>
              <a:buFont typeface="Poppins ExtraBold"/>
              <a:buNone/>
              <a:defRPr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b="0">
                <a:latin typeface="Poppins ExtraBold"/>
                <a:ea typeface="Poppins ExtraBold"/>
                <a:cs typeface="Poppins ExtraBold"/>
                <a:sym typeface="Poppins ExtraBold"/>
              </a:defRPr>
            </a:lvl9pPr>
          </a:lstStyle>
          <a:p>
            <a:r>
              <a:rPr lang="en-US"/>
              <a:t>Click to edit Master title style</a:t>
            </a:r>
            <a:endParaRPr/>
          </a:p>
        </p:txBody>
      </p:sp>
      <p:sp>
        <p:nvSpPr>
          <p:cNvPr id="130" name="Google Shape;130;p20"/>
          <p:cNvSpPr txBox="1">
            <a:spLocks noGrp="1"/>
          </p:cNvSpPr>
          <p:nvPr>
            <p:ph type="subTitle" idx="1"/>
          </p:nvPr>
        </p:nvSpPr>
        <p:spPr>
          <a:xfrm>
            <a:off x="1130467" y="4303300"/>
            <a:ext cx="3130800" cy="164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31" name="Google Shape;131;p20"/>
          <p:cNvSpPr txBox="1">
            <a:spLocks noGrp="1"/>
          </p:cNvSpPr>
          <p:nvPr>
            <p:ph type="subTitle" idx="2"/>
          </p:nvPr>
        </p:nvSpPr>
        <p:spPr>
          <a:xfrm>
            <a:off x="4614933" y="4303300"/>
            <a:ext cx="3130800" cy="164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32" name="Google Shape;132;p20"/>
          <p:cNvSpPr txBox="1">
            <a:spLocks noGrp="1"/>
          </p:cNvSpPr>
          <p:nvPr>
            <p:ph type="subTitle" idx="3"/>
          </p:nvPr>
        </p:nvSpPr>
        <p:spPr>
          <a:xfrm>
            <a:off x="8099367" y="4303301"/>
            <a:ext cx="3130800" cy="164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33" name="Google Shape;133;p20"/>
          <p:cNvSpPr txBox="1">
            <a:spLocks noGrp="1"/>
          </p:cNvSpPr>
          <p:nvPr>
            <p:ph type="subTitle" idx="4"/>
          </p:nvPr>
        </p:nvSpPr>
        <p:spPr>
          <a:xfrm>
            <a:off x="1130467" y="3829933"/>
            <a:ext cx="3130800" cy="59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134" name="Google Shape;134;p20"/>
          <p:cNvSpPr txBox="1">
            <a:spLocks noGrp="1"/>
          </p:cNvSpPr>
          <p:nvPr>
            <p:ph type="subTitle" idx="5"/>
          </p:nvPr>
        </p:nvSpPr>
        <p:spPr>
          <a:xfrm>
            <a:off x="4614939" y="3829933"/>
            <a:ext cx="3130800" cy="59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135" name="Google Shape;135;p20"/>
          <p:cNvSpPr txBox="1">
            <a:spLocks noGrp="1"/>
          </p:cNvSpPr>
          <p:nvPr>
            <p:ph type="subTitle" idx="6"/>
          </p:nvPr>
        </p:nvSpPr>
        <p:spPr>
          <a:xfrm>
            <a:off x="8099367" y="3829933"/>
            <a:ext cx="3130800" cy="59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136" name="Google Shape;136;p20"/>
          <p:cNvSpPr/>
          <p:nvPr/>
        </p:nvSpPr>
        <p:spPr>
          <a:xfrm>
            <a:off x="8913567" y="-1062667"/>
            <a:ext cx="5507600" cy="157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31373917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37"/>
        <p:cNvGrpSpPr/>
        <p:nvPr/>
      </p:nvGrpSpPr>
      <p:grpSpPr>
        <a:xfrm>
          <a:off x="0" y="0"/>
          <a:ext cx="0" cy="0"/>
          <a:chOff x="0" y="0"/>
          <a:chExt cx="0" cy="0"/>
        </a:xfrm>
      </p:grpSpPr>
      <p:sp>
        <p:nvSpPr>
          <p:cNvPr id="138" name="Google Shape;138;p21"/>
          <p:cNvSpPr/>
          <p:nvPr/>
        </p:nvSpPr>
        <p:spPr>
          <a:xfrm rot="10800000" flipH="1">
            <a:off x="6321600" y="-12267"/>
            <a:ext cx="5870400" cy="7316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39" name="Google Shape;139;p21"/>
          <p:cNvSpPr/>
          <p:nvPr/>
        </p:nvSpPr>
        <p:spPr>
          <a:xfrm rot="10800000">
            <a:off x="-4374533" y="6360167"/>
            <a:ext cx="9169200" cy="157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40" name="Google Shape;140;p21"/>
          <p:cNvSpPr txBox="1">
            <a:spLocks noGrp="1"/>
          </p:cNvSpPr>
          <p:nvPr>
            <p:ph type="title"/>
          </p:nvPr>
        </p:nvSpPr>
        <p:spPr>
          <a:xfrm>
            <a:off x="960000" y="593367"/>
            <a:ext cx="4267200" cy="12192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0"/>
              </a:spcBef>
              <a:spcAft>
                <a:spcPts val="0"/>
              </a:spcAft>
              <a:buSzPts val="3000"/>
              <a:buFont typeface="Poppins ExtraBold"/>
              <a:buNone/>
              <a:defRPr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b="0">
                <a:latin typeface="Poppins ExtraBold"/>
                <a:ea typeface="Poppins ExtraBold"/>
                <a:cs typeface="Poppins ExtraBold"/>
                <a:sym typeface="Poppins ExtraBold"/>
              </a:defRPr>
            </a:lvl9pPr>
          </a:lstStyle>
          <a:p>
            <a:r>
              <a:rPr lang="en-US"/>
              <a:t>Click to edit Master title style</a:t>
            </a:r>
            <a:endParaRPr/>
          </a:p>
        </p:txBody>
      </p:sp>
      <p:sp>
        <p:nvSpPr>
          <p:cNvPr id="141" name="Google Shape;141;p21"/>
          <p:cNvSpPr txBox="1">
            <a:spLocks noGrp="1"/>
          </p:cNvSpPr>
          <p:nvPr>
            <p:ph type="subTitle" idx="1"/>
          </p:nvPr>
        </p:nvSpPr>
        <p:spPr>
          <a:xfrm>
            <a:off x="1618300" y="2897708"/>
            <a:ext cx="4248800" cy="121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42" name="Google Shape;142;p21"/>
          <p:cNvSpPr txBox="1">
            <a:spLocks noGrp="1"/>
          </p:cNvSpPr>
          <p:nvPr>
            <p:ph type="subTitle" idx="2"/>
          </p:nvPr>
        </p:nvSpPr>
        <p:spPr>
          <a:xfrm>
            <a:off x="6386429" y="2897701"/>
            <a:ext cx="4390400" cy="121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43" name="Google Shape;143;p21"/>
          <p:cNvSpPr txBox="1">
            <a:spLocks noGrp="1"/>
          </p:cNvSpPr>
          <p:nvPr>
            <p:ph type="subTitle" idx="3"/>
          </p:nvPr>
        </p:nvSpPr>
        <p:spPr>
          <a:xfrm>
            <a:off x="1618300" y="4705767"/>
            <a:ext cx="4248800" cy="121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44" name="Google Shape;144;p21"/>
          <p:cNvSpPr txBox="1">
            <a:spLocks noGrp="1"/>
          </p:cNvSpPr>
          <p:nvPr>
            <p:ph type="subTitle" idx="4"/>
          </p:nvPr>
        </p:nvSpPr>
        <p:spPr>
          <a:xfrm>
            <a:off x="6386428" y="4705767"/>
            <a:ext cx="4390400" cy="121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45" name="Google Shape;145;p21"/>
          <p:cNvSpPr txBox="1">
            <a:spLocks noGrp="1"/>
          </p:cNvSpPr>
          <p:nvPr>
            <p:ph type="subTitle" idx="5"/>
          </p:nvPr>
        </p:nvSpPr>
        <p:spPr>
          <a:xfrm>
            <a:off x="1618304" y="2509105"/>
            <a:ext cx="42488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oppins"/>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a:buNone/>
              <a:defRPr sz="3200" b="1">
                <a:latin typeface="Poppins"/>
                <a:ea typeface="Poppins"/>
                <a:cs typeface="Poppins"/>
                <a:sym typeface="Poppins"/>
              </a:defRPr>
            </a:lvl2pPr>
            <a:lvl3pPr lvl="2" algn="ctr" rtl="0">
              <a:lnSpc>
                <a:spcPct val="100000"/>
              </a:lnSpc>
              <a:spcBef>
                <a:spcPts val="0"/>
              </a:spcBef>
              <a:spcAft>
                <a:spcPts val="0"/>
              </a:spcAft>
              <a:buSzPts val="2400"/>
              <a:buFont typeface="Poppins"/>
              <a:buNone/>
              <a:defRPr sz="3200" b="1">
                <a:latin typeface="Poppins"/>
                <a:ea typeface="Poppins"/>
                <a:cs typeface="Poppins"/>
                <a:sym typeface="Poppins"/>
              </a:defRPr>
            </a:lvl3pPr>
            <a:lvl4pPr lvl="3" algn="ctr" rtl="0">
              <a:lnSpc>
                <a:spcPct val="100000"/>
              </a:lnSpc>
              <a:spcBef>
                <a:spcPts val="0"/>
              </a:spcBef>
              <a:spcAft>
                <a:spcPts val="0"/>
              </a:spcAft>
              <a:buSzPts val="2400"/>
              <a:buFont typeface="Poppins"/>
              <a:buNone/>
              <a:defRPr sz="3200" b="1">
                <a:latin typeface="Poppins"/>
                <a:ea typeface="Poppins"/>
                <a:cs typeface="Poppins"/>
                <a:sym typeface="Poppins"/>
              </a:defRPr>
            </a:lvl4pPr>
            <a:lvl5pPr lvl="4" algn="ctr" rtl="0">
              <a:lnSpc>
                <a:spcPct val="100000"/>
              </a:lnSpc>
              <a:spcBef>
                <a:spcPts val="0"/>
              </a:spcBef>
              <a:spcAft>
                <a:spcPts val="0"/>
              </a:spcAft>
              <a:buSzPts val="2400"/>
              <a:buFont typeface="Poppins"/>
              <a:buNone/>
              <a:defRPr sz="3200" b="1">
                <a:latin typeface="Poppins"/>
                <a:ea typeface="Poppins"/>
                <a:cs typeface="Poppins"/>
                <a:sym typeface="Poppins"/>
              </a:defRPr>
            </a:lvl5pPr>
            <a:lvl6pPr lvl="5" algn="ctr" rtl="0">
              <a:lnSpc>
                <a:spcPct val="100000"/>
              </a:lnSpc>
              <a:spcBef>
                <a:spcPts val="0"/>
              </a:spcBef>
              <a:spcAft>
                <a:spcPts val="0"/>
              </a:spcAft>
              <a:buSzPts val="2400"/>
              <a:buFont typeface="Poppins"/>
              <a:buNone/>
              <a:defRPr sz="3200" b="1">
                <a:latin typeface="Poppins"/>
                <a:ea typeface="Poppins"/>
                <a:cs typeface="Poppins"/>
                <a:sym typeface="Poppins"/>
              </a:defRPr>
            </a:lvl6pPr>
            <a:lvl7pPr lvl="6" algn="ctr" rtl="0">
              <a:lnSpc>
                <a:spcPct val="100000"/>
              </a:lnSpc>
              <a:spcBef>
                <a:spcPts val="0"/>
              </a:spcBef>
              <a:spcAft>
                <a:spcPts val="0"/>
              </a:spcAft>
              <a:buSzPts val="2400"/>
              <a:buFont typeface="Poppins"/>
              <a:buNone/>
              <a:defRPr sz="3200" b="1">
                <a:latin typeface="Poppins"/>
                <a:ea typeface="Poppins"/>
                <a:cs typeface="Poppins"/>
                <a:sym typeface="Poppins"/>
              </a:defRPr>
            </a:lvl7pPr>
            <a:lvl8pPr lvl="7" algn="ctr" rtl="0">
              <a:lnSpc>
                <a:spcPct val="100000"/>
              </a:lnSpc>
              <a:spcBef>
                <a:spcPts val="0"/>
              </a:spcBef>
              <a:spcAft>
                <a:spcPts val="0"/>
              </a:spcAft>
              <a:buSzPts val="2400"/>
              <a:buFont typeface="Poppins"/>
              <a:buNone/>
              <a:defRPr sz="3200" b="1">
                <a:latin typeface="Poppins"/>
                <a:ea typeface="Poppins"/>
                <a:cs typeface="Poppins"/>
                <a:sym typeface="Poppins"/>
              </a:defRPr>
            </a:lvl8pPr>
            <a:lvl9pPr lvl="8" algn="ctr" rtl="0">
              <a:lnSpc>
                <a:spcPct val="100000"/>
              </a:lnSpc>
              <a:spcBef>
                <a:spcPts val="0"/>
              </a:spcBef>
              <a:spcAft>
                <a:spcPts val="0"/>
              </a:spcAft>
              <a:buSzPts val="2400"/>
              <a:buFont typeface="Poppins"/>
              <a:buNone/>
              <a:defRPr sz="3200" b="1">
                <a:latin typeface="Poppins"/>
                <a:ea typeface="Poppins"/>
                <a:cs typeface="Poppins"/>
                <a:sym typeface="Poppins"/>
              </a:defRPr>
            </a:lvl9pPr>
          </a:lstStyle>
          <a:p>
            <a:r>
              <a:rPr lang="en-US"/>
              <a:t>Click to edit Master subtitle style</a:t>
            </a:r>
            <a:endParaRPr/>
          </a:p>
        </p:txBody>
      </p:sp>
      <p:sp>
        <p:nvSpPr>
          <p:cNvPr id="146" name="Google Shape;146;p21"/>
          <p:cNvSpPr txBox="1">
            <a:spLocks noGrp="1"/>
          </p:cNvSpPr>
          <p:nvPr>
            <p:ph type="subTitle" idx="6"/>
          </p:nvPr>
        </p:nvSpPr>
        <p:spPr>
          <a:xfrm>
            <a:off x="1618304" y="4317256"/>
            <a:ext cx="4248800" cy="502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147" name="Google Shape;147;p21"/>
          <p:cNvSpPr txBox="1">
            <a:spLocks noGrp="1"/>
          </p:cNvSpPr>
          <p:nvPr>
            <p:ph type="subTitle" idx="7"/>
          </p:nvPr>
        </p:nvSpPr>
        <p:spPr>
          <a:xfrm>
            <a:off x="6386388" y="2509100"/>
            <a:ext cx="43904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oppins"/>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a:buNone/>
              <a:defRPr sz="3200" b="1">
                <a:latin typeface="Poppins"/>
                <a:ea typeface="Poppins"/>
                <a:cs typeface="Poppins"/>
                <a:sym typeface="Poppins"/>
              </a:defRPr>
            </a:lvl2pPr>
            <a:lvl3pPr lvl="2" algn="ctr" rtl="0">
              <a:lnSpc>
                <a:spcPct val="100000"/>
              </a:lnSpc>
              <a:spcBef>
                <a:spcPts val="0"/>
              </a:spcBef>
              <a:spcAft>
                <a:spcPts val="0"/>
              </a:spcAft>
              <a:buSzPts val="2400"/>
              <a:buFont typeface="Poppins"/>
              <a:buNone/>
              <a:defRPr sz="3200" b="1">
                <a:latin typeface="Poppins"/>
                <a:ea typeface="Poppins"/>
                <a:cs typeface="Poppins"/>
                <a:sym typeface="Poppins"/>
              </a:defRPr>
            </a:lvl3pPr>
            <a:lvl4pPr lvl="3" algn="ctr" rtl="0">
              <a:lnSpc>
                <a:spcPct val="100000"/>
              </a:lnSpc>
              <a:spcBef>
                <a:spcPts val="0"/>
              </a:spcBef>
              <a:spcAft>
                <a:spcPts val="0"/>
              </a:spcAft>
              <a:buSzPts val="2400"/>
              <a:buFont typeface="Poppins"/>
              <a:buNone/>
              <a:defRPr sz="3200" b="1">
                <a:latin typeface="Poppins"/>
                <a:ea typeface="Poppins"/>
                <a:cs typeface="Poppins"/>
                <a:sym typeface="Poppins"/>
              </a:defRPr>
            </a:lvl4pPr>
            <a:lvl5pPr lvl="4" algn="ctr" rtl="0">
              <a:lnSpc>
                <a:spcPct val="100000"/>
              </a:lnSpc>
              <a:spcBef>
                <a:spcPts val="0"/>
              </a:spcBef>
              <a:spcAft>
                <a:spcPts val="0"/>
              </a:spcAft>
              <a:buSzPts val="2400"/>
              <a:buFont typeface="Poppins"/>
              <a:buNone/>
              <a:defRPr sz="3200" b="1">
                <a:latin typeface="Poppins"/>
                <a:ea typeface="Poppins"/>
                <a:cs typeface="Poppins"/>
                <a:sym typeface="Poppins"/>
              </a:defRPr>
            </a:lvl5pPr>
            <a:lvl6pPr lvl="5" algn="ctr" rtl="0">
              <a:lnSpc>
                <a:spcPct val="100000"/>
              </a:lnSpc>
              <a:spcBef>
                <a:spcPts val="0"/>
              </a:spcBef>
              <a:spcAft>
                <a:spcPts val="0"/>
              </a:spcAft>
              <a:buSzPts val="2400"/>
              <a:buFont typeface="Poppins"/>
              <a:buNone/>
              <a:defRPr sz="3200" b="1">
                <a:latin typeface="Poppins"/>
                <a:ea typeface="Poppins"/>
                <a:cs typeface="Poppins"/>
                <a:sym typeface="Poppins"/>
              </a:defRPr>
            </a:lvl6pPr>
            <a:lvl7pPr lvl="6" algn="ctr" rtl="0">
              <a:lnSpc>
                <a:spcPct val="100000"/>
              </a:lnSpc>
              <a:spcBef>
                <a:spcPts val="0"/>
              </a:spcBef>
              <a:spcAft>
                <a:spcPts val="0"/>
              </a:spcAft>
              <a:buSzPts val="2400"/>
              <a:buFont typeface="Poppins"/>
              <a:buNone/>
              <a:defRPr sz="3200" b="1">
                <a:latin typeface="Poppins"/>
                <a:ea typeface="Poppins"/>
                <a:cs typeface="Poppins"/>
                <a:sym typeface="Poppins"/>
              </a:defRPr>
            </a:lvl7pPr>
            <a:lvl8pPr lvl="7" algn="ctr" rtl="0">
              <a:lnSpc>
                <a:spcPct val="100000"/>
              </a:lnSpc>
              <a:spcBef>
                <a:spcPts val="0"/>
              </a:spcBef>
              <a:spcAft>
                <a:spcPts val="0"/>
              </a:spcAft>
              <a:buSzPts val="2400"/>
              <a:buFont typeface="Poppins"/>
              <a:buNone/>
              <a:defRPr sz="3200" b="1">
                <a:latin typeface="Poppins"/>
                <a:ea typeface="Poppins"/>
                <a:cs typeface="Poppins"/>
                <a:sym typeface="Poppins"/>
              </a:defRPr>
            </a:lvl8pPr>
            <a:lvl9pPr lvl="8" algn="ctr" rtl="0">
              <a:lnSpc>
                <a:spcPct val="100000"/>
              </a:lnSpc>
              <a:spcBef>
                <a:spcPts val="0"/>
              </a:spcBef>
              <a:spcAft>
                <a:spcPts val="0"/>
              </a:spcAft>
              <a:buSzPts val="2400"/>
              <a:buFont typeface="Poppins"/>
              <a:buNone/>
              <a:defRPr sz="3200" b="1">
                <a:latin typeface="Poppins"/>
                <a:ea typeface="Poppins"/>
                <a:cs typeface="Poppins"/>
                <a:sym typeface="Poppins"/>
              </a:defRPr>
            </a:lvl9pPr>
          </a:lstStyle>
          <a:p>
            <a:r>
              <a:rPr lang="en-US"/>
              <a:t>Click to edit Master subtitle style</a:t>
            </a:r>
            <a:endParaRPr/>
          </a:p>
        </p:txBody>
      </p:sp>
      <p:sp>
        <p:nvSpPr>
          <p:cNvPr id="148" name="Google Shape;148;p21"/>
          <p:cNvSpPr txBox="1">
            <a:spLocks noGrp="1"/>
          </p:cNvSpPr>
          <p:nvPr>
            <p:ph type="subTitle" idx="8"/>
          </p:nvPr>
        </p:nvSpPr>
        <p:spPr>
          <a:xfrm>
            <a:off x="6386388" y="4317256"/>
            <a:ext cx="4390400" cy="502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Tree>
    <p:extLst>
      <p:ext uri="{BB962C8B-B14F-4D97-AF65-F5344CB8AC3E}">
        <p14:creationId xmlns:p14="http://schemas.microsoft.com/office/powerpoint/2010/main" val="1572524511"/>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49"/>
        <p:cNvGrpSpPr/>
        <p:nvPr/>
      </p:nvGrpSpPr>
      <p:grpSpPr>
        <a:xfrm>
          <a:off x="0" y="0"/>
          <a:ext cx="0" cy="0"/>
          <a:chOff x="0" y="0"/>
          <a:chExt cx="0" cy="0"/>
        </a:xfrm>
      </p:grpSpPr>
      <p:sp>
        <p:nvSpPr>
          <p:cNvPr id="150" name="Google Shape;150;p22"/>
          <p:cNvSpPr txBox="1">
            <a:spLocks noGrp="1"/>
          </p:cNvSpPr>
          <p:nvPr>
            <p:ph type="title"/>
          </p:nvPr>
        </p:nvSpPr>
        <p:spPr>
          <a:xfrm>
            <a:off x="960000" y="593367"/>
            <a:ext cx="4267200" cy="13184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0"/>
              </a:spcBef>
              <a:spcAft>
                <a:spcPts val="0"/>
              </a:spcAft>
              <a:buSzPts val="3000"/>
              <a:buFont typeface="Poppins ExtraBold"/>
              <a:buNone/>
              <a:defRPr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b="0">
                <a:latin typeface="Poppins ExtraBold"/>
                <a:ea typeface="Poppins ExtraBold"/>
                <a:cs typeface="Poppins ExtraBold"/>
                <a:sym typeface="Poppins ExtraBold"/>
              </a:defRPr>
            </a:lvl9pPr>
          </a:lstStyle>
          <a:p>
            <a:r>
              <a:rPr lang="en-US"/>
              <a:t>Click to edit Master title style</a:t>
            </a:r>
            <a:endParaRPr/>
          </a:p>
        </p:txBody>
      </p:sp>
      <p:sp>
        <p:nvSpPr>
          <p:cNvPr id="151" name="Google Shape;151;p22"/>
          <p:cNvSpPr txBox="1">
            <a:spLocks noGrp="1"/>
          </p:cNvSpPr>
          <p:nvPr>
            <p:ph type="subTitle" idx="1"/>
          </p:nvPr>
        </p:nvSpPr>
        <p:spPr>
          <a:xfrm>
            <a:off x="1028867" y="2978649"/>
            <a:ext cx="3243200" cy="11284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52" name="Google Shape;152;p22"/>
          <p:cNvSpPr txBox="1">
            <a:spLocks noGrp="1"/>
          </p:cNvSpPr>
          <p:nvPr>
            <p:ph type="subTitle" idx="2"/>
          </p:nvPr>
        </p:nvSpPr>
        <p:spPr>
          <a:xfrm>
            <a:off x="4513333" y="2978663"/>
            <a:ext cx="3243200" cy="11284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53" name="Google Shape;153;p22"/>
          <p:cNvSpPr txBox="1">
            <a:spLocks noGrp="1"/>
          </p:cNvSpPr>
          <p:nvPr>
            <p:ph type="subTitle" idx="3"/>
          </p:nvPr>
        </p:nvSpPr>
        <p:spPr>
          <a:xfrm>
            <a:off x="1028867" y="5115733"/>
            <a:ext cx="3243200" cy="11284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54" name="Google Shape;154;p22"/>
          <p:cNvSpPr txBox="1">
            <a:spLocks noGrp="1"/>
          </p:cNvSpPr>
          <p:nvPr>
            <p:ph type="subTitle" idx="4"/>
          </p:nvPr>
        </p:nvSpPr>
        <p:spPr>
          <a:xfrm>
            <a:off x="4513348" y="5115735"/>
            <a:ext cx="3243200" cy="11284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55" name="Google Shape;155;p22"/>
          <p:cNvSpPr txBox="1">
            <a:spLocks noGrp="1"/>
          </p:cNvSpPr>
          <p:nvPr>
            <p:ph type="subTitle" idx="5"/>
          </p:nvPr>
        </p:nvSpPr>
        <p:spPr>
          <a:xfrm>
            <a:off x="7997800" y="2978659"/>
            <a:ext cx="3243200" cy="11284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56" name="Google Shape;156;p22"/>
          <p:cNvSpPr txBox="1">
            <a:spLocks noGrp="1"/>
          </p:cNvSpPr>
          <p:nvPr>
            <p:ph type="subTitle" idx="6"/>
          </p:nvPr>
        </p:nvSpPr>
        <p:spPr>
          <a:xfrm>
            <a:off x="7997831" y="5115735"/>
            <a:ext cx="3243200" cy="11284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57" name="Google Shape;157;p22"/>
          <p:cNvSpPr txBox="1">
            <a:spLocks noGrp="1"/>
          </p:cNvSpPr>
          <p:nvPr>
            <p:ph type="subTitle" idx="7"/>
          </p:nvPr>
        </p:nvSpPr>
        <p:spPr>
          <a:xfrm>
            <a:off x="1028867" y="2604531"/>
            <a:ext cx="3243200" cy="58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158" name="Google Shape;158;p22"/>
          <p:cNvSpPr txBox="1">
            <a:spLocks noGrp="1"/>
          </p:cNvSpPr>
          <p:nvPr>
            <p:ph type="subTitle" idx="8"/>
          </p:nvPr>
        </p:nvSpPr>
        <p:spPr>
          <a:xfrm>
            <a:off x="4514933" y="2604533"/>
            <a:ext cx="3240000" cy="58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159" name="Google Shape;159;p22"/>
          <p:cNvSpPr txBox="1">
            <a:spLocks noGrp="1"/>
          </p:cNvSpPr>
          <p:nvPr>
            <p:ph type="subTitle" idx="9"/>
          </p:nvPr>
        </p:nvSpPr>
        <p:spPr>
          <a:xfrm>
            <a:off x="7997800" y="2604533"/>
            <a:ext cx="3240000" cy="58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160" name="Google Shape;160;p22"/>
          <p:cNvSpPr txBox="1">
            <a:spLocks noGrp="1"/>
          </p:cNvSpPr>
          <p:nvPr>
            <p:ph type="subTitle" idx="13"/>
          </p:nvPr>
        </p:nvSpPr>
        <p:spPr>
          <a:xfrm>
            <a:off x="1028867" y="4702747"/>
            <a:ext cx="3243200" cy="585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161" name="Google Shape;161;p22"/>
          <p:cNvSpPr txBox="1">
            <a:spLocks noGrp="1"/>
          </p:cNvSpPr>
          <p:nvPr>
            <p:ph type="subTitle" idx="14"/>
          </p:nvPr>
        </p:nvSpPr>
        <p:spPr>
          <a:xfrm>
            <a:off x="4514933" y="4702743"/>
            <a:ext cx="3240000" cy="585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162" name="Google Shape;162;p22"/>
          <p:cNvSpPr txBox="1">
            <a:spLocks noGrp="1"/>
          </p:cNvSpPr>
          <p:nvPr>
            <p:ph type="subTitle" idx="15"/>
          </p:nvPr>
        </p:nvSpPr>
        <p:spPr>
          <a:xfrm>
            <a:off x="7997800" y="4702739"/>
            <a:ext cx="3243200" cy="585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163" name="Google Shape;163;p22"/>
          <p:cNvSpPr/>
          <p:nvPr/>
        </p:nvSpPr>
        <p:spPr>
          <a:xfrm rot="10800000">
            <a:off x="7043167" y="-1062667"/>
            <a:ext cx="6382400" cy="157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64" name="Google Shape;164;p22"/>
          <p:cNvSpPr/>
          <p:nvPr/>
        </p:nvSpPr>
        <p:spPr>
          <a:xfrm rot="10800000" flipH="1">
            <a:off x="-9767" y="6627467"/>
            <a:ext cx="12206800" cy="3296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3712018086"/>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matchingName="Title only 1">
  <p:cSld name="1_Title only 1">
    <p:spTree>
      <p:nvGrpSpPr>
        <p:cNvPr id="1" name="Shape 165"/>
        <p:cNvGrpSpPr/>
        <p:nvPr/>
      </p:nvGrpSpPr>
      <p:grpSpPr>
        <a:xfrm>
          <a:off x="0" y="0"/>
          <a:ext cx="0" cy="0"/>
          <a:chOff x="0" y="0"/>
          <a:chExt cx="0" cy="0"/>
        </a:xfrm>
      </p:grpSpPr>
      <p:sp>
        <p:nvSpPr>
          <p:cNvPr id="166" name="Google Shape;166;p23"/>
          <p:cNvSpPr/>
          <p:nvPr/>
        </p:nvSpPr>
        <p:spPr>
          <a:xfrm>
            <a:off x="-9133" y="3661667"/>
            <a:ext cx="12201200" cy="31964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67" name="Google Shape;167;p23"/>
          <p:cNvSpPr txBox="1">
            <a:spLocks noGrp="1"/>
          </p:cNvSpPr>
          <p:nvPr>
            <p:ph type="title"/>
          </p:nvPr>
        </p:nvSpPr>
        <p:spPr>
          <a:xfrm>
            <a:off x="960000" y="593367"/>
            <a:ext cx="5032000" cy="12192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68" name="Google Shape;168;p23"/>
          <p:cNvSpPr/>
          <p:nvPr/>
        </p:nvSpPr>
        <p:spPr>
          <a:xfrm>
            <a:off x="9810100" y="-1062667"/>
            <a:ext cx="3406800" cy="157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3833011795"/>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69"/>
        <p:cNvGrpSpPr/>
        <p:nvPr/>
      </p:nvGrpSpPr>
      <p:grpSpPr>
        <a:xfrm>
          <a:off x="0" y="0"/>
          <a:ext cx="0" cy="0"/>
          <a:chOff x="0" y="0"/>
          <a:chExt cx="0" cy="0"/>
        </a:xfrm>
      </p:grpSpPr>
      <p:sp>
        <p:nvSpPr>
          <p:cNvPr id="170" name="Google Shape;170;p24"/>
          <p:cNvSpPr/>
          <p:nvPr/>
        </p:nvSpPr>
        <p:spPr>
          <a:xfrm rot="10800000" flipH="1">
            <a:off x="-9767" y="100"/>
            <a:ext cx="12205600" cy="3632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71" name="Google Shape;171;p24"/>
          <p:cNvSpPr txBox="1">
            <a:spLocks noGrp="1"/>
          </p:cNvSpPr>
          <p:nvPr>
            <p:ph type="title"/>
          </p:nvPr>
        </p:nvSpPr>
        <p:spPr>
          <a:xfrm>
            <a:off x="960000" y="593367"/>
            <a:ext cx="4264400" cy="7976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72" name="Google Shape;172;p24"/>
          <p:cNvSpPr/>
          <p:nvPr/>
        </p:nvSpPr>
        <p:spPr>
          <a:xfrm rot="10800000">
            <a:off x="6817167" y="6341833"/>
            <a:ext cx="9169200" cy="157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4264149394"/>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173"/>
        <p:cNvGrpSpPr/>
        <p:nvPr/>
      </p:nvGrpSpPr>
      <p:grpSpPr>
        <a:xfrm>
          <a:off x="0" y="0"/>
          <a:ext cx="0" cy="0"/>
          <a:chOff x="0" y="0"/>
          <a:chExt cx="0" cy="0"/>
        </a:xfrm>
      </p:grpSpPr>
      <p:sp>
        <p:nvSpPr>
          <p:cNvPr id="174" name="Google Shape;174;p25"/>
          <p:cNvSpPr txBox="1">
            <a:spLocks noGrp="1"/>
          </p:cNvSpPr>
          <p:nvPr>
            <p:ph type="title"/>
          </p:nvPr>
        </p:nvSpPr>
        <p:spPr>
          <a:xfrm>
            <a:off x="960000" y="593367"/>
            <a:ext cx="4820400" cy="12192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75" name="Google Shape;175;p25"/>
          <p:cNvSpPr/>
          <p:nvPr/>
        </p:nvSpPr>
        <p:spPr>
          <a:xfrm rot="-5400000">
            <a:off x="9313900" y="-1462667"/>
            <a:ext cx="5844800" cy="157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76" name="Google Shape;176;p25"/>
          <p:cNvSpPr/>
          <p:nvPr/>
        </p:nvSpPr>
        <p:spPr>
          <a:xfrm>
            <a:off x="-9133" y="6461233"/>
            <a:ext cx="12201200" cy="396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3397391598"/>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177"/>
        <p:cNvGrpSpPr/>
        <p:nvPr/>
      </p:nvGrpSpPr>
      <p:grpSpPr>
        <a:xfrm>
          <a:off x="0" y="0"/>
          <a:ext cx="0" cy="0"/>
          <a:chOff x="0" y="0"/>
          <a:chExt cx="0" cy="0"/>
        </a:xfrm>
      </p:grpSpPr>
      <p:sp>
        <p:nvSpPr>
          <p:cNvPr id="178" name="Google Shape;178;p26"/>
          <p:cNvSpPr/>
          <p:nvPr/>
        </p:nvSpPr>
        <p:spPr>
          <a:xfrm flipH="1">
            <a:off x="300" y="5641333"/>
            <a:ext cx="12249600" cy="12576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79" name="Google Shape;179;p26"/>
          <p:cNvSpPr txBox="1">
            <a:spLocks noGrp="1"/>
          </p:cNvSpPr>
          <p:nvPr>
            <p:ph type="title"/>
          </p:nvPr>
        </p:nvSpPr>
        <p:spPr>
          <a:xfrm>
            <a:off x="1366467" y="1143900"/>
            <a:ext cx="5281600" cy="1081600"/>
          </a:xfrm>
          <a:prstGeom prst="rect">
            <a:avLst/>
          </a:prstGeom>
        </p:spPr>
        <p:txBody>
          <a:bodyPr spcFirstLastPara="1" wrap="square" lIns="91425" tIns="91425" rIns="91425" bIns="91425" anchor="b" anchorCtr="0">
            <a:noAutofit/>
          </a:bodyPr>
          <a:lstStyle>
            <a:lvl1pPr lvl="0" rtl="0">
              <a:spcBef>
                <a:spcPts val="0"/>
              </a:spcBef>
              <a:spcAft>
                <a:spcPts val="0"/>
              </a:spcAft>
              <a:buSzPts val="2700"/>
              <a:buNone/>
              <a:defRPr sz="62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80" name="Google Shape;180;p26"/>
          <p:cNvSpPr txBox="1">
            <a:spLocks noGrp="1"/>
          </p:cNvSpPr>
          <p:nvPr>
            <p:ph type="subTitle" idx="1"/>
          </p:nvPr>
        </p:nvSpPr>
        <p:spPr>
          <a:xfrm>
            <a:off x="1366467" y="2136317"/>
            <a:ext cx="5281600" cy="141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2000"/>
            </a:lvl1pPr>
            <a:lvl2pPr lvl="1" algn="ctr" rtl="0">
              <a:lnSpc>
                <a:spcPct val="100000"/>
              </a:lnSpc>
              <a:spcBef>
                <a:spcPts val="0"/>
              </a:spcBef>
              <a:spcAft>
                <a:spcPts val="0"/>
              </a:spcAft>
              <a:buSzPts val="1200"/>
              <a:buNone/>
              <a:defRPr/>
            </a:lvl2pPr>
            <a:lvl3pPr lvl="2" algn="ctr" rtl="0">
              <a:lnSpc>
                <a:spcPct val="100000"/>
              </a:lnSpc>
              <a:spcBef>
                <a:spcPts val="2133"/>
              </a:spcBef>
              <a:spcAft>
                <a:spcPts val="0"/>
              </a:spcAft>
              <a:buSzPts val="1200"/>
              <a:buNone/>
              <a:defRPr/>
            </a:lvl3pPr>
            <a:lvl4pPr lvl="3" algn="ctr" rtl="0">
              <a:lnSpc>
                <a:spcPct val="100000"/>
              </a:lnSpc>
              <a:spcBef>
                <a:spcPts val="2133"/>
              </a:spcBef>
              <a:spcAft>
                <a:spcPts val="0"/>
              </a:spcAft>
              <a:buSzPts val="1200"/>
              <a:buNone/>
              <a:defRPr/>
            </a:lvl4pPr>
            <a:lvl5pPr lvl="4" algn="ctr" rtl="0">
              <a:lnSpc>
                <a:spcPct val="100000"/>
              </a:lnSpc>
              <a:spcBef>
                <a:spcPts val="2133"/>
              </a:spcBef>
              <a:spcAft>
                <a:spcPts val="0"/>
              </a:spcAft>
              <a:buSzPts val="1200"/>
              <a:buNone/>
              <a:defRPr/>
            </a:lvl5pPr>
            <a:lvl6pPr lvl="5" algn="ctr" rtl="0">
              <a:lnSpc>
                <a:spcPct val="100000"/>
              </a:lnSpc>
              <a:spcBef>
                <a:spcPts val="2133"/>
              </a:spcBef>
              <a:spcAft>
                <a:spcPts val="0"/>
              </a:spcAft>
              <a:buSzPts val="1200"/>
              <a:buNone/>
              <a:defRPr/>
            </a:lvl6pPr>
            <a:lvl7pPr lvl="6" algn="ctr" rtl="0">
              <a:lnSpc>
                <a:spcPct val="100000"/>
              </a:lnSpc>
              <a:spcBef>
                <a:spcPts val="2133"/>
              </a:spcBef>
              <a:spcAft>
                <a:spcPts val="0"/>
              </a:spcAft>
              <a:buSzPts val="1200"/>
              <a:buNone/>
              <a:defRPr/>
            </a:lvl7pPr>
            <a:lvl8pPr lvl="7" algn="ctr" rtl="0">
              <a:lnSpc>
                <a:spcPct val="100000"/>
              </a:lnSpc>
              <a:spcBef>
                <a:spcPts val="2133"/>
              </a:spcBef>
              <a:spcAft>
                <a:spcPts val="0"/>
              </a:spcAft>
              <a:buSzPts val="1200"/>
              <a:buNone/>
              <a:defRPr/>
            </a:lvl8pPr>
            <a:lvl9pPr lvl="8" algn="ctr" rtl="0">
              <a:lnSpc>
                <a:spcPct val="100000"/>
              </a:lnSpc>
              <a:spcBef>
                <a:spcPts val="2133"/>
              </a:spcBef>
              <a:spcAft>
                <a:spcPts val="2133"/>
              </a:spcAft>
              <a:buSzPts val="1200"/>
              <a:buNone/>
              <a:defRPr/>
            </a:lvl9pPr>
          </a:lstStyle>
          <a:p>
            <a:r>
              <a:rPr lang="en-US"/>
              <a:t>Click to edit Master subtitle style</a:t>
            </a:r>
            <a:endParaRPr/>
          </a:p>
        </p:txBody>
      </p:sp>
      <p:sp>
        <p:nvSpPr>
          <p:cNvPr id="181" name="Google Shape;181;p26"/>
          <p:cNvSpPr txBox="1"/>
          <p:nvPr/>
        </p:nvSpPr>
        <p:spPr>
          <a:xfrm>
            <a:off x="1366467" y="4409533"/>
            <a:ext cx="5477600" cy="741600"/>
          </a:xfrm>
          <a:prstGeom prst="rect">
            <a:avLst/>
          </a:prstGeom>
          <a:noFill/>
          <a:ln>
            <a:noFill/>
          </a:ln>
        </p:spPr>
        <p:txBody>
          <a:bodyPr spcFirstLastPara="1" wrap="square" lIns="121900" tIns="121900" rIns="121900" bIns="121900" anchor="t" anchorCtr="0">
            <a:noAutofit/>
          </a:bodyPr>
          <a:lstStyle/>
          <a:p>
            <a:pPr marL="0" lvl="0" indent="0" algn="l" rtl="0">
              <a:spcBef>
                <a:spcPts val="400"/>
              </a:spcBef>
              <a:spcAft>
                <a:spcPts val="0"/>
              </a:spcAft>
              <a:buNone/>
            </a:pPr>
            <a:r>
              <a:rPr lang="en" sz="1333" b="1">
                <a:solidFill>
                  <a:schemeClr val="dk1"/>
                </a:solidFill>
                <a:latin typeface="Hanken Grotesk"/>
                <a:ea typeface="Hanken Grotesk"/>
                <a:cs typeface="Hanken Grotesk"/>
                <a:sym typeface="Hanken Grotesk"/>
              </a:rPr>
              <a:t>CREDITS:</a:t>
            </a:r>
            <a:r>
              <a:rPr lang="en" sz="1333">
                <a:solidFill>
                  <a:schemeClr val="dk1"/>
                </a:solidFill>
                <a:latin typeface="Hanken Grotesk"/>
                <a:ea typeface="Hanken Grotesk"/>
                <a:cs typeface="Hanken Grotesk"/>
                <a:sym typeface="Hanken Grotesk"/>
              </a:rPr>
              <a:t> This presentation template was created by </a:t>
            </a:r>
            <a:r>
              <a:rPr lang="en" sz="1333" b="1" u="sng">
                <a:solidFill>
                  <a:schemeClr val="dk1"/>
                </a:solidFill>
                <a:latin typeface="Hanken Grotesk"/>
                <a:ea typeface="Hanken Grotesk"/>
                <a:cs typeface="Hanken Grotesk"/>
                <a:sym typeface="Hanken Grotesk"/>
                <a:hlinkClick r:id="rId2">
                  <a:extLst>
                    <a:ext uri="{A12FA001-AC4F-418D-AE19-62706E023703}">
                      <ahyp:hlinkClr xmlns:ahyp="http://schemas.microsoft.com/office/drawing/2018/hyperlinkcolor" val="tx"/>
                    </a:ext>
                  </a:extLst>
                </a:hlinkClick>
              </a:rPr>
              <a:t>Slidesgo</a:t>
            </a:r>
            <a:r>
              <a:rPr lang="en" sz="1333">
                <a:solidFill>
                  <a:schemeClr val="dk1"/>
                </a:solidFill>
                <a:latin typeface="Hanken Grotesk"/>
                <a:ea typeface="Hanken Grotesk"/>
                <a:cs typeface="Hanken Grotesk"/>
                <a:sym typeface="Hanken Grotesk"/>
              </a:rPr>
              <a:t>, and includes icons by </a:t>
            </a:r>
            <a:r>
              <a:rPr lang="en" sz="1333" b="1" u="sng">
                <a:solidFill>
                  <a:schemeClr val="dk1"/>
                </a:solidFill>
                <a:latin typeface="Hanken Grotesk"/>
                <a:ea typeface="Hanken Grotesk"/>
                <a:cs typeface="Hanken Grotesk"/>
                <a:sym typeface="Hanken Grotesk"/>
                <a:hlinkClick r:id="rId3">
                  <a:extLst>
                    <a:ext uri="{A12FA001-AC4F-418D-AE19-62706E023703}">
                      <ahyp:hlinkClr xmlns:ahyp="http://schemas.microsoft.com/office/drawing/2018/hyperlinkcolor" val="tx"/>
                    </a:ext>
                  </a:extLst>
                </a:hlinkClick>
              </a:rPr>
              <a:t>Flaticon</a:t>
            </a:r>
            <a:r>
              <a:rPr lang="en" sz="1333">
                <a:solidFill>
                  <a:schemeClr val="dk1"/>
                </a:solidFill>
                <a:latin typeface="Hanken Grotesk"/>
                <a:ea typeface="Hanken Grotesk"/>
                <a:cs typeface="Hanken Grotesk"/>
                <a:sym typeface="Hanken Grotesk"/>
              </a:rPr>
              <a:t>, and infographics &amp; images by </a:t>
            </a:r>
            <a:r>
              <a:rPr lang="en" sz="1333" b="1" u="sng">
                <a:solidFill>
                  <a:schemeClr val="dk1"/>
                </a:solidFill>
                <a:latin typeface="Hanken Grotesk"/>
                <a:ea typeface="Hanken Grotesk"/>
                <a:cs typeface="Hanken Grotesk"/>
                <a:sym typeface="Hanken Grotesk"/>
                <a:hlinkClick r:id="rId4">
                  <a:extLst>
                    <a:ext uri="{A12FA001-AC4F-418D-AE19-62706E023703}">
                      <ahyp:hlinkClr xmlns:ahyp="http://schemas.microsoft.com/office/drawing/2018/hyperlinkcolor" val="tx"/>
                    </a:ext>
                  </a:extLst>
                </a:hlinkClick>
              </a:rPr>
              <a:t>Freepik</a:t>
            </a:r>
            <a:r>
              <a:rPr lang="en" sz="1333" u="sng">
                <a:solidFill>
                  <a:schemeClr val="dk1"/>
                </a:solidFill>
                <a:latin typeface="Hanken Grotesk"/>
                <a:ea typeface="Hanken Grotesk"/>
                <a:cs typeface="Hanken Grotesk"/>
                <a:sym typeface="Hanken Grotesk"/>
              </a:rPr>
              <a:t> </a:t>
            </a:r>
            <a:endParaRPr sz="1333" b="1" u="sng">
              <a:solidFill>
                <a:schemeClr val="dk1"/>
              </a:solidFill>
              <a:latin typeface="Hanken Grotesk"/>
              <a:ea typeface="Hanken Grotesk"/>
              <a:cs typeface="Hanken Grotesk"/>
              <a:sym typeface="Hanken Grotesk"/>
            </a:endParaRPr>
          </a:p>
        </p:txBody>
      </p:sp>
    </p:spTree>
    <p:extLst>
      <p:ext uri="{BB962C8B-B14F-4D97-AF65-F5344CB8AC3E}">
        <p14:creationId xmlns:p14="http://schemas.microsoft.com/office/powerpoint/2010/main" val="298087876"/>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182"/>
        <p:cNvGrpSpPr/>
        <p:nvPr/>
      </p:nvGrpSpPr>
      <p:grpSpPr>
        <a:xfrm>
          <a:off x="0" y="0"/>
          <a:ext cx="0" cy="0"/>
          <a:chOff x="0" y="0"/>
          <a:chExt cx="0" cy="0"/>
        </a:xfrm>
      </p:grpSpPr>
      <p:sp>
        <p:nvSpPr>
          <p:cNvPr id="183" name="Google Shape;183;p27"/>
          <p:cNvSpPr/>
          <p:nvPr/>
        </p:nvSpPr>
        <p:spPr>
          <a:xfrm rot="10800000" flipH="1">
            <a:off x="-9767" y="5782400"/>
            <a:ext cx="12252400" cy="10756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84" name="Google Shape;184;p27"/>
          <p:cNvSpPr/>
          <p:nvPr/>
        </p:nvSpPr>
        <p:spPr>
          <a:xfrm rot="5400000">
            <a:off x="-2795433" y="711833"/>
            <a:ext cx="5507600" cy="157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3781373591"/>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185"/>
        <p:cNvGrpSpPr/>
        <p:nvPr/>
      </p:nvGrpSpPr>
      <p:grpSpPr>
        <a:xfrm>
          <a:off x="0" y="0"/>
          <a:ext cx="0" cy="0"/>
          <a:chOff x="0" y="0"/>
          <a:chExt cx="0" cy="0"/>
        </a:xfrm>
      </p:grpSpPr>
      <p:sp>
        <p:nvSpPr>
          <p:cNvPr id="186" name="Google Shape;186;p28"/>
          <p:cNvSpPr/>
          <p:nvPr/>
        </p:nvSpPr>
        <p:spPr>
          <a:xfrm rot="10800000" flipH="1">
            <a:off x="11109300" y="-25733"/>
            <a:ext cx="1133200" cy="68812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87" name="Google Shape;187;p28"/>
          <p:cNvSpPr/>
          <p:nvPr/>
        </p:nvSpPr>
        <p:spPr>
          <a:xfrm>
            <a:off x="-1613500" y="6341867"/>
            <a:ext cx="5507600" cy="157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2929284991"/>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FC9F3-BA08-98D4-9BC7-0255FCCCFC4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36F11E3-FCB2-26E3-FDA3-63060A79EE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4696F1-9B8B-F845-5194-BD4F350C39A4}"/>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5" name="Footer Placeholder 4">
            <a:extLst>
              <a:ext uri="{FF2B5EF4-FFF2-40B4-BE49-F238E27FC236}">
                <a16:creationId xmlns:a16="http://schemas.microsoft.com/office/drawing/2014/main" id="{8A000A43-B086-143D-3913-05D515A25C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8A62A9-CEB9-705E-185D-701F0EDB8CA7}"/>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360555753"/>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191"/>
        <p:cNvGrpSpPr/>
        <p:nvPr/>
      </p:nvGrpSpPr>
      <p:grpSpPr>
        <a:xfrm>
          <a:off x="0" y="0"/>
          <a:ext cx="0" cy="0"/>
          <a:chOff x="0" y="0"/>
          <a:chExt cx="0" cy="0"/>
        </a:xfrm>
      </p:grpSpPr>
    </p:spTree>
    <p:extLst>
      <p:ext uri="{BB962C8B-B14F-4D97-AF65-F5344CB8AC3E}">
        <p14:creationId xmlns:p14="http://schemas.microsoft.com/office/powerpoint/2010/main" val="3596401875"/>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192"/>
        <p:cNvGrpSpPr/>
        <p:nvPr/>
      </p:nvGrpSpPr>
      <p:grpSpPr>
        <a:xfrm>
          <a:off x="0" y="0"/>
          <a:ext cx="0" cy="0"/>
          <a:chOff x="0" y="0"/>
          <a:chExt cx="0" cy="0"/>
        </a:xfrm>
      </p:grpSpPr>
      <p:sp>
        <p:nvSpPr>
          <p:cNvPr id="193" name="Google Shape;193;p31"/>
          <p:cNvSpPr txBox="1">
            <a:spLocks noGrp="1"/>
          </p:cNvSpPr>
          <p:nvPr>
            <p:ph type="title"/>
          </p:nvPr>
        </p:nvSpPr>
        <p:spPr>
          <a:xfrm>
            <a:off x="955600" y="681367"/>
            <a:ext cx="10280800" cy="6432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solidFill>
                  <a:schemeClr val="lt1"/>
                </a:solidFill>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r>
              <a:rPr lang="en-US"/>
              <a:t>Click to edit Master title style</a:t>
            </a:r>
            <a:endParaRPr/>
          </a:p>
        </p:txBody>
      </p:sp>
    </p:spTree>
    <p:extLst>
      <p:ext uri="{BB962C8B-B14F-4D97-AF65-F5344CB8AC3E}">
        <p14:creationId xmlns:p14="http://schemas.microsoft.com/office/powerpoint/2010/main" val="3547422115"/>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8D6ED-E632-5314-0215-0A10609D6A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5B1BD1E-4AE8-68BF-76D5-14899A097F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D84B98A-86B5-9EEC-F161-26EBAC6FAB39}"/>
              </a:ext>
            </a:extLst>
          </p:cNvPr>
          <p:cNvSpPr>
            <a:spLocks noGrp="1"/>
          </p:cNvSpPr>
          <p:nvPr>
            <p:ph type="dt" sz="half" idx="10"/>
          </p:nvPr>
        </p:nvSpPr>
        <p:spPr/>
        <p:txBody>
          <a:bodyPr/>
          <a:lstStyle/>
          <a:p>
            <a:fld id="{D1136C76-92CC-4941-BF2A-62A171D80761}" type="datetimeFigureOut">
              <a:rPr lang="en-IN" smtClean="0"/>
              <a:t>15-02-2026</a:t>
            </a:fld>
            <a:endParaRPr lang="en-IN"/>
          </a:p>
        </p:txBody>
      </p:sp>
      <p:sp>
        <p:nvSpPr>
          <p:cNvPr id="5" name="Footer Placeholder 4">
            <a:extLst>
              <a:ext uri="{FF2B5EF4-FFF2-40B4-BE49-F238E27FC236}">
                <a16:creationId xmlns:a16="http://schemas.microsoft.com/office/drawing/2014/main" id="{7DF45514-8A1A-A49E-7902-1D7E066F4F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3F4685-5FFB-27AC-87F7-0598847D3F33}"/>
              </a:ext>
            </a:extLst>
          </p:cNvPr>
          <p:cNvSpPr>
            <a:spLocks noGrp="1"/>
          </p:cNvSpPr>
          <p:nvPr>
            <p:ph type="sldNum" sz="quarter" idx="12"/>
          </p:nvPr>
        </p:nvSpPr>
        <p:spPr/>
        <p:txBody>
          <a:bodyPr/>
          <a:lstStyle/>
          <a:p>
            <a:fld id="{21352767-793A-430C-8B38-2D6B146B811B}" type="slidenum">
              <a:rPr lang="en-IN" smtClean="0"/>
              <a:t>‹#›</a:t>
            </a:fld>
            <a:endParaRPr lang="en-IN"/>
          </a:p>
        </p:txBody>
      </p:sp>
    </p:spTree>
    <p:extLst>
      <p:ext uri="{BB962C8B-B14F-4D97-AF65-F5344CB8AC3E}">
        <p14:creationId xmlns:p14="http://schemas.microsoft.com/office/powerpoint/2010/main" val="1217194280"/>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FC9F3-BA08-98D4-9BC7-0255FCCCFC4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36F11E3-FCB2-26E3-FDA3-63060A79EE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4696F1-9B8B-F845-5194-BD4F350C39A4}"/>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5" name="Footer Placeholder 4">
            <a:extLst>
              <a:ext uri="{FF2B5EF4-FFF2-40B4-BE49-F238E27FC236}">
                <a16:creationId xmlns:a16="http://schemas.microsoft.com/office/drawing/2014/main" id="{8A000A43-B086-143D-3913-05D515A25C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8A62A9-CEB9-705E-185D-701F0EDB8CA7}"/>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41421679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339EB-2482-FE82-4B62-8892AD81BB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1BB9399-9E69-8BA2-782B-E55C05D590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04EAE8-DA11-9DFE-6935-B73B946D7619}"/>
              </a:ext>
            </a:extLst>
          </p:cNvPr>
          <p:cNvSpPr>
            <a:spLocks noGrp="1"/>
          </p:cNvSpPr>
          <p:nvPr>
            <p:ph type="dt" sz="half" idx="10"/>
          </p:nvPr>
        </p:nvSpPr>
        <p:spPr/>
        <p:txBody>
          <a:bodyPr/>
          <a:lstStyle/>
          <a:p>
            <a:fld id="{D1136C76-92CC-4941-BF2A-62A171D80761}" type="datetimeFigureOut">
              <a:rPr lang="en-IN" smtClean="0"/>
              <a:t>15-02-2026</a:t>
            </a:fld>
            <a:endParaRPr lang="en-IN"/>
          </a:p>
        </p:txBody>
      </p:sp>
      <p:sp>
        <p:nvSpPr>
          <p:cNvPr id="5" name="Footer Placeholder 4">
            <a:extLst>
              <a:ext uri="{FF2B5EF4-FFF2-40B4-BE49-F238E27FC236}">
                <a16:creationId xmlns:a16="http://schemas.microsoft.com/office/drawing/2014/main" id="{A528FC8A-0CF4-80F6-217C-7B6E3EEA5F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A71A3F-5ADC-CB8E-EE55-07C3EFCFDCF5}"/>
              </a:ext>
            </a:extLst>
          </p:cNvPr>
          <p:cNvSpPr>
            <a:spLocks noGrp="1"/>
          </p:cNvSpPr>
          <p:nvPr>
            <p:ph type="sldNum" sz="quarter" idx="12"/>
          </p:nvPr>
        </p:nvSpPr>
        <p:spPr/>
        <p:txBody>
          <a:bodyPr/>
          <a:lstStyle/>
          <a:p>
            <a:fld id="{21352767-793A-430C-8B38-2D6B146B811B}" type="slidenum">
              <a:rPr lang="en-IN" smtClean="0"/>
              <a:t>‹#›</a:t>
            </a:fld>
            <a:endParaRPr lang="en-IN"/>
          </a:p>
        </p:txBody>
      </p:sp>
    </p:spTree>
    <p:extLst>
      <p:ext uri="{BB962C8B-B14F-4D97-AF65-F5344CB8AC3E}">
        <p14:creationId xmlns:p14="http://schemas.microsoft.com/office/powerpoint/2010/main" val="1008316003"/>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4D8F8-9BDC-3D33-A3F3-701C2787C23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502938-549B-518A-25D1-A480E07067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F101C45-B87B-07BC-261F-664F9BD2C6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FC6BD73-3EDF-D296-57C8-44D2348FB857}"/>
              </a:ext>
            </a:extLst>
          </p:cNvPr>
          <p:cNvSpPr>
            <a:spLocks noGrp="1"/>
          </p:cNvSpPr>
          <p:nvPr>
            <p:ph type="dt" sz="half" idx="10"/>
          </p:nvPr>
        </p:nvSpPr>
        <p:spPr/>
        <p:txBody>
          <a:bodyPr/>
          <a:lstStyle/>
          <a:p>
            <a:fld id="{D1136C76-92CC-4941-BF2A-62A171D80761}" type="datetimeFigureOut">
              <a:rPr lang="en-IN" smtClean="0"/>
              <a:t>15-02-2026</a:t>
            </a:fld>
            <a:endParaRPr lang="en-IN"/>
          </a:p>
        </p:txBody>
      </p:sp>
      <p:sp>
        <p:nvSpPr>
          <p:cNvPr id="6" name="Footer Placeholder 5">
            <a:extLst>
              <a:ext uri="{FF2B5EF4-FFF2-40B4-BE49-F238E27FC236}">
                <a16:creationId xmlns:a16="http://schemas.microsoft.com/office/drawing/2014/main" id="{5C225E60-39B1-1BCA-E879-4764BC7EC8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55997D-E0D4-2504-5ADD-75FF18CFB3CE}"/>
              </a:ext>
            </a:extLst>
          </p:cNvPr>
          <p:cNvSpPr>
            <a:spLocks noGrp="1"/>
          </p:cNvSpPr>
          <p:nvPr>
            <p:ph type="sldNum" sz="quarter" idx="12"/>
          </p:nvPr>
        </p:nvSpPr>
        <p:spPr/>
        <p:txBody>
          <a:bodyPr/>
          <a:lstStyle/>
          <a:p>
            <a:fld id="{21352767-793A-430C-8B38-2D6B146B811B}" type="slidenum">
              <a:rPr lang="en-IN" smtClean="0"/>
              <a:t>‹#›</a:t>
            </a:fld>
            <a:endParaRPr lang="en-IN"/>
          </a:p>
        </p:txBody>
      </p:sp>
    </p:spTree>
    <p:extLst>
      <p:ext uri="{BB962C8B-B14F-4D97-AF65-F5344CB8AC3E}">
        <p14:creationId xmlns:p14="http://schemas.microsoft.com/office/powerpoint/2010/main" val="2396080910"/>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ADE0C-AFB4-9EB2-D28D-88FB533F45B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A67DB5-7763-636D-DF05-21A9D53B3C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F70AB6-161F-8C71-B8EA-8593395D46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A65A82-FA67-0B0D-A799-6E78F5D411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A755A1-2B1E-E305-96A8-A470A2732C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6BFA4F4-9FFA-1D48-660E-81B07FF8C01F}"/>
              </a:ext>
            </a:extLst>
          </p:cNvPr>
          <p:cNvSpPr>
            <a:spLocks noGrp="1"/>
          </p:cNvSpPr>
          <p:nvPr>
            <p:ph type="dt" sz="half" idx="10"/>
          </p:nvPr>
        </p:nvSpPr>
        <p:spPr/>
        <p:txBody>
          <a:bodyPr/>
          <a:lstStyle/>
          <a:p>
            <a:fld id="{D1136C76-92CC-4941-BF2A-62A171D80761}" type="datetimeFigureOut">
              <a:rPr lang="en-IN" smtClean="0"/>
              <a:t>15-02-2026</a:t>
            </a:fld>
            <a:endParaRPr lang="en-IN"/>
          </a:p>
        </p:txBody>
      </p:sp>
      <p:sp>
        <p:nvSpPr>
          <p:cNvPr id="8" name="Footer Placeholder 7">
            <a:extLst>
              <a:ext uri="{FF2B5EF4-FFF2-40B4-BE49-F238E27FC236}">
                <a16:creationId xmlns:a16="http://schemas.microsoft.com/office/drawing/2014/main" id="{602B6395-C08D-44AF-FD76-7975411F506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FD067CE-875C-1828-907A-13A5CB93342C}"/>
              </a:ext>
            </a:extLst>
          </p:cNvPr>
          <p:cNvSpPr>
            <a:spLocks noGrp="1"/>
          </p:cNvSpPr>
          <p:nvPr>
            <p:ph type="sldNum" sz="quarter" idx="12"/>
          </p:nvPr>
        </p:nvSpPr>
        <p:spPr/>
        <p:txBody>
          <a:bodyPr/>
          <a:lstStyle/>
          <a:p>
            <a:fld id="{21352767-793A-430C-8B38-2D6B146B811B}" type="slidenum">
              <a:rPr lang="en-IN" smtClean="0"/>
              <a:t>‹#›</a:t>
            </a:fld>
            <a:endParaRPr lang="en-IN"/>
          </a:p>
        </p:txBody>
      </p:sp>
    </p:spTree>
    <p:extLst>
      <p:ext uri="{BB962C8B-B14F-4D97-AF65-F5344CB8AC3E}">
        <p14:creationId xmlns:p14="http://schemas.microsoft.com/office/powerpoint/2010/main" val="3100911009"/>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BE145-EC3E-05B3-FE58-6B089B63A38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A738495-5333-D96E-86E6-F27C920114AD}"/>
              </a:ext>
            </a:extLst>
          </p:cNvPr>
          <p:cNvSpPr>
            <a:spLocks noGrp="1"/>
          </p:cNvSpPr>
          <p:nvPr>
            <p:ph type="dt" sz="half" idx="10"/>
          </p:nvPr>
        </p:nvSpPr>
        <p:spPr/>
        <p:txBody>
          <a:bodyPr/>
          <a:lstStyle/>
          <a:p>
            <a:fld id="{D1136C76-92CC-4941-BF2A-62A171D80761}" type="datetimeFigureOut">
              <a:rPr lang="en-IN" smtClean="0"/>
              <a:t>15-02-2026</a:t>
            </a:fld>
            <a:endParaRPr lang="en-IN"/>
          </a:p>
        </p:txBody>
      </p:sp>
      <p:sp>
        <p:nvSpPr>
          <p:cNvPr id="4" name="Footer Placeholder 3">
            <a:extLst>
              <a:ext uri="{FF2B5EF4-FFF2-40B4-BE49-F238E27FC236}">
                <a16:creationId xmlns:a16="http://schemas.microsoft.com/office/drawing/2014/main" id="{F07348FD-69C9-3552-5E8B-8DA697AED52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988B6CC-6F97-60D2-CABF-DB2F15E4FFD3}"/>
              </a:ext>
            </a:extLst>
          </p:cNvPr>
          <p:cNvSpPr>
            <a:spLocks noGrp="1"/>
          </p:cNvSpPr>
          <p:nvPr>
            <p:ph type="sldNum" sz="quarter" idx="12"/>
          </p:nvPr>
        </p:nvSpPr>
        <p:spPr/>
        <p:txBody>
          <a:bodyPr/>
          <a:lstStyle/>
          <a:p>
            <a:fld id="{21352767-793A-430C-8B38-2D6B146B811B}" type="slidenum">
              <a:rPr lang="en-IN" smtClean="0"/>
              <a:t>‹#›</a:t>
            </a:fld>
            <a:endParaRPr lang="en-IN"/>
          </a:p>
        </p:txBody>
      </p:sp>
    </p:spTree>
    <p:extLst>
      <p:ext uri="{BB962C8B-B14F-4D97-AF65-F5344CB8AC3E}">
        <p14:creationId xmlns:p14="http://schemas.microsoft.com/office/powerpoint/2010/main" val="33063913"/>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44B299-A604-48A5-B4CC-AE820D641C7D}"/>
              </a:ext>
            </a:extLst>
          </p:cNvPr>
          <p:cNvSpPr>
            <a:spLocks noGrp="1"/>
          </p:cNvSpPr>
          <p:nvPr>
            <p:ph type="dt" sz="half" idx="10"/>
          </p:nvPr>
        </p:nvSpPr>
        <p:spPr/>
        <p:txBody>
          <a:bodyPr/>
          <a:lstStyle/>
          <a:p>
            <a:fld id="{D1136C76-92CC-4941-BF2A-62A171D80761}" type="datetimeFigureOut">
              <a:rPr lang="en-IN" smtClean="0"/>
              <a:t>15-02-2026</a:t>
            </a:fld>
            <a:endParaRPr lang="en-IN"/>
          </a:p>
        </p:txBody>
      </p:sp>
      <p:sp>
        <p:nvSpPr>
          <p:cNvPr id="3" name="Footer Placeholder 2">
            <a:extLst>
              <a:ext uri="{FF2B5EF4-FFF2-40B4-BE49-F238E27FC236}">
                <a16:creationId xmlns:a16="http://schemas.microsoft.com/office/drawing/2014/main" id="{3D14CE10-9209-5357-AE4C-2EBF4E258CB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9420C1B-C666-3147-3E95-56103693A33C}"/>
              </a:ext>
            </a:extLst>
          </p:cNvPr>
          <p:cNvSpPr>
            <a:spLocks noGrp="1"/>
          </p:cNvSpPr>
          <p:nvPr>
            <p:ph type="sldNum" sz="quarter" idx="12"/>
          </p:nvPr>
        </p:nvSpPr>
        <p:spPr/>
        <p:txBody>
          <a:bodyPr/>
          <a:lstStyle/>
          <a:p>
            <a:fld id="{21352767-793A-430C-8B38-2D6B146B811B}" type="slidenum">
              <a:rPr lang="en-IN" smtClean="0"/>
              <a:t>‹#›</a:t>
            </a:fld>
            <a:endParaRPr lang="en-IN"/>
          </a:p>
        </p:txBody>
      </p:sp>
    </p:spTree>
    <p:extLst>
      <p:ext uri="{BB962C8B-B14F-4D97-AF65-F5344CB8AC3E}">
        <p14:creationId xmlns:p14="http://schemas.microsoft.com/office/powerpoint/2010/main" val="943006928"/>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6E723-6BD7-52AC-858C-5201D6004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47A221B-9224-F189-EABD-1B2DA829A2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7B73703-CD1C-8469-B6F0-22480DD876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DD22B0-54C8-13CE-D7FD-42540F3D13D4}"/>
              </a:ext>
            </a:extLst>
          </p:cNvPr>
          <p:cNvSpPr>
            <a:spLocks noGrp="1"/>
          </p:cNvSpPr>
          <p:nvPr>
            <p:ph type="dt" sz="half" idx="10"/>
          </p:nvPr>
        </p:nvSpPr>
        <p:spPr/>
        <p:txBody>
          <a:bodyPr/>
          <a:lstStyle/>
          <a:p>
            <a:fld id="{D1136C76-92CC-4941-BF2A-62A171D80761}" type="datetimeFigureOut">
              <a:rPr lang="en-IN" smtClean="0"/>
              <a:t>15-02-2026</a:t>
            </a:fld>
            <a:endParaRPr lang="en-IN"/>
          </a:p>
        </p:txBody>
      </p:sp>
      <p:sp>
        <p:nvSpPr>
          <p:cNvPr id="6" name="Footer Placeholder 5">
            <a:extLst>
              <a:ext uri="{FF2B5EF4-FFF2-40B4-BE49-F238E27FC236}">
                <a16:creationId xmlns:a16="http://schemas.microsoft.com/office/drawing/2014/main" id="{7531FB07-CF7A-CC73-9C3D-3AB25428F1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1C5E7E-9D79-4E75-6BCE-5EC6D24102C8}"/>
              </a:ext>
            </a:extLst>
          </p:cNvPr>
          <p:cNvSpPr>
            <a:spLocks noGrp="1"/>
          </p:cNvSpPr>
          <p:nvPr>
            <p:ph type="sldNum" sz="quarter" idx="12"/>
          </p:nvPr>
        </p:nvSpPr>
        <p:spPr/>
        <p:txBody>
          <a:bodyPr/>
          <a:lstStyle/>
          <a:p>
            <a:fld id="{21352767-793A-430C-8B38-2D6B146B811B}" type="slidenum">
              <a:rPr lang="en-IN" smtClean="0"/>
              <a:t>‹#›</a:t>
            </a:fld>
            <a:endParaRPr lang="en-IN"/>
          </a:p>
        </p:txBody>
      </p:sp>
    </p:spTree>
    <p:extLst>
      <p:ext uri="{BB962C8B-B14F-4D97-AF65-F5344CB8AC3E}">
        <p14:creationId xmlns:p14="http://schemas.microsoft.com/office/powerpoint/2010/main" val="1255914861"/>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3F758-3706-9E17-5E93-541C8E690A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F8C58CF-ADF6-36DA-A91B-AEDEAE038D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5ECE667-E225-1287-9C35-5521C94F90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7F716A-1AF6-1C84-C568-C6DB7B465AE9}"/>
              </a:ext>
            </a:extLst>
          </p:cNvPr>
          <p:cNvSpPr>
            <a:spLocks noGrp="1"/>
          </p:cNvSpPr>
          <p:nvPr>
            <p:ph type="dt" sz="half" idx="10"/>
          </p:nvPr>
        </p:nvSpPr>
        <p:spPr/>
        <p:txBody>
          <a:bodyPr/>
          <a:lstStyle/>
          <a:p>
            <a:fld id="{D1136C76-92CC-4941-BF2A-62A171D80761}" type="datetimeFigureOut">
              <a:rPr lang="en-IN" smtClean="0"/>
              <a:t>15-02-2026</a:t>
            </a:fld>
            <a:endParaRPr lang="en-IN"/>
          </a:p>
        </p:txBody>
      </p:sp>
      <p:sp>
        <p:nvSpPr>
          <p:cNvPr id="6" name="Footer Placeholder 5">
            <a:extLst>
              <a:ext uri="{FF2B5EF4-FFF2-40B4-BE49-F238E27FC236}">
                <a16:creationId xmlns:a16="http://schemas.microsoft.com/office/drawing/2014/main" id="{F8C264BA-C0EF-48BA-E516-20642FAD1E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C8D0528-B063-D28F-F804-FF788D8D507A}"/>
              </a:ext>
            </a:extLst>
          </p:cNvPr>
          <p:cNvSpPr>
            <a:spLocks noGrp="1"/>
          </p:cNvSpPr>
          <p:nvPr>
            <p:ph type="sldNum" sz="quarter" idx="12"/>
          </p:nvPr>
        </p:nvSpPr>
        <p:spPr/>
        <p:txBody>
          <a:bodyPr/>
          <a:lstStyle/>
          <a:p>
            <a:fld id="{21352767-793A-430C-8B38-2D6B146B811B}" type="slidenum">
              <a:rPr lang="en-IN" smtClean="0"/>
              <a:t>‹#›</a:t>
            </a:fld>
            <a:endParaRPr lang="en-IN"/>
          </a:p>
        </p:txBody>
      </p:sp>
    </p:spTree>
    <p:extLst>
      <p:ext uri="{BB962C8B-B14F-4D97-AF65-F5344CB8AC3E}">
        <p14:creationId xmlns:p14="http://schemas.microsoft.com/office/powerpoint/2010/main" val="101075370"/>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62C18-F372-15F7-36C6-95762E5749A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955B9A-8DB6-F586-E864-F5F34F1189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D41275-68A2-B3FC-FF58-3B8B3923D3F9}"/>
              </a:ext>
            </a:extLst>
          </p:cNvPr>
          <p:cNvSpPr>
            <a:spLocks noGrp="1"/>
          </p:cNvSpPr>
          <p:nvPr>
            <p:ph type="dt" sz="half" idx="10"/>
          </p:nvPr>
        </p:nvSpPr>
        <p:spPr/>
        <p:txBody>
          <a:bodyPr/>
          <a:lstStyle/>
          <a:p>
            <a:fld id="{D1136C76-92CC-4941-BF2A-62A171D80761}" type="datetimeFigureOut">
              <a:rPr lang="en-IN" smtClean="0"/>
              <a:t>15-02-2026</a:t>
            </a:fld>
            <a:endParaRPr lang="en-IN"/>
          </a:p>
        </p:txBody>
      </p:sp>
      <p:sp>
        <p:nvSpPr>
          <p:cNvPr id="5" name="Footer Placeholder 4">
            <a:extLst>
              <a:ext uri="{FF2B5EF4-FFF2-40B4-BE49-F238E27FC236}">
                <a16:creationId xmlns:a16="http://schemas.microsoft.com/office/drawing/2014/main" id="{7B8BF6A5-020A-38E4-8019-5FC467C89E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1B8951-0450-173B-CD02-8C96113902E2}"/>
              </a:ext>
            </a:extLst>
          </p:cNvPr>
          <p:cNvSpPr>
            <a:spLocks noGrp="1"/>
          </p:cNvSpPr>
          <p:nvPr>
            <p:ph type="sldNum" sz="quarter" idx="12"/>
          </p:nvPr>
        </p:nvSpPr>
        <p:spPr/>
        <p:txBody>
          <a:bodyPr/>
          <a:lstStyle/>
          <a:p>
            <a:fld id="{21352767-793A-430C-8B38-2D6B146B811B}" type="slidenum">
              <a:rPr lang="en-IN" smtClean="0"/>
              <a:t>‹#›</a:t>
            </a:fld>
            <a:endParaRPr lang="en-IN"/>
          </a:p>
        </p:txBody>
      </p:sp>
    </p:spTree>
    <p:extLst>
      <p:ext uri="{BB962C8B-B14F-4D97-AF65-F5344CB8AC3E}">
        <p14:creationId xmlns:p14="http://schemas.microsoft.com/office/powerpoint/2010/main" val="2318148223"/>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C44F0D-CA0E-CBD9-1B9F-31614F5AD04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93242B-44E8-EDA9-55E1-F99E875B79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E32849-04DC-CB25-1880-5AD6330D582D}"/>
              </a:ext>
            </a:extLst>
          </p:cNvPr>
          <p:cNvSpPr>
            <a:spLocks noGrp="1"/>
          </p:cNvSpPr>
          <p:nvPr>
            <p:ph type="dt" sz="half" idx="10"/>
          </p:nvPr>
        </p:nvSpPr>
        <p:spPr/>
        <p:txBody>
          <a:bodyPr/>
          <a:lstStyle/>
          <a:p>
            <a:fld id="{D1136C76-92CC-4941-BF2A-62A171D80761}" type="datetimeFigureOut">
              <a:rPr lang="en-IN" smtClean="0"/>
              <a:t>15-02-2026</a:t>
            </a:fld>
            <a:endParaRPr lang="en-IN"/>
          </a:p>
        </p:txBody>
      </p:sp>
      <p:sp>
        <p:nvSpPr>
          <p:cNvPr id="5" name="Footer Placeholder 4">
            <a:extLst>
              <a:ext uri="{FF2B5EF4-FFF2-40B4-BE49-F238E27FC236}">
                <a16:creationId xmlns:a16="http://schemas.microsoft.com/office/drawing/2014/main" id="{AE6BDCE1-844F-5AB1-D9B6-E0D1CD4C7D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F7D89B-19EC-AC37-C320-65107ABF50CB}"/>
              </a:ext>
            </a:extLst>
          </p:cNvPr>
          <p:cNvSpPr>
            <a:spLocks noGrp="1"/>
          </p:cNvSpPr>
          <p:nvPr>
            <p:ph type="sldNum" sz="quarter" idx="12"/>
          </p:nvPr>
        </p:nvSpPr>
        <p:spPr/>
        <p:txBody>
          <a:bodyPr/>
          <a:lstStyle/>
          <a:p>
            <a:fld id="{21352767-793A-430C-8B38-2D6B146B811B}" type="slidenum">
              <a:rPr lang="en-IN" smtClean="0"/>
              <a:t>‹#›</a:t>
            </a:fld>
            <a:endParaRPr lang="en-IN"/>
          </a:p>
        </p:txBody>
      </p:sp>
    </p:spTree>
    <p:extLst>
      <p:ext uri="{BB962C8B-B14F-4D97-AF65-F5344CB8AC3E}">
        <p14:creationId xmlns:p14="http://schemas.microsoft.com/office/powerpoint/2010/main" val="4031842357"/>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matchingName="Title and text 4">
  <p:cSld name="Title and text 4">
    <p:spTree>
      <p:nvGrpSpPr>
        <p:cNvPr id="1" name="Shape 122"/>
        <p:cNvGrpSpPr/>
        <p:nvPr/>
      </p:nvGrpSpPr>
      <p:grpSpPr>
        <a:xfrm>
          <a:off x="0" y="0"/>
          <a:ext cx="0" cy="0"/>
          <a:chOff x="0" y="0"/>
          <a:chExt cx="0" cy="0"/>
        </a:xfrm>
      </p:grpSpPr>
      <p:sp>
        <p:nvSpPr>
          <p:cNvPr id="123" name="Google Shape;123;p19"/>
          <p:cNvSpPr txBox="1">
            <a:spLocks noGrp="1"/>
          </p:cNvSpPr>
          <p:nvPr>
            <p:ph type="title"/>
          </p:nvPr>
        </p:nvSpPr>
        <p:spPr>
          <a:xfrm>
            <a:off x="951000" y="593367"/>
            <a:ext cx="4267200" cy="8572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24" name="Google Shape;124;p19"/>
          <p:cNvSpPr txBox="1">
            <a:spLocks noGrp="1"/>
          </p:cNvSpPr>
          <p:nvPr>
            <p:ph type="subTitle" idx="1"/>
          </p:nvPr>
        </p:nvSpPr>
        <p:spPr>
          <a:xfrm>
            <a:off x="1851233" y="1450667"/>
            <a:ext cx="7918400" cy="4494800"/>
          </a:xfrm>
          <a:prstGeom prst="rect">
            <a:avLst/>
          </a:prstGeom>
        </p:spPr>
        <p:txBody>
          <a:bodyPr spcFirstLastPara="1" wrap="square" lIns="91425" tIns="91425" rIns="91425" bIns="91425" anchor="t" anchorCtr="0">
            <a:noAutofit/>
          </a:bodyPr>
          <a:lstStyle>
            <a:lvl1pPr lvl="0" rtl="0">
              <a:lnSpc>
                <a:spcPct val="100000"/>
              </a:lnSpc>
              <a:spcBef>
                <a:spcPts val="400"/>
              </a:spcBef>
              <a:spcAft>
                <a:spcPts val="0"/>
              </a:spcAft>
              <a:buSzPts val="1200"/>
              <a:buChar char="●"/>
              <a:defRPr/>
            </a:lvl1pPr>
            <a:lvl2pPr lvl="1" algn="ctr" rtl="0">
              <a:lnSpc>
                <a:spcPct val="100000"/>
              </a:lnSpc>
              <a:spcBef>
                <a:spcPts val="0"/>
              </a:spcBef>
              <a:spcAft>
                <a:spcPts val="0"/>
              </a:spcAft>
              <a:buSzPts val="1200"/>
              <a:buChar char="○"/>
              <a:defRPr/>
            </a:lvl2pPr>
            <a:lvl3pPr lvl="2" algn="ctr" rtl="0">
              <a:lnSpc>
                <a:spcPct val="100000"/>
              </a:lnSpc>
              <a:spcBef>
                <a:spcPts val="2133"/>
              </a:spcBef>
              <a:spcAft>
                <a:spcPts val="0"/>
              </a:spcAft>
              <a:buSzPts val="1200"/>
              <a:buChar char="■"/>
              <a:defRPr/>
            </a:lvl3pPr>
            <a:lvl4pPr lvl="3" algn="ctr" rtl="0">
              <a:lnSpc>
                <a:spcPct val="100000"/>
              </a:lnSpc>
              <a:spcBef>
                <a:spcPts val="2133"/>
              </a:spcBef>
              <a:spcAft>
                <a:spcPts val="0"/>
              </a:spcAft>
              <a:buSzPts val="1200"/>
              <a:buChar char="●"/>
              <a:defRPr/>
            </a:lvl4pPr>
            <a:lvl5pPr lvl="4" algn="ctr" rtl="0">
              <a:lnSpc>
                <a:spcPct val="100000"/>
              </a:lnSpc>
              <a:spcBef>
                <a:spcPts val="2133"/>
              </a:spcBef>
              <a:spcAft>
                <a:spcPts val="0"/>
              </a:spcAft>
              <a:buSzPts val="1200"/>
              <a:buChar char="○"/>
              <a:defRPr/>
            </a:lvl5pPr>
            <a:lvl6pPr lvl="5" algn="ctr" rtl="0">
              <a:lnSpc>
                <a:spcPct val="100000"/>
              </a:lnSpc>
              <a:spcBef>
                <a:spcPts val="2133"/>
              </a:spcBef>
              <a:spcAft>
                <a:spcPts val="0"/>
              </a:spcAft>
              <a:buSzPts val="1200"/>
              <a:buChar char="■"/>
              <a:defRPr/>
            </a:lvl6pPr>
            <a:lvl7pPr lvl="6" algn="ctr" rtl="0">
              <a:lnSpc>
                <a:spcPct val="100000"/>
              </a:lnSpc>
              <a:spcBef>
                <a:spcPts val="2133"/>
              </a:spcBef>
              <a:spcAft>
                <a:spcPts val="0"/>
              </a:spcAft>
              <a:buSzPts val="1200"/>
              <a:buChar char="●"/>
              <a:defRPr/>
            </a:lvl7pPr>
            <a:lvl8pPr lvl="7" algn="ctr" rtl="0">
              <a:lnSpc>
                <a:spcPct val="100000"/>
              </a:lnSpc>
              <a:spcBef>
                <a:spcPts val="2133"/>
              </a:spcBef>
              <a:spcAft>
                <a:spcPts val="0"/>
              </a:spcAft>
              <a:buSzPts val="1200"/>
              <a:buChar char="○"/>
              <a:defRPr/>
            </a:lvl8pPr>
            <a:lvl9pPr lvl="8" algn="ctr" rtl="0">
              <a:lnSpc>
                <a:spcPct val="100000"/>
              </a:lnSpc>
              <a:spcBef>
                <a:spcPts val="2133"/>
              </a:spcBef>
              <a:spcAft>
                <a:spcPts val="2133"/>
              </a:spcAft>
              <a:buSzPts val="1200"/>
              <a:buChar char="■"/>
              <a:defRPr/>
            </a:lvl9pPr>
          </a:lstStyle>
          <a:p>
            <a:r>
              <a:rPr lang="en-US"/>
              <a:t>Click to edit Master subtitle style</a:t>
            </a:r>
            <a:endParaRPr/>
          </a:p>
        </p:txBody>
      </p:sp>
    </p:spTree>
    <p:extLst>
      <p:ext uri="{BB962C8B-B14F-4D97-AF65-F5344CB8AC3E}">
        <p14:creationId xmlns:p14="http://schemas.microsoft.com/office/powerpoint/2010/main" val="1438197695"/>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960000" y="566656"/>
            <a:ext cx="4267200" cy="17068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600"/>
            </a:lvl1pPr>
            <a:lvl2pPr lvl="1" rtl="0">
              <a:spcBef>
                <a:spcPts val="0"/>
              </a:spcBef>
              <a:spcAft>
                <a:spcPts val="0"/>
              </a:spcAft>
              <a:buSzPts val="3000"/>
              <a:buFont typeface="Poppins ExtraBold"/>
              <a:buNone/>
              <a:defRPr b="0">
                <a:latin typeface="Poppins ExtraBold"/>
                <a:ea typeface="Poppins ExtraBold"/>
                <a:cs typeface="Poppins ExtraBold"/>
                <a:sym typeface="Poppins ExtraBold"/>
              </a:defRPr>
            </a:lvl2pPr>
            <a:lvl3pPr lvl="2" rtl="0">
              <a:spcBef>
                <a:spcPts val="0"/>
              </a:spcBef>
              <a:spcAft>
                <a:spcPts val="0"/>
              </a:spcAft>
              <a:buSzPts val="3000"/>
              <a:buFont typeface="Poppins ExtraBold"/>
              <a:buNone/>
              <a:defRPr b="0">
                <a:latin typeface="Poppins ExtraBold"/>
                <a:ea typeface="Poppins ExtraBold"/>
                <a:cs typeface="Poppins ExtraBold"/>
                <a:sym typeface="Poppins ExtraBold"/>
              </a:defRPr>
            </a:lvl3pPr>
            <a:lvl4pPr lvl="3" rtl="0">
              <a:spcBef>
                <a:spcPts val="0"/>
              </a:spcBef>
              <a:spcAft>
                <a:spcPts val="0"/>
              </a:spcAft>
              <a:buSzPts val="3000"/>
              <a:buFont typeface="Poppins ExtraBold"/>
              <a:buNone/>
              <a:defRPr b="0">
                <a:latin typeface="Poppins ExtraBold"/>
                <a:ea typeface="Poppins ExtraBold"/>
                <a:cs typeface="Poppins ExtraBold"/>
                <a:sym typeface="Poppins ExtraBold"/>
              </a:defRPr>
            </a:lvl4pPr>
            <a:lvl5pPr lvl="4" rtl="0">
              <a:spcBef>
                <a:spcPts val="0"/>
              </a:spcBef>
              <a:spcAft>
                <a:spcPts val="0"/>
              </a:spcAft>
              <a:buSzPts val="3000"/>
              <a:buFont typeface="Poppins ExtraBold"/>
              <a:buNone/>
              <a:defRPr b="0">
                <a:latin typeface="Poppins ExtraBold"/>
                <a:ea typeface="Poppins ExtraBold"/>
                <a:cs typeface="Poppins ExtraBold"/>
                <a:sym typeface="Poppins ExtraBold"/>
              </a:defRPr>
            </a:lvl5pPr>
            <a:lvl6pPr lvl="5" rtl="0">
              <a:spcBef>
                <a:spcPts val="0"/>
              </a:spcBef>
              <a:spcAft>
                <a:spcPts val="0"/>
              </a:spcAft>
              <a:buSzPts val="3000"/>
              <a:buFont typeface="Poppins ExtraBold"/>
              <a:buNone/>
              <a:defRPr b="0">
                <a:latin typeface="Poppins ExtraBold"/>
                <a:ea typeface="Poppins ExtraBold"/>
                <a:cs typeface="Poppins ExtraBold"/>
                <a:sym typeface="Poppins ExtraBold"/>
              </a:defRPr>
            </a:lvl6pPr>
            <a:lvl7pPr lvl="6" rtl="0">
              <a:spcBef>
                <a:spcPts val="0"/>
              </a:spcBef>
              <a:spcAft>
                <a:spcPts val="0"/>
              </a:spcAft>
              <a:buSzPts val="3000"/>
              <a:buFont typeface="Poppins ExtraBold"/>
              <a:buNone/>
              <a:defRPr b="0">
                <a:latin typeface="Poppins ExtraBold"/>
                <a:ea typeface="Poppins ExtraBold"/>
                <a:cs typeface="Poppins ExtraBold"/>
                <a:sym typeface="Poppins ExtraBold"/>
              </a:defRPr>
            </a:lvl7pPr>
            <a:lvl8pPr lvl="7" rtl="0">
              <a:spcBef>
                <a:spcPts val="0"/>
              </a:spcBef>
              <a:spcAft>
                <a:spcPts val="0"/>
              </a:spcAft>
              <a:buSzPts val="3000"/>
              <a:buFont typeface="Poppins ExtraBold"/>
              <a:buNone/>
              <a:defRPr b="0">
                <a:latin typeface="Poppins ExtraBold"/>
                <a:ea typeface="Poppins ExtraBold"/>
                <a:cs typeface="Poppins ExtraBold"/>
                <a:sym typeface="Poppins ExtraBold"/>
              </a:defRPr>
            </a:lvl8pPr>
            <a:lvl9pPr lvl="8" rtl="0">
              <a:spcBef>
                <a:spcPts val="0"/>
              </a:spcBef>
              <a:spcAft>
                <a:spcPts val="0"/>
              </a:spcAft>
              <a:buSzPts val="3000"/>
              <a:buFont typeface="Poppins ExtraBold"/>
              <a:buNone/>
              <a:defRPr b="0">
                <a:latin typeface="Poppins ExtraBold"/>
                <a:ea typeface="Poppins ExtraBold"/>
                <a:cs typeface="Poppins ExtraBold"/>
                <a:sym typeface="Poppins ExtraBold"/>
              </a:defRPr>
            </a:lvl9pPr>
          </a:lstStyle>
          <a:p>
            <a:r>
              <a:rPr lang="en-US"/>
              <a:t>Click to edit Master title style</a:t>
            </a:r>
            <a:endParaRPr/>
          </a:p>
        </p:txBody>
      </p:sp>
      <p:sp>
        <p:nvSpPr>
          <p:cNvPr id="30" name="Google Shape;30;p5"/>
          <p:cNvSpPr txBox="1">
            <a:spLocks noGrp="1"/>
          </p:cNvSpPr>
          <p:nvPr>
            <p:ph type="subTitle" idx="1"/>
          </p:nvPr>
        </p:nvSpPr>
        <p:spPr>
          <a:xfrm>
            <a:off x="6679815" y="3797864"/>
            <a:ext cx="3434400" cy="234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31" name="Google Shape;31;p5"/>
          <p:cNvSpPr txBox="1">
            <a:spLocks noGrp="1"/>
          </p:cNvSpPr>
          <p:nvPr>
            <p:ph type="subTitle" idx="2"/>
          </p:nvPr>
        </p:nvSpPr>
        <p:spPr>
          <a:xfrm>
            <a:off x="2229401" y="3797872"/>
            <a:ext cx="3434400" cy="234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32" name="Google Shape;32;p5"/>
          <p:cNvSpPr txBox="1">
            <a:spLocks noGrp="1"/>
          </p:cNvSpPr>
          <p:nvPr>
            <p:ph type="subTitle" idx="3"/>
          </p:nvPr>
        </p:nvSpPr>
        <p:spPr>
          <a:xfrm>
            <a:off x="2229400" y="3306333"/>
            <a:ext cx="3434400" cy="586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
        <p:nvSpPr>
          <p:cNvPr id="33" name="Google Shape;33;p5"/>
          <p:cNvSpPr txBox="1">
            <a:spLocks noGrp="1"/>
          </p:cNvSpPr>
          <p:nvPr>
            <p:ph type="subTitle" idx="4"/>
          </p:nvPr>
        </p:nvSpPr>
        <p:spPr>
          <a:xfrm>
            <a:off x="6679807" y="3306333"/>
            <a:ext cx="3434400" cy="586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Poppins ExtraBold"/>
              <a:buNone/>
              <a:defRPr sz="2400">
                <a:solidFill>
                  <a:schemeClr val="dk1"/>
                </a:solidFill>
                <a:latin typeface="Poppins ExtraBold"/>
                <a:ea typeface="Poppins ExtraBold"/>
                <a:cs typeface="Poppins ExtraBold"/>
                <a:sym typeface="Poppins ExtraBold"/>
              </a:defRPr>
            </a:lvl1pPr>
            <a:lvl2pPr lvl="1"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2pPr>
            <a:lvl3pPr lvl="2"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3pPr>
            <a:lvl4pPr lvl="3"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4pPr>
            <a:lvl5pPr lvl="4"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5pPr>
            <a:lvl6pPr lvl="5"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6pPr>
            <a:lvl7pPr lvl="6"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7pPr>
            <a:lvl8pPr lvl="7"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8pPr>
            <a:lvl9pPr lvl="8" algn="ctr" rtl="0">
              <a:lnSpc>
                <a:spcPct val="100000"/>
              </a:lnSpc>
              <a:spcBef>
                <a:spcPts val="0"/>
              </a:spcBef>
              <a:spcAft>
                <a:spcPts val="0"/>
              </a:spcAft>
              <a:buSzPts val="2400"/>
              <a:buFont typeface="Poppins ExtraBold"/>
              <a:buNone/>
              <a:defRPr sz="3200">
                <a:latin typeface="Poppins ExtraBold"/>
                <a:ea typeface="Poppins ExtraBold"/>
                <a:cs typeface="Poppins ExtraBold"/>
                <a:sym typeface="Poppins ExtraBold"/>
              </a:defRPr>
            </a:lvl9pPr>
          </a:lstStyle>
          <a:p>
            <a:r>
              <a:rPr lang="en-US"/>
              <a:t>Click to edit Master subtitle style</a:t>
            </a:r>
            <a:endParaRPr/>
          </a:p>
        </p:txBody>
      </p:sp>
    </p:spTree>
    <p:extLst>
      <p:ext uri="{BB962C8B-B14F-4D97-AF65-F5344CB8AC3E}">
        <p14:creationId xmlns:p14="http://schemas.microsoft.com/office/powerpoint/2010/main" val="439386633"/>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116"/>
        <p:cNvGrpSpPr/>
        <p:nvPr/>
      </p:nvGrpSpPr>
      <p:grpSpPr>
        <a:xfrm>
          <a:off x="0" y="0"/>
          <a:ext cx="0" cy="0"/>
          <a:chOff x="0" y="0"/>
          <a:chExt cx="0" cy="0"/>
        </a:xfrm>
      </p:grpSpPr>
      <p:sp>
        <p:nvSpPr>
          <p:cNvPr id="117" name="Google Shape;117;p18"/>
          <p:cNvSpPr txBox="1">
            <a:spLocks noGrp="1"/>
          </p:cNvSpPr>
          <p:nvPr>
            <p:ph type="title"/>
          </p:nvPr>
        </p:nvSpPr>
        <p:spPr>
          <a:xfrm>
            <a:off x="951000" y="593367"/>
            <a:ext cx="3699600" cy="12192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18" name="Google Shape;118;p18"/>
          <p:cNvSpPr txBox="1">
            <a:spLocks noGrp="1"/>
          </p:cNvSpPr>
          <p:nvPr>
            <p:ph type="subTitle" idx="1"/>
          </p:nvPr>
        </p:nvSpPr>
        <p:spPr>
          <a:xfrm>
            <a:off x="951000" y="1899633"/>
            <a:ext cx="3170000" cy="446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a:lvl1pPr>
            <a:lvl2pPr lvl="1" algn="ctr" rtl="0">
              <a:lnSpc>
                <a:spcPct val="100000"/>
              </a:lnSpc>
              <a:spcBef>
                <a:spcPts val="0"/>
              </a:spcBef>
              <a:spcAft>
                <a:spcPts val="0"/>
              </a:spcAft>
              <a:buSzPts val="1200"/>
              <a:buChar char="○"/>
              <a:defRPr/>
            </a:lvl2pPr>
            <a:lvl3pPr lvl="2" algn="ctr" rtl="0">
              <a:lnSpc>
                <a:spcPct val="100000"/>
              </a:lnSpc>
              <a:spcBef>
                <a:spcPts val="2133"/>
              </a:spcBef>
              <a:spcAft>
                <a:spcPts val="0"/>
              </a:spcAft>
              <a:buSzPts val="1200"/>
              <a:buChar char="■"/>
              <a:defRPr/>
            </a:lvl3pPr>
            <a:lvl4pPr lvl="3" algn="ctr" rtl="0">
              <a:lnSpc>
                <a:spcPct val="100000"/>
              </a:lnSpc>
              <a:spcBef>
                <a:spcPts val="2133"/>
              </a:spcBef>
              <a:spcAft>
                <a:spcPts val="0"/>
              </a:spcAft>
              <a:buSzPts val="1200"/>
              <a:buChar char="●"/>
              <a:defRPr/>
            </a:lvl4pPr>
            <a:lvl5pPr lvl="4" algn="ctr" rtl="0">
              <a:lnSpc>
                <a:spcPct val="100000"/>
              </a:lnSpc>
              <a:spcBef>
                <a:spcPts val="2133"/>
              </a:spcBef>
              <a:spcAft>
                <a:spcPts val="0"/>
              </a:spcAft>
              <a:buSzPts val="1200"/>
              <a:buChar char="○"/>
              <a:defRPr/>
            </a:lvl5pPr>
            <a:lvl6pPr lvl="5" algn="ctr" rtl="0">
              <a:lnSpc>
                <a:spcPct val="100000"/>
              </a:lnSpc>
              <a:spcBef>
                <a:spcPts val="2133"/>
              </a:spcBef>
              <a:spcAft>
                <a:spcPts val="0"/>
              </a:spcAft>
              <a:buSzPts val="1200"/>
              <a:buChar char="■"/>
              <a:defRPr/>
            </a:lvl6pPr>
            <a:lvl7pPr lvl="6" algn="ctr" rtl="0">
              <a:lnSpc>
                <a:spcPct val="100000"/>
              </a:lnSpc>
              <a:spcBef>
                <a:spcPts val="2133"/>
              </a:spcBef>
              <a:spcAft>
                <a:spcPts val="0"/>
              </a:spcAft>
              <a:buSzPts val="1200"/>
              <a:buChar char="●"/>
              <a:defRPr/>
            </a:lvl7pPr>
            <a:lvl8pPr lvl="7" algn="ctr" rtl="0">
              <a:lnSpc>
                <a:spcPct val="100000"/>
              </a:lnSpc>
              <a:spcBef>
                <a:spcPts val="2133"/>
              </a:spcBef>
              <a:spcAft>
                <a:spcPts val="0"/>
              </a:spcAft>
              <a:buSzPts val="1200"/>
              <a:buChar char="○"/>
              <a:defRPr/>
            </a:lvl8pPr>
            <a:lvl9pPr lvl="8" algn="ctr" rtl="0">
              <a:lnSpc>
                <a:spcPct val="100000"/>
              </a:lnSpc>
              <a:spcBef>
                <a:spcPts val="2133"/>
              </a:spcBef>
              <a:spcAft>
                <a:spcPts val="2133"/>
              </a:spcAft>
              <a:buSzPts val="1200"/>
              <a:buChar char="■"/>
              <a:defRPr/>
            </a:lvl9pPr>
          </a:lstStyle>
          <a:p>
            <a:r>
              <a:rPr lang="en-US"/>
              <a:t>Click to edit Master subtitle style</a:t>
            </a:r>
            <a:endParaRPr/>
          </a:p>
        </p:txBody>
      </p:sp>
    </p:spTree>
    <p:extLst>
      <p:ext uri="{BB962C8B-B14F-4D97-AF65-F5344CB8AC3E}">
        <p14:creationId xmlns:p14="http://schemas.microsoft.com/office/powerpoint/2010/main" val="908840484"/>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7"/>
        <p:cNvGrpSpPr/>
        <p:nvPr/>
      </p:nvGrpSpPr>
      <p:grpSpPr>
        <a:xfrm>
          <a:off x="0" y="0"/>
          <a:ext cx="0" cy="0"/>
          <a:chOff x="0" y="0"/>
          <a:chExt cx="0" cy="0"/>
        </a:xfrm>
      </p:grpSpPr>
      <p:sp>
        <p:nvSpPr>
          <p:cNvPr id="68" name="Google Shape;68;p11"/>
          <p:cNvSpPr txBox="1">
            <a:spLocks noGrp="1"/>
          </p:cNvSpPr>
          <p:nvPr>
            <p:ph type="title" hasCustomPrompt="1"/>
          </p:nvPr>
        </p:nvSpPr>
        <p:spPr>
          <a:xfrm>
            <a:off x="3086667" y="2761051"/>
            <a:ext cx="7254400" cy="14060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7600"/>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69" name="Google Shape;69;p11"/>
          <p:cNvSpPr txBox="1">
            <a:spLocks noGrp="1"/>
          </p:cNvSpPr>
          <p:nvPr>
            <p:ph type="subTitle" idx="1"/>
          </p:nvPr>
        </p:nvSpPr>
        <p:spPr>
          <a:xfrm>
            <a:off x="3086667" y="3999351"/>
            <a:ext cx="7254400" cy="66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867"/>
            </a:lvl1pPr>
            <a:lvl2pPr lvl="1" algn="ctr" rtl="0">
              <a:lnSpc>
                <a:spcPct val="100000"/>
              </a:lnSpc>
              <a:spcBef>
                <a:spcPts val="0"/>
              </a:spcBef>
              <a:spcAft>
                <a:spcPts val="0"/>
              </a:spcAft>
              <a:buSzPts val="1600"/>
              <a:buNone/>
              <a:defRPr sz="2133"/>
            </a:lvl2pPr>
            <a:lvl3pPr lvl="2" algn="ctr" rtl="0">
              <a:lnSpc>
                <a:spcPct val="100000"/>
              </a:lnSpc>
              <a:spcBef>
                <a:spcPts val="2133"/>
              </a:spcBef>
              <a:spcAft>
                <a:spcPts val="0"/>
              </a:spcAft>
              <a:buSzPts val="1600"/>
              <a:buNone/>
              <a:defRPr sz="2133"/>
            </a:lvl3pPr>
            <a:lvl4pPr lvl="3" algn="ctr" rtl="0">
              <a:lnSpc>
                <a:spcPct val="100000"/>
              </a:lnSpc>
              <a:spcBef>
                <a:spcPts val="2133"/>
              </a:spcBef>
              <a:spcAft>
                <a:spcPts val="0"/>
              </a:spcAft>
              <a:buSzPts val="1600"/>
              <a:buNone/>
              <a:defRPr sz="2133"/>
            </a:lvl4pPr>
            <a:lvl5pPr lvl="4" algn="ctr" rtl="0">
              <a:lnSpc>
                <a:spcPct val="100000"/>
              </a:lnSpc>
              <a:spcBef>
                <a:spcPts val="2133"/>
              </a:spcBef>
              <a:spcAft>
                <a:spcPts val="0"/>
              </a:spcAft>
              <a:buSzPts val="1600"/>
              <a:buNone/>
              <a:defRPr sz="2133"/>
            </a:lvl5pPr>
            <a:lvl6pPr lvl="5" algn="ctr" rtl="0">
              <a:lnSpc>
                <a:spcPct val="100000"/>
              </a:lnSpc>
              <a:spcBef>
                <a:spcPts val="2133"/>
              </a:spcBef>
              <a:spcAft>
                <a:spcPts val="0"/>
              </a:spcAft>
              <a:buSzPts val="1600"/>
              <a:buNone/>
              <a:defRPr sz="2133"/>
            </a:lvl6pPr>
            <a:lvl7pPr lvl="6" algn="ctr" rtl="0">
              <a:lnSpc>
                <a:spcPct val="100000"/>
              </a:lnSpc>
              <a:spcBef>
                <a:spcPts val="2133"/>
              </a:spcBef>
              <a:spcAft>
                <a:spcPts val="0"/>
              </a:spcAft>
              <a:buSzPts val="1600"/>
              <a:buNone/>
              <a:defRPr sz="2133"/>
            </a:lvl7pPr>
            <a:lvl8pPr lvl="7" algn="ctr" rtl="0">
              <a:lnSpc>
                <a:spcPct val="100000"/>
              </a:lnSpc>
              <a:spcBef>
                <a:spcPts val="2133"/>
              </a:spcBef>
              <a:spcAft>
                <a:spcPts val="0"/>
              </a:spcAft>
              <a:buSzPts val="1600"/>
              <a:buNone/>
              <a:defRPr sz="2133"/>
            </a:lvl8pPr>
            <a:lvl9pPr lvl="8" algn="ctr" rtl="0">
              <a:lnSpc>
                <a:spcPct val="100000"/>
              </a:lnSpc>
              <a:spcBef>
                <a:spcPts val="2133"/>
              </a:spcBef>
              <a:spcAft>
                <a:spcPts val="2133"/>
              </a:spcAft>
              <a:buSzPts val="1600"/>
              <a:buNone/>
              <a:defRPr sz="2133"/>
            </a:lvl9pPr>
          </a:lstStyle>
          <a:p>
            <a:r>
              <a:rPr lang="en-US"/>
              <a:t>Click to edit Master subtitle style</a:t>
            </a:r>
            <a:endParaRPr/>
          </a:p>
        </p:txBody>
      </p:sp>
    </p:spTree>
    <p:extLst>
      <p:ext uri="{BB962C8B-B14F-4D97-AF65-F5344CB8AC3E}">
        <p14:creationId xmlns:p14="http://schemas.microsoft.com/office/powerpoint/2010/main" val="23169016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3.xml"/><Relationship Id="rId1" Type="http://schemas.openxmlformats.org/officeDocument/2006/relationships/slideLayout" Target="../slideLayouts/slideLayout3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slideLayout" Target="../slideLayouts/slideLayout62.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32" Type="http://schemas.openxmlformats.org/officeDocument/2006/relationships/theme" Target="../theme/theme3.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slideLayout" Target="../slideLayouts/slideLayout61.xml"/><Relationship Id="rId10" Type="http://schemas.openxmlformats.org/officeDocument/2006/relationships/slideLayout" Target="../slideLayouts/slideLayout43.xml"/><Relationship Id="rId19" Type="http://schemas.openxmlformats.org/officeDocument/2006/relationships/slideLayout" Target="../slideLayouts/slideLayout52.xml"/><Relationship Id="rId31" Type="http://schemas.openxmlformats.org/officeDocument/2006/relationships/slideLayout" Target="../slideLayouts/slideLayout64.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slideLayout" Target="../slideLayouts/slideLayout60.xml"/><Relationship Id="rId30" Type="http://schemas.openxmlformats.org/officeDocument/2006/relationships/slideLayout" Target="../slideLayouts/slideLayout6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66.xml"/><Relationship Id="rId1" Type="http://schemas.openxmlformats.org/officeDocument/2006/relationships/slideLayout" Target="../slideLayouts/slideLayout6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slideLayout" Target="../slideLayouts/slideLayout79.xml"/><Relationship Id="rId18" Type="http://schemas.openxmlformats.org/officeDocument/2006/relationships/slideLayout" Target="../slideLayouts/slideLayout84.xml"/><Relationship Id="rId26" Type="http://schemas.openxmlformats.org/officeDocument/2006/relationships/slideLayout" Target="../slideLayouts/slideLayout92.xml"/><Relationship Id="rId3" Type="http://schemas.openxmlformats.org/officeDocument/2006/relationships/slideLayout" Target="../slideLayouts/slideLayout69.xml"/><Relationship Id="rId21" Type="http://schemas.openxmlformats.org/officeDocument/2006/relationships/slideLayout" Target="../slideLayouts/slideLayout87.xml"/><Relationship Id="rId7" Type="http://schemas.openxmlformats.org/officeDocument/2006/relationships/slideLayout" Target="../slideLayouts/slideLayout73.xml"/><Relationship Id="rId12" Type="http://schemas.openxmlformats.org/officeDocument/2006/relationships/slideLayout" Target="../slideLayouts/slideLayout78.xml"/><Relationship Id="rId17" Type="http://schemas.openxmlformats.org/officeDocument/2006/relationships/slideLayout" Target="../slideLayouts/slideLayout83.xml"/><Relationship Id="rId25" Type="http://schemas.openxmlformats.org/officeDocument/2006/relationships/slideLayout" Target="../slideLayouts/slideLayout91.xml"/><Relationship Id="rId2" Type="http://schemas.openxmlformats.org/officeDocument/2006/relationships/slideLayout" Target="../slideLayouts/slideLayout68.xml"/><Relationship Id="rId16" Type="http://schemas.openxmlformats.org/officeDocument/2006/relationships/slideLayout" Target="../slideLayouts/slideLayout82.xml"/><Relationship Id="rId20" Type="http://schemas.openxmlformats.org/officeDocument/2006/relationships/slideLayout" Target="../slideLayouts/slideLayout86.xml"/><Relationship Id="rId29" Type="http://schemas.openxmlformats.org/officeDocument/2006/relationships/slideLayout" Target="../slideLayouts/slideLayout95.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24" Type="http://schemas.openxmlformats.org/officeDocument/2006/relationships/slideLayout" Target="../slideLayouts/slideLayout90.xml"/><Relationship Id="rId32" Type="http://schemas.openxmlformats.org/officeDocument/2006/relationships/theme" Target="../theme/theme5.xml"/><Relationship Id="rId5" Type="http://schemas.openxmlformats.org/officeDocument/2006/relationships/slideLayout" Target="../slideLayouts/slideLayout71.xml"/><Relationship Id="rId15" Type="http://schemas.openxmlformats.org/officeDocument/2006/relationships/slideLayout" Target="../slideLayouts/slideLayout81.xml"/><Relationship Id="rId23" Type="http://schemas.openxmlformats.org/officeDocument/2006/relationships/slideLayout" Target="../slideLayouts/slideLayout89.xml"/><Relationship Id="rId28" Type="http://schemas.openxmlformats.org/officeDocument/2006/relationships/slideLayout" Target="../slideLayouts/slideLayout94.xml"/><Relationship Id="rId10" Type="http://schemas.openxmlformats.org/officeDocument/2006/relationships/slideLayout" Target="../slideLayouts/slideLayout76.xml"/><Relationship Id="rId19" Type="http://schemas.openxmlformats.org/officeDocument/2006/relationships/slideLayout" Target="../slideLayouts/slideLayout85.xml"/><Relationship Id="rId31" Type="http://schemas.openxmlformats.org/officeDocument/2006/relationships/slideLayout" Target="../slideLayouts/slideLayout97.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slideLayout" Target="../slideLayouts/slideLayout80.xml"/><Relationship Id="rId22" Type="http://schemas.openxmlformats.org/officeDocument/2006/relationships/slideLayout" Target="../slideLayouts/slideLayout88.xml"/><Relationship Id="rId27" Type="http://schemas.openxmlformats.org/officeDocument/2006/relationships/slideLayout" Target="../slideLayouts/slideLayout93.xml"/><Relationship Id="rId30" Type="http://schemas.openxmlformats.org/officeDocument/2006/relationships/slideLayout" Target="../slideLayouts/slideLayout96.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99.xml"/><Relationship Id="rId1" Type="http://schemas.openxmlformats.org/officeDocument/2006/relationships/slideLayout" Target="../slideLayouts/slideLayout98.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07.xml"/><Relationship Id="rId13" Type="http://schemas.openxmlformats.org/officeDocument/2006/relationships/slideLayout" Target="../slideLayouts/slideLayout112.xml"/><Relationship Id="rId18" Type="http://schemas.openxmlformats.org/officeDocument/2006/relationships/slideLayout" Target="../slideLayouts/slideLayout117.xml"/><Relationship Id="rId26" Type="http://schemas.openxmlformats.org/officeDocument/2006/relationships/slideLayout" Target="../slideLayouts/slideLayout125.xml"/><Relationship Id="rId3" Type="http://schemas.openxmlformats.org/officeDocument/2006/relationships/slideLayout" Target="../slideLayouts/slideLayout102.xml"/><Relationship Id="rId21" Type="http://schemas.openxmlformats.org/officeDocument/2006/relationships/slideLayout" Target="../slideLayouts/slideLayout120.xml"/><Relationship Id="rId7" Type="http://schemas.openxmlformats.org/officeDocument/2006/relationships/slideLayout" Target="../slideLayouts/slideLayout106.xml"/><Relationship Id="rId12" Type="http://schemas.openxmlformats.org/officeDocument/2006/relationships/slideLayout" Target="../slideLayouts/slideLayout111.xml"/><Relationship Id="rId17" Type="http://schemas.openxmlformats.org/officeDocument/2006/relationships/slideLayout" Target="../slideLayouts/slideLayout116.xml"/><Relationship Id="rId25" Type="http://schemas.openxmlformats.org/officeDocument/2006/relationships/slideLayout" Target="../slideLayouts/slideLayout124.xml"/><Relationship Id="rId2" Type="http://schemas.openxmlformats.org/officeDocument/2006/relationships/slideLayout" Target="../slideLayouts/slideLayout101.xml"/><Relationship Id="rId16" Type="http://schemas.openxmlformats.org/officeDocument/2006/relationships/slideLayout" Target="../slideLayouts/slideLayout115.xml"/><Relationship Id="rId20" Type="http://schemas.openxmlformats.org/officeDocument/2006/relationships/slideLayout" Target="../slideLayouts/slideLayout119.xml"/><Relationship Id="rId29" Type="http://schemas.openxmlformats.org/officeDocument/2006/relationships/theme" Target="../theme/theme7.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24" Type="http://schemas.openxmlformats.org/officeDocument/2006/relationships/slideLayout" Target="../slideLayouts/slideLayout123.xml"/><Relationship Id="rId5" Type="http://schemas.openxmlformats.org/officeDocument/2006/relationships/slideLayout" Target="../slideLayouts/slideLayout104.xml"/><Relationship Id="rId15" Type="http://schemas.openxmlformats.org/officeDocument/2006/relationships/slideLayout" Target="../slideLayouts/slideLayout114.xml"/><Relationship Id="rId23" Type="http://schemas.openxmlformats.org/officeDocument/2006/relationships/slideLayout" Target="../slideLayouts/slideLayout122.xml"/><Relationship Id="rId28" Type="http://schemas.openxmlformats.org/officeDocument/2006/relationships/slideLayout" Target="../slideLayouts/slideLayout127.xml"/><Relationship Id="rId10" Type="http://schemas.openxmlformats.org/officeDocument/2006/relationships/slideLayout" Target="../slideLayouts/slideLayout109.xml"/><Relationship Id="rId19" Type="http://schemas.openxmlformats.org/officeDocument/2006/relationships/slideLayout" Target="../slideLayouts/slideLayout118.xml"/><Relationship Id="rId4" Type="http://schemas.openxmlformats.org/officeDocument/2006/relationships/slideLayout" Target="../slideLayouts/slideLayout103.xml"/><Relationship Id="rId9" Type="http://schemas.openxmlformats.org/officeDocument/2006/relationships/slideLayout" Target="../slideLayouts/slideLayout108.xml"/><Relationship Id="rId14" Type="http://schemas.openxmlformats.org/officeDocument/2006/relationships/slideLayout" Target="../slideLayouts/slideLayout113.xml"/><Relationship Id="rId22" Type="http://schemas.openxmlformats.org/officeDocument/2006/relationships/slideLayout" Target="../slideLayouts/slideLayout121.xml"/><Relationship Id="rId27" Type="http://schemas.openxmlformats.org/officeDocument/2006/relationships/slideLayout" Target="../slideLayouts/slideLayout126.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129.xml"/><Relationship Id="rId1" Type="http://schemas.openxmlformats.org/officeDocument/2006/relationships/slideLayout" Target="../slideLayouts/slideLayout12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37.xml"/><Relationship Id="rId13" Type="http://schemas.openxmlformats.org/officeDocument/2006/relationships/slideLayout" Target="../slideLayouts/slideLayout142.xml"/><Relationship Id="rId18" Type="http://schemas.openxmlformats.org/officeDocument/2006/relationships/slideLayout" Target="../slideLayouts/slideLayout147.xml"/><Relationship Id="rId26" Type="http://schemas.openxmlformats.org/officeDocument/2006/relationships/slideLayout" Target="../slideLayouts/slideLayout155.xml"/><Relationship Id="rId3" Type="http://schemas.openxmlformats.org/officeDocument/2006/relationships/slideLayout" Target="../slideLayouts/slideLayout132.xml"/><Relationship Id="rId21" Type="http://schemas.openxmlformats.org/officeDocument/2006/relationships/slideLayout" Target="../slideLayouts/slideLayout150.xml"/><Relationship Id="rId7" Type="http://schemas.openxmlformats.org/officeDocument/2006/relationships/slideLayout" Target="../slideLayouts/slideLayout136.xml"/><Relationship Id="rId12" Type="http://schemas.openxmlformats.org/officeDocument/2006/relationships/slideLayout" Target="../slideLayouts/slideLayout141.xml"/><Relationship Id="rId17" Type="http://schemas.openxmlformats.org/officeDocument/2006/relationships/slideLayout" Target="../slideLayouts/slideLayout146.xml"/><Relationship Id="rId25" Type="http://schemas.openxmlformats.org/officeDocument/2006/relationships/slideLayout" Target="../slideLayouts/slideLayout154.xml"/><Relationship Id="rId2" Type="http://schemas.openxmlformats.org/officeDocument/2006/relationships/slideLayout" Target="../slideLayouts/slideLayout131.xml"/><Relationship Id="rId16" Type="http://schemas.openxmlformats.org/officeDocument/2006/relationships/slideLayout" Target="../slideLayouts/slideLayout145.xml"/><Relationship Id="rId20" Type="http://schemas.openxmlformats.org/officeDocument/2006/relationships/slideLayout" Target="../slideLayouts/slideLayout149.xml"/><Relationship Id="rId29" Type="http://schemas.openxmlformats.org/officeDocument/2006/relationships/theme" Target="../theme/theme9.xml"/><Relationship Id="rId1" Type="http://schemas.openxmlformats.org/officeDocument/2006/relationships/slideLayout" Target="../slideLayouts/slideLayout130.xml"/><Relationship Id="rId6" Type="http://schemas.openxmlformats.org/officeDocument/2006/relationships/slideLayout" Target="../slideLayouts/slideLayout135.xml"/><Relationship Id="rId11" Type="http://schemas.openxmlformats.org/officeDocument/2006/relationships/slideLayout" Target="../slideLayouts/slideLayout140.xml"/><Relationship Id="rId24" Type="http://schemas.openxmlformats.org/officeDocument/2006/relationships/slideLayout" Target="../slideLayouts/slideLayout153.xml"/><Relationship Id="rId5" Type="http://schemas.openxmlformats.org/officeDocument/2006/relationships/slideLayout" Target="../slideLayouts/slideLayout134.xml"/><Relationship Id="rId15" Type="http://schemas.openxmlformats.org/officeDocument/2006/relationships/slideLayout" Target="../slideLayouts/slideLayout144.xml"/><Relationship Id="rId23" Type="http://schemas.openxmlformats.org/officeDocument/2006/relationships/slideLayout" Target="../slideLayouts/slideLayout152.xml"/><Relationship Id="rId28" Type="http://schemas.openxmlformats.org/officeDocument/2006/relationships/slideLayout" Target="../slideLayouts/slideLayout157.xml"/><Relationship Id="rId10" Type="http://schemas.openxmlformats.org/officeDocument/2006/relationships/slideLayout" Target="../slideLayouts/slideLayout139.xml"/><Relationship Id="rId19" Type="http://schemas.openxmlformats.org/officeDocument/2006/relationships/slideLayout" Target="../slideLayouts/slideLayout148.xml"/><Relationship Id="rId4" Type="http://schemas.openxmlformats.org/officeDocument/2006/relationships/slideLayout" Target="../slideLayouts/slideLayout133.xml"/><Relationship Id="rId9" Type="http://schemas.openxmlformats.org/officeDocument/2006/relationships/slideLayout" Target="../slideLayouts/slideLayout138.xml"/><Relationship Id="rId14" Type="http://schemas.openxmlformats.org/officeDocument/2006/relationships/slideLayout" Target="../slideLayouts/slideLayout143.xml"/><Relationship Id="rId22" Type="http://schemas.openxmlformats.org/officeDocument/2006/relationships/slideLayout" Target="../slideLayouts/slideLayout151.xml"/><Relationship Id="rId27" Type="http://schemas.openxmlformats.org/officeDocument/2006/relationships/slideLayout" Target="../slideLayouts/slideLayout156.xml"/></Relationships>
</file>

<file path=ppt/slideMasters/_rels/slideMaster10.xml.rels><?xml version="1.0" encoding="UTF-8" standalone="yes"?>
<Relationships xmlns="http://schemas.openxmlformats.org/package/2006/relationships"><Relationship Id="rId3" Type="http://schemas.openxmlformats.org/officeDocument/2006/relationships/theme" Target="../theme/theme10.xml"/><Relationship Id="rId2" Type="http://schemas.openxmlformats.org/officeDocument/2006/relationships/slideLayout" Target="../slideLayouts/slideLayout159.xml"/><Relationship Id="rId1" Type="http://schemas.openxmlformats.org/officeDocument/2006/relationships/slideLayout" Target="../slideLayouts/slideLayout15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67.xml"/><Relationship Id="rId13" Type="http://schemas.openxmlformats.org/officeDocument/2006/relationships/slideLayout" Target="../slideLayouts/slideLayout172.xml"/><Relationship Id="rId3" Type="http://schemas.openxmlformats.org/officeDocument/2006/relationships/slideLayout" Target="../slideLayouts/slideLayout162.xml"/><Relationship Id="rId7" Type="http://schemas.openxmlformats.org/officeDocument/2006/relationships/slideLayout" Target="../slideLayouts/slideLayout166.xml"/><Relationship Id="rId12" Type="http://schemas.openxmlformats.org/officeDocument/2006/relationships/slideLayout" Target="../slideLayouts/slideLayout171.xml"/><Relationship Id="rId2" Type="http://schemas.openxmlformats.org/officeDocument/2006/relationships/slideLayout" Target="../slideLayouts/slideLayout161.xml"/><Relationship Id="rId16" Type="http://schemas.openxmlformats.org/officeDocument/2006/relationships/theme" Target="../theme/theme11.xml"/><Relationship Id="rId1" Type="http://schemas.openxmlformats.org/officeDocument/2006/relationships/slideLayout" Target="../slideLayouts/slideLayout160.xml"/><Relationship Id="rId6" Type="http://schemas.openxmlformats.org/officeDocument/2006/relationships/slideLayout" Target="../slideLayouts/slideLayout165.xml"/><Relationship Id="rId11" Type="http://schemas.openxmlformats.org/officeDocument/2006/relationships/slideLayout" Target="../slideLayouts/slideLayout170.xml"/><Relationship Id="rId5" Type="http://schemas.openxmlformats.org/officeDocument/2006/relationships/slideLayout" Target="../slideLayouts/slideLayout164.xml"/><Relationship Id="rId15" Type="http://schemas.openxmlformats.org/officeDocument/2006/relationships/slideLayout" Target="../slideLayouts/slideLayout174.xml"/><Relationship Id="rId10" Type="http://schemas.openxmlformats.org/officeDocument/2006/relationships/slideLayout" Target="../slideLayouts/slideLayout169.xml"/><Relationship Id="rId4" Type="http://schemas.openxmlformats.org/officeDocument/2006/relationships/slideLayout" Target="../slideLayouts/slideLayout163.xml"/><Relationship Id="rId9" Type="http://schemas.openxmlformats.org/officeDocument/2006/relationships/slideLayout" Target="../slideLayouts/slideLayout168.xml"/><Relationship Id="rId14" Type="http://schemas.openxmlformats.org/officeDocument/2006/relationships/slideLayout" Target="../slideLayouts/slideLayout17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3467" y="713333"/>
            <a:ext cx="10285200" cy="731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1pPr>
            <a:lvl2pPr lvl="1"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2pPr>
            <a:lvl3pPr lvl="2"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3pPr>
            <a:lvl4pPr lvl="3"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4pPr>
            <a:lvl5pPr lvl="4"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5pPr>
            <a:lvl6pPr lvl="5"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6pPr>
            <a:lvl7pPr lvl="6"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7pPr>
            <a:lvl8pPr lvl="7"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8pPr>
            <a:lvl9pPr lvl="8"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9pPr>
          </a:lstStyle>
          <a:p>
            <a:endParaRPr/>
          </a:p>
        </p:txBody>
      </p:sp>
      <p:sp>
        <p:nvSpPr>
          <p:cNvPr id="7" name="Google Shape;7;p1"/>
          <p:cNvSpPr txBox="1">
            <a:spLocks noGrp="1"/>
          </p:cNvSpPr>
          <p:nvPr>
            <p:ph type="body" idx="1"/>
          </p:nvPr>
        </p:nvSpPr>
        <p:spPr>
          <a:xfrm>
            <a:off x="953467" y="1444933"/>
            <a:ext cx="10285200" cy="46996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marL="914400" lvl="1"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marL="1371600" lvl="2"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marL="1828800" lvl="3"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marL="2286000" lvl="4"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marL="2743200" lvl="5"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marL="3200400" lvl="6"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marL="3657600" lvl="7"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marL="4114800" lvl="8"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a:endParaRPr/>
          </a:p>
        </p:txBody>
      </p:sp>
    </p:spTree>
    <p:extLst>
      <p:ext uri="{BB962C8B-B14F-4D97-AF65-F5344CB8AC3E}">
        <p14:creationId xmlns:p14="http://schemas.microsoft.com/office/powerpoint/2010/main" val="2742684319"/>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180"/>
        <p:cNvGrpSpPr/>
        <p:nvPr/>
      </p:nvGrpSpPr>
      <p:grpSpPr>
        <a:xfrm>
          <a:off x="0" y="0"/>
          <a:ext cx="0" cy="0"/>
          <a:chOff x="0" y="0"/>
          <a:chExt cx="0" cy="0"/>
        </a:xfrm>
      </p:grpSpPr>
      <p:sp>
        <p:nvSpPr>
          <p:cNvPr id="181" name="Google Shape;181;p32"/>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182" name="Google Shape;182;p32"/>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3672674494"/>
      </p:ext>
    </p:extLst>
  </p:cSld>
  <p:clrMap bg1="lt1" tx1="dk1" bg2="dk2" tx2="lt2" accent1="accent1" accent2="accent2" accent3="accent3" accent4="accent4" accent5="accent5" accent6="accent6" hlink="hlink" folHlink="folHlink"/>
  <p:sldLayoutIdLst>
    <p:sldLayoutId id="2147483693" r:id="rId1"/>
    <p:sldLayoutId id="2147483694" r:id="rId2"/>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accent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3467" y="713333"/>
            <a:ext cx="10285200" cy="731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1pPr>
            <a:lvl2pPr lvl="1"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2pPr>
            <a:lvl3pPr lvl="2"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3pPr>
            <a:lvl4pPr lvl="3"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4pPr>
            <a:lvl5pPr lvl="4"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5pPr>
            <a:lvl6pPr lvl="5"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6pPr>
            <a:lvl7pPr lvl="6"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7pPr>
            <a:lvl8pPr lvl="7"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8pPr>
            <a:lvl9pPr lvl="8"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9pPr>
          </a:lstStyle>
          <a:p>
            <a:endParaRPr/>
          </a:p>
        </p:txBody>
      </p:sp>
      <p:sp>
        <p:nvSpPr>
          <p:cNvPr id="7" name="Google Shape;7;p1"/>
          <p:cNvSpPr txBox="1">
            <a:spLocks noGrp="1"/>
          </p:cNvSpPr>
          <p:nvPr>
            <p:ph type="body" idx="1"/>
          </p:nvPr>
        </p:nvSpPr>
        <p:spPr>
          <a:xfrm>
            <a:off x="953467" y="1444933"/>
            <a:ext cx="10285200" cy="46996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marL="914400" lvl="1"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marL="1371600" lvl="2"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marL="1828800" lvl="3"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marL="2286000" lvl="4"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marL="2743200" lvl="5"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marL="3200400" lvl="6"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marL="3657600" lvl="7"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marL="4114800" lvl="8"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a:endParaRPr/>
          </a:p>
        </p:txBody>
      </p:sp>
    </p:spTree>
    <p:extLst>
      <p:ext uri="{BB962C8B-B14F-4D97-AF65-F5344CB8AC3E}">
        <p14:creationId xmlns:p14="http://schemas.microsoft.com/office/powerpoint/2010/main" val="3755200904"/>
      </p:ext>
    </p:extLst>
  </p:cSld>
  <p:clrMap bg1="lt1" tx1="dk1" bg2="dk2" tx2="lt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 id="2147483725" r:id="rId30"/>
    <p:sldLayoutId id="2147483726" r:id="rId31"/>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180"/>
        <p:cNvGrpSpPr/>
        <p:nvPr/>
      </p:nvGrpSpPr>
      <p:grpSpPr>
        <a:xfrm>
          <a:off x="0" y="0"/>
          <a:ext cx="0" cy="0"/>
          <a:chOff x="0" y="0"/>
          <a:chExt cx="0" cy="0"/>
        </a:xfrm>
      </p:grpSpPr>
      <p:sp>
        <p:nvSpPr>
          <p:cNvPr id="181" name="Google Shape;181;p32"/>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182" name="Google Shape;182;p32"/>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165443352"/>
      </p:ext>
    </p:extLst>
  </p:cSld>
  <p:clrMap bg1="lt1" tx1="dk1" bg2="dk2" tx2="lt2" accent1="accent1" accent2="accent2" accent3="accent3" accent4="accent4" accent5="accent5" accent6="accent6" hlink="hlink" folHlink="folHlink"/>
  <p:sldLayoutIdLst>
    <p:sldLayoutId id="2147483728" r:id="rId1"/>
    <p:sldLayoutId id="2147483729" r:id="rId2"/>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accent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3467" y="713333"/>
            <a:ext cx="10285200" cy="731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1pPr>
            <a:lvl2pPr lvl="1"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2pPr>
            <a:lvl3pPr lvl="2"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3pPr>
            <a:lvl4pPr lvl="3"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4pPr>
            <a:lvl5pPr lvl="4"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5pPr>
            <a:lvl6pPr lvl="5"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6pPr>
            <a:lvl7pPr lvl="6"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7pPr>
            <a:lvl8pPr lvl="7"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8pPr>
            <a:lvl9pPr lvl="8"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9pPr>
          </a:lstStyle>
          <a:p>
            <a:endParaRPr/>
          </a:p>
        </p:txBody>
      </p:sp>
      <p:sp>
        <p:nvSpPr>
          <p:cNvPr id="7" name="Google Shape;7;p1"/>
          <p:cNvSpPr txBox="1">
            <a:spLocks noGrp="1"/>
          </p:cNvSpPr>
          <p:nvPr>
            <p:ph type="body" idx="1"/>
          </p:nvPr>
        </p:nvSpPr>
        <p:spPr>
          <a:xfrm>
            <a:off x="953467" y="1444933"/>
            <a:ext cx="10285200" cy="46996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marL="914400" lvl="1"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marL="1371600" lvl="2"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marL="1828800" lvl="3"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marL="2286000" lvl="4"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marL="2743200" lvl="5"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marL="3200400" lvl="6"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marL="3657600" lvl="7"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marL="4114800" lvl="8"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a:endParaRPr/>
          </a:p>
        </p:txBody>
      </p:sp>
    </p:spTree>
    <p:extLst>
      <p:ext uri="{BB962C8B-B14F-4D97-AF65-F5344CB8AC3E}">
        <p14:creationId xmlns:p14="http://schemas.microsoft.com/office/powerpoint/2010/main" val="2473975437"/>
      </p:ext>
    </p:extLst>
  </p:cSld>
  <p:clrMap bg1="lt1" tx1="dk1" bg2="dk2" tx2="lt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 id="2147483747" r:id="rId17"/>
    <p:sldLayoutId id="2147483748" r:id="rId18"/>
    <p:sldLayoutId id="2147483749" r:id="rId19"/>
    <p:sldLayoutId id="2147483750" r:id="rId20"/>
    <p:sldLayoutId id="2147483751" r:id="rId21"/>
    <p:sldLayoutId id="2147483752" r:id="rId22"/>
    <p:sldLayoutId id="2147483753" r:id="rId23"/>
    <p:sldLayoutId id="2147483754" r:id="rId24"/>
    <p:sldLayoutId id="2147483755" r:id="rId25"/>
    <p:sldLayoutId id="2147483756" r:id="rId26"/>
    <p:sldLayoutId id="2147483757" r:id="rId27"/>
    <p:sldLayoutId id="2147483758" r:id="rId28"/>
    <p:sldLayoutId id="2147483759" r:id="rId29"/>
    <p:sldLayoutId id="2147483760" r:id="rId30"/>
    <p:sldLayoutId id="2147483761" r:id="rId31"/>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180"/>
        <p:cNvGrpSpPr/>
        <p:nvPr/>
      </p:nvGrpSpPr>
      <p:grpSpPr>
        <a:xfrm>
          <a:off x="0" y="0"/>
          <a:ext cx="0" cy="0"/>
          <a:chOff x="0" y="0"/>
          <a:chExt cx="0" cy="0"/>
        </a:xfrm>
      </p:grpSpPr>
      <p:sp>
        <p:nvSpPr>
          <p:cNvPr id="181" name="Google Shape;181;p32"/>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182" name="Google Shape;182;p32"/>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3625232403"/>
      </p:ext>
    </p:extLst>
  </p:cSld>
  <p:clrMap bg1="lt1" tx1="dk1" bg2="dk2" tx2="lt2" accent1="accent1" accent2="accent2" accent3="accent3" accent4="accent4" accent5="accent5" accent6="accent6" hlink="hlink" folHlink="folHlink"/>
  <p:sldLayoutIdLst>
    <p:sldLayoutId id="2147483763" r:id="rId1"/>
    <p:sldLayoutId id="2147483764" r:id="rId2"/>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593367"/>
            <a:ext cx="10290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700"/>
              <a:buFont typeface="Poppins ExtraBold"/>
              <a:buNone/>
              <a:defRPr sz="2700">
                <a:solidFill>
                  <a:schemeClr val="dk1"/>
                </a:solidFill>
                <a:latin typeface="Poppins ExtraBold"/>
                <a:ea typeface="Poppins ExtraBold"/>
                <a:cs typeface="Poppins ExtraBold"/>
                <a:sym typeface="Poppins ExtraBold"/>
              </a:defRPr>
            </a:lvl1pPr>
            <a:lvl2pPr lvl="1"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950967" y="1536633"/>
            <a:ext cx="10290000" cy="45552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1pPr>
            <a:lvl2pPr marL="914400" lvl="1" indent="-304800">
              <a:lnSpc>
                <a:spcPct val="100000"/>
              </a:lnSpc>
              <a:spcBef>
                <a:spcPts val="160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2pPr>
            <a:lvl3pPr marL="1371600" lvl="2" indent="-304800">
              <a:lnSpc>
                <a:spcPct val="100000"/>
              </a:lnSpc>
              <a:spcBef>
                <a:spcPts val="160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3pPr>
            <a:lvl4pPr marL="1828800" lvl="3" indent="-304800">
              <a:lnSpc>
                <a:spcPct val="100000"/>
              </a:lnSpc>
              <a:spcBef>
                <a:spcPts val="160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4pPr>
            <a:lvl5pPr marL="2286000" lvl="4" indent="-304800">
              <a:lnSpc>
                <a:spcPct val="100000"/>
              </a:lnSpc>
              <a:spcBef>
                <a:spcPts val="160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5pPr>
            <a:lvl6pPr marL="2743200" lvl="5" indent="-304800">
              <a:lnSpc>
                <a:spcPct val="100000"/>
              </a:lnSpc>
              <a:spcBef>
                <a:spcPts val="160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6pPr>
            <a:lvl7pPr marL="3200400" lvl="6" indent="-304800">
              <a:lnSpc>
                <a:spcPct val="100000"/>
              </a:lnSpc>
              <a:spcBef>
                <a:spcPts val="160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7pPr>
            <a:lvl8pPr marL="3657600" lvl="7" indent="-304800">
              <a:lnSpc>
                <a:spcPct val="100000"/>
              </a:lnSpc>
              <a:spcBef>
                <a:spcPts val="160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8pPr>
            <a:lvl9pPr marL="4114800" lvl="8" indent="-304800">
              <a:lnSpc>
                <a:spcPct val="100000"/>
              </a:lnSpc>
              <a:spcBef>
                <a:spcPts val="1600"/>
              </a:spcBef>
              <a:spcAft>
                <a:spcPts val="160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9pPr>
          </a:lstStyle>
          <a:p>
            <a:endParaRPr/>
          </a:p>
        </p:txBody>
      </p:sp>
    </p:spTree>
    <p:extLst>
      <p:ext uri="{BB962C8B-B14F-4D97-AF65-F5344CB8AC3E}">
        <p14:creationId xmlns:p14="http://schemas.microsoft.com/office/powerpoint/2010/main" val="2678281147"/>
      </p:ext>
    </p:extLst>
  </p:cSld>
  <p:clrMap bg1="lt1" tx1="dk1" bg2="dk2" tx2="lt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 id="2147483796" r:id="rId18"/>
    <p:sldLayoutId id="2147483797" r:id="rId19"/>
    <p:sldLayoutId id="2147483798" r:id="rId20"/>
    <p:sldLayoutId id="2147483799" r:id="rId21"/>
    <p:sldLayoutId id="2147483800" r:id="rId22"/>
    <p:sldLayoutId id="2147483801" r:id="rId23"/>
    <p:sldLayoutId id="2147483802" r:id="rId24"/>
    <p:sldLayoutId id="2147483803" r:id="rId25"/>
    <p:sldLayoutId id="2147483804" r:id="rId26"/>
    <p:sldLayoutId id="2147483805" r:id="rId27"/>
    <p:sldLayoutId id="2147483806" r:id="rId28"/>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188"/>
        <p:cNvGrpSpPr/>
        <p:nvPr/>
      </p:nvGrpSpPr>
      <p:grpSpPr>
        <a:xfrm>
          <a:off x="0" y="0"/>
          <a:ext cx="0" cy="0"/>
          <a:chOff x="0" y="0"/>
          <a:chExt cx="0" cy="0"/>
        </a:xfrm>
      </p:grpSpPr>
      <p:sp>
        <p:nvSpPr>
          <p:cNvPr id="189" name="Google Shape;189;p29"/>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190" name="Google Shape;190;p29"/>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2057770723"/>
      </p:ext>
    </p:extLst>
  </p:cSld>
  <p:clrMap bg1="lt1" tx1="dk1" bg2="dk2" tx2="lt2" accent1="accent1" accent2="accent2" accent3="accent3" accent4="accent4" accent5="accent5" accent6="accent6" hlink="hlink" folHlink="folHlink"/>
  <p:sldLayoutIdLst>
    <p:sldLayoutId id="2147483808" r:id="rId1"/>
    <p:sldLayoutId id="2147483809" r:id="rId2"/>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593367"/>
            <a:ext cx="10290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700"/>
              <a:buFont typeface="Poppins ExtraBold"/>
              <a:buNone/>
              <a:defRPr sz="2700">
                <a:solidFill>
                  <a:schemeClr val="dk1"/>
                </a:solidFill>
                <a:latin typeface="Poppins ExtraBold"/>
                <a:ea typeface="Poppins ExtraBold"/>
                <a:cs typeface="Poppins ExtraBold"/>
                <a:sym typeface="Poppins ExtraBold"/>
              </a:defRPr>
            </a:lvl1pPr>
            <a:lvl2pPr lvl="1"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950967" y="1536633"/>
            <a:ext cx="10290000" cy="45552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1pPr>
            <a:lvl2pPr marL="914400" lvl="1" indent="-304800">
              <a:lnSpc>
                <a:spcPct val="100000"/>
              </a:lnSpc>
              <a:spcBef>
                <a:spcPts val="160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2pPr>
            <a:lvl3pPr marL="1371600" lvl="2" indent="-304800">
              <a:lnSpc>
                <a:spcPct val="100000"/>
              </a:lnSpc>
              <a:spcBef>
                <a:spcPts val="160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3pPr>
            <a:lvl4pPr marL="1828800" lvl="3" indent="-304800">
              <a:lnSpc>
                <a:spcPct val="100000"/>
              </a:lnSpc>
              <a:spcBef>
                <a:spcPts val="160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4pPr>
            <a:lvl5pPr marL="2286000" lvl="4" indent="-304800">
              <a:lnSpc>
                <a:spcPct val="100000"/>
              </a:lnSpc>
              <a:spcBef>
                <a:spcPts val="160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5pPr>
            <a:lvl6pPr marL="2743200" lvl="5" indent="-304800">
              <a:lnSpc>
                <a:spcPct val="100000"/>
              </a:lnSpc>
              <a:spcBef>
                <a:spcPts val="160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6pPr>
            <a:lvl7pPr marL="3200400" lvl="6" indent="-304800">
              <a:lnSpc>
                <a:spcPct val="100000"/>
              </a:lnSpc>
              <a:spcBef>
                <a:spcPts val="160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7pPr>
            <a:lvl8pPr marL="3657600" lvl="7" indent="-304800">
              <a:lnSpc>
                <a:spcPct val="100000"/>
              </a:lnSpc>
              <a:spcBef>
                <a:spcPts val="160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8pPr>
            <a:lvl9pPr marL="4114800" lvl="8" indent="-304800">
              <a:lnSpc>
                <a:spcPct val="100000"/>
              </a:lnSpc>
              <a:spcBef>
                <a:spcPts val="1600"/>
              </a:spcBef>
              <a:spcAft>
                <a:spcPts val="160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9pPr>
          </a:lstStyle>
          <a:p>
            <a:endParaRPr/>
          </a:p>
        </p:txBody>
      </p:sp>
    </p:spTree>
    <p:extLst>
      <p:ext uri="{BB962C8B-B14F-4D97-AF65-F5344CB8AC3E}">
        <p14:creationId xmlns:p14="http://schemas.microsoft.com/office/powerpoint/2010/main" val="1856878641"/>
      </p:ext>
    </p:extLst>
  </p:cSld>
  <p:clrMap bg1="lt1" tx1="dk1" bg2="dk2" tx2="lt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 id="2147483823" r:id="rId13"/>
    <p:sldLayoutId id="2147483824" r:id="rId14"/>
    <p:sldLayoutId id="2147483825" r:id="rId15"/>
    <p:sldLayoutId id="2147483826" r:id="rId16"/>
    <p:sldLayoutId id="2147483827" r:id="rId17"/>
    <p:sldLayoutId id="2147483828" r:id="rId18"/>
    <p:sldLayoutId id="2147483829" r:id="rId19"/>
    <p:sldLayoutId id="2147483830" r:id="rId20"/>
    <p:sldLayoutId id="2147483831" r:id="rId21"/>
    <p:sldLayoutId id="2147483832" r:id="rId22"/>
    <p:sldLayoutId id="2147483833" r:id="rId23"/>
    <p:sldLayoutId id="2147483834" r:id="rId24"/>
    <p:sldLayoutId id="2147483835" r:id="rId25"/>
    <p:sldLayoutId id="2147483836" r:id="rId26"/>
    <p:sldLayoutId id="2147483837" r:id="rId27"/>
    <p:sldLayoutId id="2147483838" r:id="rId28"/>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188"/>
        <p:cNvGrpSpPr/>
        <p:nvPr/>
      </p:nvGrpSpPr>
      <p:grpSpPr>
        <a:xfrm>
          <a:off x="0" y="0"/>
          <a:ext cx="0" cy="0"/>
          <a:chOff x="0" y="0"/>
          <a:chExt cx="0" cy="0"/>
        </a:xfrm>
      </p:grpSpPr>
      <p:sp>
        <p:nvSpPr>
          <p:cNvPr id="189" name="Google Shape;189;p29"/>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190" name="Google Shape;190;p29"/>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2335491812"/>
      </p:ext>
    </p:extLst>
  </p:cSld>
  <p:clrMap bg1="lt1" tx1="dk1" bg2="dk2" tx2="lt2" accent1="accent1" accent2="accent2" accent3="accent3" accent4="accent4" accent5="accent5" accent6="accent6" hlink="hlink" folHlink="folHlink"/>
  <p:sldLayoutIdLst>
    <p:sldLayoutId id="2147483840" r:id="rId1"/>
    <p:sldLayoutId id="2147483841" r:id="rId2"/>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053E72-D8CD-5214-F4CD-2DFCECEE98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B01F989-F5BE-FCEB-C8E8-80DE598515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204AE2-BD6B-0031-A7CA-0AA927BA7C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1136C76-92CC-4941-BF2A-62A171D80761}" type="datetimeFigureOut">
              <a:rPr lang="en-IN" smtClean="0"/>
              <a:t>15-02-2026</a:t>
            </a:fld>
            <a:endParaRPr lang="en-IN"/>
          </a:p>
        </p:txBody>
      </p:sp>
      <p:sp>
        <p:nvSpPr>
          <p:cNvPr id="5" name="Footer Placeholder 4">
            <a:extLst>
              <a:ext uri="{FF2B5EF4-FFF2-40B4-BE49-F238E27FC236}">
                <a16:creationId xmlns:a16="http://schemas.microsoft.com/office/drawing/2014/main" id="{F0CB086D-2F4A-4CAE-2A8C-45403309E9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2E58925-13F9-9E9B-111D-ACFBCB6B5D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1352767-793A-430C-8B38-2D6B146B811B}" type="slidenum">
              <a:rPr lang="en-IN" smtClean="0"/>
              <a:t>‹#›</a:t>
            </a:fld>
            <a:endParaRPr lang="en-IN"/>
          </a:p>
        </p:txBody>
      </p:sp>
    </p:spTree>
    <p:extLst>
      <p:ext uri="{BB962C8B-B14F-4D97-AF65-F5344CB8AC3E}">
        <p14:creationId xmlns:p14="http://schemas.microsoft.com/office/powerpoint/2010/main" val="3386845768"/>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 id="2147483855" r:id="rId13"/>
    <p:sldLayoutId id="2147483856" r:id="rId14"/>
    <p:sldLayoutId id="2147483857"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6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8.jpg"/><Relationship Id="rId2" Type="http://schemas.openxmlformats.org/officeDocument/2006/relationships/diagramData" Target="../diagrams/data1.xml"/><Relationship Id="rId1" Type="http://schemas.openxmlformats.org/officeDocument/2006/relationships/slideLayout" Target="../slideLayouts/slideLayout16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6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0.jpeg"/><Relationship Id="rId1" Type="http://schemas.openxmlformats.org/officeDocument/2006/relationships/slideLayout" Target="../slideLayouts/slideLayout16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0.jpeg"/><Relationship Id="rId1" Type="http://schemas.openxmlformats.org/officeDocument/2006/relationships/slideLayout" Target="../slideLayouts/slideLayout16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FB14B-13FD-63D0-B558-FA2B9FA1B8F9}"/>
              </a:ext>
            </a:extLst>
          </p:cNvPr>
          <p:cNvSpPr>
            <a:spLocks noGrp="1"/>
          </p:cNvSpPr>
          <p:nvPr>
            <p:ph type="ctrTitle"/>
          </p:nvPr>
        </p:nvSpPr>
        <p:spPr>
          <a:xfrm>
            <a:off x="1616279" y="3190402"/>
            <a:ext cx="9144000" cy="978194"/>
          </a:xfrm>
        </p:spPr>
        <p:txBody>
          <a:bodyPr>
            <a:normAutofit/>
          </a:bodyPr>
          <a:lstStyle/>
          <a:p>
            <a:pPr algn="ctr"/>
            <a:r>
              <a:rPr lang="en-US" sz="4800" b="1" dirty="0"/>
              <a:t>TRUTHSEEKER</a:t>
            </a:r>
            <a:endParaRPr lang="en-IN" sz="4800" b="1" dirty="0"/>
          </a:p>
        </p:txBody>
      </p:sp>
      <p:sp>
        <p:nvSpPr>
          <p:cNvPr id="3" name="Subtitle 2">
            <a:extLst>
              <a:ext uri="{FF2B5EF4-FFF2-40B4-BE49-F238E27FC236}">
                <a16:creationId xmlns:a16="http://schemas.microsoft.com/office/drawing/2014/main" id="{33DAA6DE-3B6C-1A2F-6135-52EEA7D16507}"/>
              </a:ext>
            </a:extLst>
          </p:cNvPr>
          <p:cNvSpPr>
            <a:spLocks noGrp="1"/>
          </p:cNvSpPr>
          <p:nvPr>
            <p:ph type="subTitle" idx="1"/>
          </p:nvPr>
        </p:nvSpPr>
        <p:spPr>
          <a:xfrm>
            <a:off x="364347" y="5134257"/>
            <a:ext cx="4174039" cy="1222744"/>
          </a:xfrm>
        </p:spPr>
        <p:txBody>
          <a:bodyPr>
            <a:normAutofit/>
          </a:bodyPr>
          <a:lstStyle/>
          <a:p>
            <a:pPr>
              <a:lnSpc>
                <a:spcPct val="70000"/>
              </a:lnSpc>
              <a:spcAft>
                <a:spcPts val="20"/>
              </a:spcAft>
            </a:pPr>
            <a:r>
              <a:rPr lang="en-IN" dirty="0"/>
              <a:t>Submitted By:</a:t>
            </a:r>
          </a:p>
          <a:p>
            <a:pPr>
              <a:lnSpc>
                <a:spcPct val="70000"/>
              </a:lnSpc>
              <a:spcAft>
                <a:spcPts val="20"/>
              </a:spcAft>
            </a:pPr>
            <a:r>
              <a:rPr lang="en-IN" dirty="0"/>
              <a:t>Annwesa Das</a:t>
            </a:r>
          </a:p>
          <a:p>
            <a:pPr>
              <a:lnSpc>
                <a:spcPct val="70000"/>
              </a:lnSpc>
              <a:spcAft>
                <a:spcPts val="20"/>
              </a:spcAft>
            </a:pPr>
            <a:r>
              <a:rPr lang="en-IN" dirty="0"/>
              <a:t>23FE10CSE00044</a:t>
            </a:r>
          </a:p>
        </p:txBody>
      </p:sp>
      <p:sp>
        <p:nvSpPr>
          <p:cNvPr id="4" name="Subtitle 2">
            <a:extLst>
              <a:ext uri="{FF2B5EF4-FFF2-40B4-BE49-F238E27FC236}">
                <a16:creationId xmlns:a16="http://schemas.microsoft.com/office/drawing/2014/main" id="{8265C3A1-7DE8-FF2B-D7D7-6CB2859C63C2}"/>
              </a:ext>
            </a:extLst>
          </p:cNvPr>
          <p:cNvSpPr txBox="1">
            <a:spLocks/>
          </p:cNvSpPr>
          <p:nvPr/>
        </p:nvSpPr>
        <p:spPr>
          <a:xfrm>
            <a:off x="8328209" y="5387224"/>
            <a:ext cx="3239386" cy="12227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dirty="0"/>
              <a:t>Supervised By:</a:t>
            </a:r>
            <a:br>
              <a:rPr lang="en-IN" dirty="0"/>
            </a:br>
            <a:r>
              <a:rPr lang="en-IN" dirty="0"/>
              <a:t>Dr Umashankar Rawat</a:t>
            </a:r>
          </a:p>
          <a:p>
            <a:endParaRPr lang="en-IN" dirty="0"/>
          </a:p>
        </p:txBody>
      </p:sp>
      <p:pic>
        <p:nvPicPr>
          <p:cNvPr id="8" name="Picture 7" descr="A black and white text&#10;&#10;AI-generated content may be incorrect.">
            <a:extLst>
              <a:ext uri="{FF2B5EF4-FFF2-40B4-BE49-F238E27FC236}">
                <a16:creationId xmlns:a16="http://schemas.microsoft.com/office/drawing/2014/main" id="{2AD7126F-2B55-B457-37C9-C05FFDD4D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3093" y="415344"/>
            <a:ext cx="4174039" cy="1222745"/>
          </a:xfrm>
          <a:prstGeom prst="rect">
            <a:avLst/>
          </a:prstGeom>
        </p:spPr>
      </p:pic>
      <p:sp>
        <p:nvSpPr>
          <p:cNvPr id="9" name="Title 1">
            <a:extLst>
              <a:ext uri="{FF2B5EF4-FFF2-40B4-BE49-F238E27FC236}">
                <a16:creationId xmlns:a16="http://schemas.microsoft.com/office/drawing/2014/main" id="{B8466A34-BD34-5DB1-EC2B-14EE0BD5593C}"/>
              </a:ext>
            </a:extLst>
          </p:cNvPr>
          <p:cNvSpPr txBox="1">
            <a:spLocks/>
          </p:cNvSpPr>
          <p:nvPr/>
        </p:nvSpPr>
        <p:spPr>
          <a:xfrm>
            <a:off x="1524000" y="1730199"/>
            <a:ext cx="9144000" cy="111227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IN" sz="2800" b="1" dirty="0"/>
              <a:t>School of Computer Science and Engineering</a:t>
            </a:r>
          </a:p>
          <a:p>
            <a:pPr>
              <a:lnSpc>
                <a:spcPct val="100000"/>
              </a:lnSpc>
            </a:pPr>
            <a:r>
              <a:rPr lang="en-IN" sz="2800" b="1" dirty="0"/>
              <a:t>Department of Computer Science and Engineering</a:t>
            </a:r>
          </a:p>
        </p:txBody>
      </p:sp>
    </p:spTree>
    <p:extLst>
      <p:ext uri="{BB962C8B-B14F-4D97-AF65-F5344CB8AC3E}">
        <p14:creationId xmlns:p14="http://schemas.microsoft.com/office/powerpoint/2010/main" val="38023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25A96B-B72E-0C72-F61B-C99183D10D26}"/>
              </a:ext>
            </a:extLst>
          </p:cNvPr>
          <p:cNvSpPr>
            <a:spLocks noGrp="1"/>
          </p:cNvSpPr>
          <p:nvPr>
            <p:ph type="title"/>
          </p:nvPr>
        </p:nvSpPr>
        <p:spPr>
          <a:xfrm>
            <a:off x="838200" y="365125"/>
            <a:ext cx="10515600" cy="1325563"/>
          </a:xfrm>
        </p:spPr>
        <p:txBody>
          <a:bodyPr>
            <a:normAutofit/>
          </a:bodyPr>
          <a:lstStyle/>
          <a:p>
            <a:r>
              <a:rPr lang="en-IN" sz="4800" dirty="0"/>
              <a:t>Introduction</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031CBD1-1236-BD10-F9B4-E2675BA38ED1}"/>
              </a:ext>
            </a:extLst>
          </p:cNvPr>
          <p:cNvSpPr>
            <a:spLocks noGrp="1"/>
          </p:cNvSpPr>
          <p:nvPr>
            <p:ph idx="1"/>
          </p:nvPr>
        </p:nvSpPr>
        <p:spPr>
          <a:xfrm>
            <a:off x="838200" y="1929384"/>
            <a:ext cx="10515600" cy="4251960"/>
          </a:xfrm>
        </p:spPr>
        <p:txBody>
          <a:bodyPr>
            <a:normAutofit/>
          </a:bodyPr>
          <a:lstStyle/>
          <a:p>
            <a:r>
              <a:rPr lang="en-US" sz="2200" dirty="0"/>
              <a:t>In today’s digital era, misinformation spreads rapidly across social media and online platforms, affecting </a:t>
            </a:r>
            <a:r>
              <a:rPr lang="en-US" sz="2200" b="1" dirty="0"/>
              <a:t>public trust, awareness, and decision-making</a:t>
            </a:r>
            <a:r>
              <a:rPr lang="en-US" sz="2200" dirty="0"/>
              <a:t>. False or misleading content can influence elections, health choices, and societal harmony, while traditional fact-checking methods often struggle to keep pace with the vast amount of online data. This rising challenge calls for automated, intelligent solutions that can analyze and verify information in real time.</a:t>
            </a:r>
          </a:p>
          <a:p>
            <a:r>
              <a:rPr lang="en-US" sz="2200" dirty="0"/>
              <a:t>Our project — </a:t>
            </a:r>
            <a:r>
              <a:rPr lang="en-US" sz="2200" b="1" dirty="0"/>
              <a:t>TRUTHSEEKER</a:t>
            </a:r>
            <a:r>
              <a:rPr lang="en-US" sz="2200" dirty="0"/>
              <a:t> — aims to tackle this issue through AI-driven detection and analysis. The system automatically collects online content, processes it using advanced AI models, and identifies potential misinformation with high accuracy. By delivering quick and reliable insights, it supports </a:t>
            </a:r>
            <a:r>
              <a:rPr lang="en-US" sz="2200" b="1" dirty="0"/>
              <a:t>researchers, journalists, and the public</a:t>
            </a:r>
            <a:r>
              <a:rPr lang="en-US" sz="2200" dirty="0"/>
              <a:t> in recognizing false narratives, thereby fostering a </a:t>
            </a:r>
            <a:r>
              <a:rPr lang="en-US" sz="2200" b="1" dirty="0"/>
              <a:t>more informed and trustworthy digital space</a:t>
            </a:r>
            <a:r>
              <a:rPr lang="en-US" sz="2200" dirty="0"/>
              <a:t>.</a:t>
            </a:r>
          </a:p>
          <a:p>
            <a:pPr marL="0" indent="0">
              <a:buNone/>
            </a:pPr>
            <a:endParaRPr lang="en-IN" sz="2200" dirty="0"/>
          </a:p>
        </p:txBody>
      </p:sp>
    </p:spTree>
    <p:extLst>
      <p:ext uri="{BB962C8B-B14F-4D97-AF65-F5344CB8AC3E}">
        <p14:creationId xmlns:p14="http://schemas.microsoft.com/office/powerpoint/2010/main" val="2878976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85647D-9B85-4135-FDC8-4412998CA206}"/>
              </a:ext>
            </a:extLst>
          </p:cNvPr>
          <p:cNvSpPr>
            <a:spLocks noGrp="1"/>
          </p:cNvSpPr>
          <p:nvPr>
            <p:ph type="title"/>
          </p:nvPr>
        </p:nvSpPr>
        <p:spPr>
          <a:xfrm>
            <a:off x="838200" y="365125"/>
            <a:ext cx="10515600" cy="1325563"/>
          </a:xfrm>
        </p:spPr>
        <p:txBody>
          <a:bodyPr>
            <a:normAutofit/>
          </a:bodyPr>
          <a:lstStyle/>
          <a:p>
            <a:r>
              <a:rPr lang="en-IN" dirty="0">
                <a:latin typeface="Times New Roman" panose="02020603050405020304" pitchFamily="18" charset="0"/>
                <a:cs typeface="Times New Roman" panose="02020603050405020304" pitchFamily="18" charset="0"/>
              </a:rPr>
              <a:t>Literature</a:t>
            </a:r>
            <a:r>
              <a:rPr lang="en-IN" dirty="0"/>
              <a:t> </a:t>
            </a:r>
            <a:r>
              <a:rPr lang="en-IN" dirty="0">
                <a:latin typeface="Times New Roman" panose="02020603050405020304" pitchFamily="18" charset="0"/>
                <a:cs typeface="Times New Roman" panose="02020603050405020304" pitchFamily="18" charset="0"/>
              </a:rPr>
              <a:t>Review</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A8D856E4-B45B-505C-03A8-12B79881DF90}"/>
              </a:ext>
            </a:extLst>
          </p:cNvPr>
          <p:cNvGraphicFramePr>
            <a:graphicFrameLocks noGrp="1"/>
          </p:cNvGraphicFramePr>
          <p:nvPr>
            <p:ph idx="1"/>
            <p:extLst>
              <p:ext uri="{D42A27DB-BD31-4B8C-83A1-F6EECF244321}">
                <p14:modId xmlns:p14="http://schemas.microsoft.com/office/powerpoint/2010/main" val="3919860770"/>
              </p:ext>
            </p:extLst>
          </p:nvPr>
        </p:nvGraphicFramePr>
        <p:xfrm>
          <a:off x="838200" y="2568526"/>
          <a:ext cx="10515603" cy="3459010"/>
        </p:xfrm>
        <a:graphic>
          <a:graphicData uri="http://schemas.openxmlformats.org/drawingml/2006/table">
            <a:tbl>
              <a:tblPr>
                <a:tableStyleId>{21E4AEA4-8DFA-4A89-87EB-49C32662AFE0}</a:tableStyleId>
              </a:tblPr>
              <a:tblGrid>
                <a:gridCol w="1798642">
                  <a:extLst>
                    <a:ext uri="{9D8B030D-6E8A-4147-A177-3AD203B41FA5}">
                      <a16:colId xmlns:a16="http://schemas.microsoft.com/office/drawing/2014/main" val="4204107283"/>
                    </a:ext>
                  </a:extLst>
                </a:gridCol>
                <a:gridCol w="1786702">
                  <a:extLst>
                    <a:ext uri="{9D8B030D-6E8A-4147-A177-3AD203B41FA5}">
                      <a16:colId xmlns:a16="http://schemas.microsoft.com/office/drawing/2014/main" val="3914046587"/>
                    </a:ext>
                  </a:extLst>
                </a:gridCol>
                <a:gridCol w="1698793">
                  <a:extLst>
                    <a:ext uri="{9D8B030D-6E8A-4147-A177-3AD203B41FA5}">
                      <a16:colId xmlns:a16="http://schemas.microsoft.com/office/drawing/2014/main" val="200445343"/>
                    </a:ext>
                  </a:extLst>
                </a:gridCol>
                <a:gridCol w="1757281">
                  <a:extLst>
                    <a:ext uri="{9D8B030D-6E8A-4147-A177-3AD203B41FA5}">
                      <a16:colId xmlns:a16="http://schemas.microsoft.com/office/drawing/2014/main" val="3109362152"/>
                    </a:ext>
                  </a:extLst>
                </a:gridCol>
                <a:gridCol w="1742078">
                  <a:extLst>
                    <a:ext uri="{9D8B030D-6E8A-4147-A177-3AD203B41FA5}">
                      <a16:colId xmlns:a16="http://schemas.microsoft.com/office/drawing/2014/main" val="472312596"/>
                    </a:ext>
                  </a:extLst>
                </a:gridCol>
                <a:gridCol w="1732107">
                  <a:extLst>
                    <a:ext uri="{9D8B030D-6E8A-4147-A177-3AD203B41FA5}">
                      <a16:colId xmlns:a16="http://schemas.microsoft.com/office/drawing/2014/main" val="2162516633"/>
                    </a:ext>
                  </a:extLst>
                </a:gridCol>
              </a:tblGrid>
              <a:tr h="510199">
                <a:tc>
                  <a:txBody>
                    <a:bodyPr/>
                    <a:lstStyle/>
                    <a:p>
                      <a:pPr>
                        <a:buNone/>
                      </a:pPr>
                      <a:r>
                        <a:rPr lang="en-IN" sz="1400" b="1"/>
                        <a:t>Name</a:t>
                      </a:r>
                      <a:endParaRPr lang="en-IN" sz="140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IN" sz="1400" b="1"/>
                        <a:t>Method / Technique</a:t>
                      </a:r>
                      <a:endParaRPr lang="en-IN" sz="140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IN" sz="1400" b="1"/>
                        <a:t>Real-time?</a:t>
                      </a:r>
                      <a:endParaRPr lang="en-IN" sz="140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IN" sz="1400" b="1"/>
                        <a:t>Fact-checking Source</a:t>
                      </a:r>
                      <a:endParaRPr lang="en-IN" sz="140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IN" sz="1400" b="1"/>
                        <a:t>Pros</a:t>
                      </a:r>
                      <a:endParaRPr lang="en-IN" sz="140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IN" sz="1400" b="1"/>
                        <a:t>Cons</a:t>
                      </a:r>
                      <a:endParaRPr lang="en-IN" sz="1400">
                        <a:latin typeface="Times New Roman" panose="02020603050405020304" pitchFamily="18" charset="0"/>
                        <a:cs typeface="Times New Roman" panose="02020603050405020304" pitchFamily="18" charset="0"/>
                      </a:endParaRPr>
                    </a:p>
                  </a:txBody>
                  <a:tcPr marL="61127" marR="61127" marT="30563" marB="30563" anchor="ctr"/>
                </a:tc>
                <a:extLst>
                  <a:ext uri="{0D108BD9-81ED-4DB2-BD59-A6C34878D82A}">
                    <a16:rowId xmlns:a16="http://schemas.microsoft.com/office/drawing/2014/main" val="1568759316"/>
                  </a:ext>
                </a:extLst>
              </a:tr>
              <a:tr h="717008">
                <a:tc>
                  <a:txBody>
                    <a:bodyPr/>
                    <a:lstStyle/>
                    <a:p>
                      <a:pPr>
                        <a:buNone/>
                      </a:pPr>
                      <a:r>
                        <a:rPr lang="en-IN" sz="1400" b="1" dirty="0" err="1"/>
                        <a:t>NewsGuard</a:t>
                      </a:r>
                      <a:r>
                        <a:rPr lang="en-IN" sz="1400" b="1" dirty="0"/>
                        <a:t> (2018)</a:t>
                      </a:r>
                      <a:endParaRPr lang="en-IN" sz="1400" dirty="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IN" sz="1400"/>
                        <a:t>Human journalist evaluation</a:t>
                      </a:r>
                      <a:endParaRPr lang="en-IN" sz="1400" dirty="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IN" sz="1400"/>
                        <a:t>No</a:t>
                      </a:r>
                      <a:endParaRPr lang="en-IN" sz="140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IN" sz="1400"/>
                        <a:t>Professional journalists</a:t>
                      </a:r>
                      <a:endParaRPr lang="en-IN" sz="140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IN" sz="1400"/>
                        <a:t>Transparent methodology, nuanced analysis</a:t>
                      </a:r>
                      <a:endParaRPr lang="en-IN" sz="140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IN" sz="1400"/>
                        <a:t>Subscription model, slower updates</a:t>
                      </a:r>
                      <a:endParaRPr lang="en-IN" sz="1400">
                        <a:latin typeface="Times New Roman" panose="02020603050405020304" pitchFamily="18" charset="0"/>
                        <a:cs typeface="Times New Roman" panose="02020603050405020304" pitchFamily="18" charset="0"/>
                      </a:endParaRPr>
                    </a:p>
                  </a:txBody>
                  <a:tcPr marL="61127" marR="61127" marT="30563" marB="30563" anchor="ctr"/>
                </a:tc>
                <a:extLst>
                  <a:ext uri="{0D108BD9-81ED-4DB2-BD59-A6C34878D82A}">
                    <a16:rowId xmlns:a16="http://schemas.microsoft.com/office/drawing/2014/main" val="2357537738"/>
                  </a:ext>
                </a:extLst>
              </a:tr>
              <a:tr h="510199">
                <a:tc>
                  <a:txBody>
                    <a:bodyPr/>
                    <a:lstStyle/>
                    <a:p>
                      <a:pPr>
                        <a:buNone/>
                      </a:pPr>
                      <a:r>
                        <a:rPr lang="en-IN" sz="1400" b="1" dirty="0" err="1"/>
                        <a:t>SurfSafe</a:t>
                      </a:r>
                      <a:r>
                        <a:rPr lang="en-IN" sz="1400" b="1" dirty="0"/>
                        <a:t> (2018)</a:t>
                      </a:r>
                      <a:endParaRPr lang="en-IN" sz="1400" dirty="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IN" sz="1400"/>
                        <a:t>Computer vision comparison</a:t>
                      </a:r>
                      <a:endParaRPr lang="en-IN" sz="1400" dirty="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IN" sz="1400"/>
                        <a:t>Yes</a:t>
                      </a:r>
                      <a:endParaRPr lang="en-IN" sz="140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IN" sz="1400"/>
                        <a:t>Image database</a:t>
                      </a:r>
                      <a:endParaRPr lang="en-IN" sz="140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US" sz="1400"/>
                        <a:t>Specialized in image verification, real-time</a:t>
                      </a:r>
                      <a:endParaRPr lang="en-US" sz="140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US" sz="1400"/>
                        <a:t>Limited to images, requires database</a:t>
                      </a:r>
                      <a:endParaRPr lang="en-US" sz="1400">
                        <a:latin typeface="Times New Roman" panose="02020603050405020304" pitchFamily="18" charset="0"/>
                        <a:cs typeface="Times New Roman" panose="02020603050405020304" pitchFamily="18" charset="0"/>
                      </a:endParaRPr>
                    </a:p>
                  </a:txBody>
                  <a:tcPr marL="61127" marR="61127" marT="30563" marB="30563" anchor="ctr"/>
                </a:tc>
                <a:extLst>
                  <a:ext uri="{0D108BD9-81ED-4DB2-BD59-A6C34878D82A}">
                    <a16:rowId xmlns:a16="http://schemas.microsoft.com/office/drawing/2014/main" val="3101710026"/>
                  </a:ext>
                </a:extLst>
              </a:tr>
              <a:tr h="510199">
                <a:tc>
                  <a:txBody>
                    <a:bodyPr/>
                    <a:lstStyle/>
                    <a:p>
                      <a:pPr>
                        <a:buNone/>
                      </a:pPr>
                      <a:r>
                        <a:rPr lang="en-IN" sz="1400" b="1" dirty="0"/>
                        <a:t>Factual (2020)</a:t>
                      </a:r>
                      <a:endParaRPr lang="en-IN" sz="1400" dirty="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IN" sz="1400"/>
                        <a:t>NLP and ML analysis</a:t>
                      </a:r>
                      <a:endParaRPr lang="en-IN" sz="140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IN" sz="1400"/>
                        <a:t>Yes</a:t>
                      </a:r>
                      <a:endParaRPr lang="en-IN" sz="1400" dirty="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IN" sz="1400"/>
                        <a:t>Algorithm + trusted sources</a:t>
                      </a:r>
                      <a:endParaRPr lang="en-IN" sz="140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IN" sz="1400"/>
                        <a:t>Real-time analysis, confidence levels</a:t>
                      </a:r>
                      <a:endParaRPr lang="en-IN" sz="140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IN" sz="1400"/>
                        <a:t>Variable accuracy, English-focused</a:t>
                      </a:r>
                      <a:endParaRPr lang="en-IN" sz="1400">
                        <a:latin typeface="Times New Roman" panose="02020603050405020304" pitchFamily="18" charset="0"/>
                        <a:cs typeface="Times New Roman" panose="02020603050405020304" pitchFamily="18" charset="0"/>
                      </a:endParaRPr>
                    </a:p>
                  </a:txBody>
                  <a:tcPr marL="61127" marR="61127" marT="30563" marB="30563" anchor="ctr"/>
                </a:tc>
                <a:extLst>
                  <a:ext uri="{0D108BD9-81ED-4DB2-BD59-A6C34878D82A}">
                    <a16:rowId xmlns:a16="http://schemas.microsoft.com/office/drawing/2014/main" val="409351223"/>
                  </a:ext>
                </a:extLst>
              </a:tr>
              <a:tr h="510199">
                <a:tc>
                  <a:txBody>
                    <a:bodyPr/>
                    <a:lstStyle/>
                    <a:p>
                      <a:pPr>
                        <a:buNone/>
                      </a:pPr>
                      <a:r>
                        <a:rPr lang="en-IN" sz="1400" b="1" dirty="0"/>
                        <a:t>Fake News Detector (2017)</a:t>
                      </a:r>
                      <a:endParaRPr lang="en-IN" sz="1400" dirty="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IN" sz="1400"/>
                        <a:t>ML classification</a:t>
                      </a:r>
                      <a:endParaRPr lang="en-IN" sz="140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IN" sz="1400"/>
                        <a:t>Yes</a:t>
                      </a:r>
                      <a:endParaRPr lang="en-IN" sz="140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IN" sz="1400"/>
                        <a:t>Crowd-sourced data</a:t>
                      </a:r>
                      <a:endParaRPr lang="en-IN" sz="140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IN" sz="1400"/>
                        <a:t>Open-source, multi-category</a:t>
                      </a:r>
                      <a:endParaRPr lang="en-IN" sz="140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US" sz="1400"/>
                        <a:t>Depends on training data quality</a:t>
                      </a:r>
                      <a:endParaRPr lang="en-US" sz="1400">
                        <a:latin typeface="Times New Roman" panose="02020603050405020304" pitchFamily="18" charset="0"/>
                        <a:cs typeface="Times New Roman" panose="02020603050405020304" pitchFamily="18" charset="0"/>
                      </a:endParaRPr>
                    </a:p>
                  </a:txBody>
                  <a:tcPr marL="61127" marR="61127" marT="30563" marB="30563" anchor="ctr"/>
                </a:tc>
                <a:extLst>
                  <a:ext uri="{0D108BD9-81ED-4DB2-BD59-A6C34878D82A}">
                    <a16:rowId xmlns:a16="http://schemas.microsoft.com/office/drawing/2014/main" val="3911280022"/>
                  </a:ext>
                </a:extLst>
              </a:tr>
              <a:tr h="510199">
                <a:tc>
                  <a:txBody>
                    <a:bodyPr/>
                    <a:lstStyle/>
                    <a:p>
                      <a:pPr>
                        <a:buNone/>
                      </a:pPr>
                      <a:r>
                        <a:rPr lang="en-IN" sz="1400" b="1" dirty="0" err="1"/>
                        <a:t>InVID</a:t>
                      </a:r>
                      <a:r>
                        <a:rPr lang="en-IN" sz="1400" b="1" dirty="0"/>
                        <a:t> (2017)</a:t>
                      </a:r>
                      <a:endParaRPr lang="en-IN" sz="1400" dirty="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IN" sz="1400"/>
                        <a:t>Video forensics tools</a:t>
                      </a:r>
                      <a:endParaRPr lang="en-IN" sz="140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IN" sz="1400"/>
                        <a:t>No</a:t>
                      </a:r>
                      <a:endParaRPr lang="en-IN" sz="140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IN" sz="1400"/>
                        <a:t>Manual verification</a:t>
                      </a:r>
                      <a:endParaRPr lang="en-IN" sz="140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IN" sz="1400"/>
                        <a:t>Comprehensive video tools</a:t>
                      </a:r>
                      <a:endParaRPr lang="en-IN" sz="1400">
                        <a:latin typeface="Times New Roman" panose="02020603050405020304" pitchFamily="18" charset="0"/>
                        <a:cs typeface="Times New Roman" panose="02020603050405020304" pitchFamily="18" charset="0"/>
                      </a:endParaRPr>
                    </a:p>
                  </a:txBody>
                  <a:tcPr marL="61127" marR="61127" marT="30563" marB="30563" anchor="ctr"/>
                </a:tc>
                <a:tc>
                  <a:txBody>
                    <a:bodyPr/>
                    <a:lstStyle/>
                    <a:p>
                      <a:pPr>
                        <a:buNone/>
                      </a:pPr>
                      <a:r>
                        <a:rPr lang="en-IN" sz="1400" dirty="0"/>
                        <a:t>Complex interface, manual process</a:t>
                      </a:r>
                      <a:endParaRPr lang="en-IN" sz="1400" dirty="0">
                        <a:latin typeface="Times New Roman" panose="02020603050405020304" pitchFamily="18" charset="0"/>
                        <a:cs typeface="Times New Roman" panose="02020603050405020304" pitchFamily="18" charset="0"/>
                      </a:endParaRPr>
                    </a:p>
                  </a:txBody>
                  <a:tcPr marL="61127" marR="61127" marT="30563" marB="30563" anchor="ctr"/>
                </a:tc>
                <a:extLst>
                  <a:ext uri="{0D108BD9-81ED-4DB2-BD59-A6C34878D82A}">
                    <a16:rowId xmlns:a16="http://schemas.microsoft.com/office/drawing/2014/main" val="3279881708"/>
                  </a:ext>
                </a:extLst>
              </a:tr>
            </a:tbl>
          </a:graphicData>
        </a:graphic>
      </p:graphicFrame>
    </p:spTree>
    <p:extLst>
      <p:ext uri="{BB962C8B-B14F-4D97-AF65-F5344CB8AC3E}">
        <p14:creationId xmlns:p14="http://schemas.microsoft.com/office/powerpoint/2010/main" val="310308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017514-AB38-832F-28A3-A65FC23325DC}"/>
              </a:ext>
            </a:extLst>
          </p:cNvPr>
          <p:cNvSpPr>
            <a:spLocks noGrp="1"/>
          </p:cNvSpPr>
          <p:nvPr>
            <p:ph type="title"/>
          </p:nvPr>
        </p:nvSpPr>
        <p:spPr>
          <a:xfrm>
            <a:off x="838200" y="365125"/>
            <a:ext cx="10515600" cy="1325563"/>
          </a:xfrm>
        </p:spPr>
        <p:txBody>
          <a:bodyPr>
            <a:normAutofit/>
          </a:bodyPr>
          <a:lstStyle/>
          <a:p>
            <a:r>
              <a:rPr lang="en-US" dirty="0">
                <a:latin typeface="Times New Roman" panose="02020603050405020304" pitchFamily="18" charset="0"/>
                <a:cs typeface="Times New Roman" panose="02020603050405020304" pitchFamily="18" charset="0"/>
              </a:rPr>
              <a:t>Literature Review</a:t>
            </a:r>
            <a:endParaRPr lang="en-IN" dirty="0">
              <a:latin typeface="Times New Roman" panose="02020603050405020304" pitchFamily="18" charset="0"/>
              <a:cs typeface="Times New Roman" panose="02020603050405020304" pitchFamily="18" charset="0"/>
            </a:endParaRP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8D1BA9A1-9683-7F76-CCDC-433DFAE20288}"/>
              </a:ext>
            </a:extLst>
          </p:cNvPr>
          <p:cNvGraphicFramePr>
            <a:graphicFrameLocks noGrp="1"/>
          </p:cNvGraphicFramePr>
          <p:nvPr>
            <p:ph idx="1"/>
            <p:extLst>
              <p:ext uri="{D42A27DB-BD31-4B8C-83A1-F6EECF244321}">
                <p14:modId xmlns:p14="http://schemas.microsoft.com/office/powerpoint/2010/main" val="1309406843"/>
              </p:ext>
            </p:extLst>
          </p:nvPr>
        </p:nvGraphicFramePr>
        <p:xfrm>
          <a:off x="838200" y="2425172"/>
          <a:ext cx="10515604" cy="3554709"/>
        </p:xfrm>
        <a:graphic>
          <a:graphicData uri="http://schemas.openxmlformats.org/drawingml/2006/table">
            <a:tbl>
              <a:tblPr>
                <a:tableStyleId>{21E4AEA4-8DFA-4A89-87EB-49C32662AFE0}</a:tableStyleId>
              </a:tblPr>
              <a:tblGrid>
                <a:gridCol w="2273122">
                  <a:extLst>
                    <a:ext uri="{9D8B030D-6E8A-4147-A177-3AD203B41FA5}">
                      <a16:colId xmlns:a16="http://schemas.microsoft.com/office/drawing/2014/main" val="1858454015"/>
                    </a:ext>
                  </a:extLst>
                </a:gridCol>
                <a:gridCol w="1641384">
                  <a:extLst>
                    <a:ext uri="{9D8B030D-6E8A-4147-A177-3AD203B41FA5}">
                      <a16:colId xmlns:a16="http://schemas.microsoft.com/office/drawing/2014/main" val="2624446552"/>
                    </a:ext>
                  </a:extLst>
                </a:gridCol>
                <a:gridCol w="1673504">
                  <a:extLst>
                    <a:ext uri="{9D8B030D-6E8A-4147-A177-3AD203B41FA5}">
                      <a16:colId xmlns:a16="http://schemas.microsoft.com/office/drawing/2014/main" val="3057753223"/>
                    </a:ext>
                  </a:extLst>
                </a:gridCol>
                <a:gridCol w="1611047">
                  <a:extLst>
                    <a:ext uri="{9D8B030D-6E8A-4147-A177-3AD203B41FA5}">
                      <a16:colId xmlns:a16="http://schemas.microsoft.com/office/drawing/2014/main" val="4169829870"/>
                    </a:ext>
                  </a:extLst>
                </a:gridCol>
                <a:gridCol w="1611047">
                  <a:extLst>
                    <a:ext uri="{9D8B030D-6E8A-4147-A177-3AD203B41FA5}">
                      <a16:colId xmlns:a16="http://schemas.microsoft.com/office/drawing/2014/main" val="4137574134"/>
                    </a:ext>
                  </a:extLst>
                </a:gridCol>
                <a:gridCol w="1705500">
                  <a:extLst>
                    <a:ext uri="{9D8B030D-6E8A-4147-A177-3AD203B41FA5}">
                      <a16:colId xmlns:a16="http://schemas.microsoft.com/office/drawing/2014/main" val="3051004523"/>
                    </a:ext>
                  </a:extLst>
                </a:gridCol>
              </a:tblGrid>
              <a:tr h="487671">
                <a:tc>
                  <a:txBody>
                    <a:bodyPr/>
                    <a:lstStyle/>
                    <a:p>
                      <a:pPr>
                        <a:buNone/>
                      </a:pPr>
                      <a:r>
                        <a:rPr lang="en-IN" sz="1400" b="1" dirty="0"/>
                        <a:t>Name</a:t>
                      </a:r>
                      <a:endParaRPr lang="en-IN" sz="1400" dirty="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IN" sz="1400" b="1" dirty="0"/>
                        <a:t>Method / Technique</a:t>
                      </a:r>
                      <a:endParaRPr lang="en-IN" sz="1400" dirty="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IN" sz="1400" b="1"/>
                        <a:t>Real-time?</a:t>
                      </a:r>
                      <a:endParaRPr lang="en-IN" sz="140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IN" sz="1400" b="1"/>
                        <a:t>Fact-checking Source</a:t>
                      </a:r>
                      <a:endParaRPr lang="en-IN" sz="140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IN" sz="1400" b="1"/>
                        <a:t>Pros</a:t>
                      </a:r>
                      <a:endParaRPr lang="en-IN" sz="140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IN" sz="1400" b="1"/>
                        <a:t>Cons</a:t>
                      </a:r>
                      <a:endParaRPr lang="en-IN" sz="1400">
                        <a:latin typeface="Times New Roman" panose="02020603050405020304" pitchFamily="18" charset="0"/>
                        <a:cs typeface="Times New Roman" panose="02020603050405020304" pitchFamily="18" charset="0"/>
                      </a:endParaRPr>
                    </a:p>
                  </a:txBody>
                  <a:tcPr marL="32625" marR="32625" marT="16312" marB="16312" anchor="ctr"/>
                </a:tc>
                <a:extLst>
                  <a:ext uri="{0D108BD9-81ED-4DB2-BD59-A6C34878D82A}">
                    <a16:rowId xmlns:a16="http://schemas.microsoft.com/office/drawing/2014/main" val="504628483"/>
                  </a:ext>
                </a:extLst>
              </a:tr>
              <a:tr h="697232">
                <a:tc>
                  <a:txBody>
                    <a:bodyPr/>
                    <a:lstStyle/>
                    <a:p>
                      <a:pPr>
                        <a:buNone/>
                      </a:pPr>
                      <a:r>
                        <a:rPr lang="en-IN" sz="1400" b="1" dirty="0"/>
                        <a:t>Trusted News (2019)</a:t>
                      </a:r>
                      <a:endParaRPr lang="en-IN" sz="1400" dirty="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IN" sz="1400" dirty="0"/>
                        <a:t>Blockchain + crowd voting</a:t>
                      </a:r>
                      <a:endParaRPr lang="en-IN" sz="1400" dirty="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IN" sz="1400"/>
                        <a:t>Partial / Community consensus</a:t>
                      </a:r>
                      <a:endParaRPr lang="en-IN" sz="140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IN" sz="1400"/>
                        <a:t>AI models</a:t>
                      </a:r>
                      <a:endParaRPr lang="en-IN" sz="140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IN" sz="1400"/>
                        <a:t>Decentralized, manipulation-resistant</a:t>
                      </a:r>
                      <a:endParaRPr lang="en-IN" sz="140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IN" sz="1400" dirty="0"/>
                        <a:t>Depends on user adoption</a:t>
                      </a:r>
                      <a:endParaRPr lang="en-IN" sz="1400" dirty="0">
                        <a:latin typeface="Times New Roman" panose="02020603050405020304" pitchFamily="18" charset="0"/>
                        <a:cs typeface="Times New Roman" panose="02020603050405020304" pitchFamily="18" charset="0"/>
                      </a:endParaRPr>
                    </a:p>
                  </a:txBody>
                  <a:tcPr marL="32625" marR="32625" marT="16312" marB="16312" anchor="ctr"/>
                </a:tc>
                <a:extLst>
                  <a:ext uri="{0D108BD9-81ED-4DB2-BD59-A6C34878D82A}">
                    <a16:rowId xmlns:a16="http://schemas.microsoft.com/office/drawing/2014/main" val="34854278"/>
                  </a:ext>
                </a:extLst>
              </a:tr>
              <a:tr h="487671">
                <a:tc>
                  <a:txBody>
                    <a:bodyPr/>
                    <a:lstStyle/>
                    <a:p>
                      <a:pPr>
                        <a:buNone/>
                      </a:pPr>
                      <a:r>
                        <a:rPr lang="en-IN" sz="1400" b="1" dirty="0"/>
                        <a:t>AdVerif.ai (2020)</a:t>
                      </a:r>
                      <a:endParaRPr lang="en-IN" sz="1400" dirty="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IN" sz="1400"/>
                        <a:t>Deep learning</a:t>
                      </a:r>
                      <a:endParaRPr lang="en-IN" sz="140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IN" sz="1400"/>
                        <a:t>Yes</a:t>
                      </a:r>
                      <a:endParaRPr lang="en-IN" sz="140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IN" sz="1400"/>
                        <a:t>AI + professional fact-checkers</a:t>
                      </a:r>
                      <a:endParaRPr lang="en-IN" sz="140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IN" sz="1400"/>
                        <a:t>Advanced pattern detection, API-first</a:t>
                      </a:r>
                      <a:endParaRPr lang="en-IN" sz="140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IN" sz="1400"/>
                        <a:t>Limited explanation, B2B focus</a:t>
                      </a:r>
                      <a:endParaRPr lang="en-IN" sz="1400">
                        <a:latin typeface="Times New Roman" panose="02020603050405020304" pitchFamily="18" charset="0"/>
                        <a:cs typeface="Times New Roman" panose="02020603050405020304" pitchFamily="18" charset="0"/>
                      </a:endParaRPr>
                    </a:p>
                  </a:txBody>
                  <a:tcPr marL="32625" marR="32625" marT="16312" marB="16312" anchor="ctr"/>
                </a:tc>
                <a:extLst>
                  <a:ext uri="{0D108BD9-81ED-4DB2-BD59-A6C34878D82A}">
                    <a16:rowId xmlns:a16="http://schemas.microsoft.com/office/drawing/2014/main" val="905811610"/>
                  </a:ext>
                </a:extLst>
              </a:tr>
              <a:tr h="697232">
                <a:tc>
                  <a:txBody>
                    <a:bodyPr/>
                    <a:lstStyle/>
                    <a:p>
                      <a:pPr>
                        <a:buNone/>
                      </a:pPr>
                      <a:r>
                        <a:rPr lang="en-IN" sz="1400" b="1" dirty="0"/>
                        <a:t>Logically (2017)</a:t>
                      </a:r>
                      <a:endParaRPr lang="en-IN" sz="1400" dirty="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IN" sz="1400"/>
                        <a:t>Hybrid AI + human verification</a:t>
                      </a:r>
                      <a:endParaRPr lang="en-IN" sz="140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IN" sz="1400"/>
                        <a:t>Yes</a:t>
                      </a:r>
                      <a:endParaRPr lang="en-IN" sz="140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IN" sz="1400" dirty="0"/>
                        <a:t>AI + professional fact-checkers</a:t>
                      </a:r>
                      <a:endParaRPr lang="en-IN" sz="1400" dirty="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IN" sz="1400"/>
                        <a:t>Comprehensive approach, detailed explanations</a:t>
                      </a:r>
                      <a:endParaRPr lang="en-IN" sz="140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IN" sz="1400"/>
                        <a:t>Subscription for full features</a:t>
                      </a:r>
                      <a:endParaRPr lang="en-IN" sz="1400">
                        <a:latin typeface="Times New Roman" panose="02020603050405020304" pitchFamily="18" charset="0"/>
                        <a:cs typeface="Times New Roman" panose="02020603050405020304" pitchFamily="18" charset="0"/>
                      </a:endParaRPr>
                    </a:p>
                  </a:txBody>
                  <a:tcPr marL="32625" marR="32625" marT="16312" marB="16312" anchor="ctr"/>
                </a:tc>
                <a:extLst>
                  <a:ext uri="{0D108BD9-81ED-4DB2-BD59-A6C34878D82A}">
                    <a16:rowId xmlns:a16="http://schemas.microsoft.com/office/drawing/2014/main" val="1382869707"/>
                  </a:ext>
                </a:extLst>
              </a:tr>
              <a:tr h="487671">
                <a:tc>
                  <a:txBody>
                    <a:bodyPr/>
                    <a:lstStyle/>
                    <a:p>
                      <a:pPr>
                        <a:buNone/>
                      </a:pPr>
                      <a:r>
                        <a:rPr lang="en-IN" sz="1400" b="1" dirty="0"/>
                        <a:t>B.S. Detector (2016) </a:t>
                      </a:r>
                      <a:br>
                        <a:rPr lang="en-IN" sz="1400" b="1" dirty="0"/>
                      </a:br>
                      <a:r>
                        <a:rPr lang="en-IN" sz="1400" b="1" dirty="0"/>
                        <a:t>(</a:t>
                      </a:r>
                      <a:r>
                        <a:rPr lang="en-IN" sz="1400" b="0" dirty="0"/>
                        <a:t>Discontinued after 2018</a:t>
                      </a:r>
                      <a:r>
                        <a:rPr lang="en-IN" sz="1400" b="1" dirty="0"/>
                        <a:t>)</a:t>
                      </a:r>
                      <a:endParaRPr lang="en-IN" sz="1400" dirty="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IN" sz="1400"/>
                        <a:t>Database lookup</a:t>
                      </a:r>
                      <a:endParaRPr lang="en-IN" sz="140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IN" sz="1400"/>
                        <a:t>Yes</a:t>
                      </a:r>
                      <a:endParaRPr lang="en-IN" sz="140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IN" sz="1400" dirty="0"/>
                        <a:t>Open database</a:t>
                      </a:r>
                      <a:endParaRPr lang="en-IN" sz="1400" dirty="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IN" sz="1400"/>
                        <a:t>Simple, lightweight</a:t>
                      </a:r>
                      <a:endParaRPr lang="en-IN" sz="140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IN" sz="1400"/>
                        <a:t>Domain-level only, static database</a:t>
                      </a:r>
                      <a:endParaRPr lang="en-IN" sz="1400">
                        <a:latin typeface="Times New Roman" panose="02020603050405020304" pitchFamily="18" charset="0"/>
                        <a:cs typeface="Times New Roman" panose="02020603050405020304" pitchFamily="18" charset="0"/>
                      </a:endParaRPr>
                    </a:p>
                  </a:txBody>
                  <a:tcPr marL="32625" marR="32625" marT="16312" marB="16312" anchor="ctr"/>
                </a:tc>
                <a:extLst>
                  <a:ext uri="{0D108BD9-81ED-4DB2-BD59-A6C34878D82A}">
                    <a16:rowId xmlns:a16="http://schemas.microsoft.com/office/drawing/2014/main" val="1033107075"/>
                  </a:ext>
                </a:extLst>
              </a:tr>
              <a:tr h="697232">
                <a:tc>
                  <a:txBody>
                    <a:bodyPr/>
                    <a:lstStyle/>
                    <a:p>
                      <a:pPr>
                        <a:buNone/>
                      </a:pPr>
                      <a:r>
                        <a:rPr lang="en-IN" sz="1400" b="1" dirty="0"/>
                        <a:t>MBFC (Media Bias/Fact Check) Extension (2018)</a:t>
                      </a:r>
                      <a:endParaRPr lang="en-IN" sz="1400" dirty="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IN" sz="1400"/>
                        <a:t>Database lookup</a:t>
                      </a:r>
                      <a:endParaRPr lang="en-IN" sz="140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IN" sz="1400"/>
                        <a:t>Yes</a:t>
                      </a:r>
                      <a:endParaRPr lang="en-IN" sz="140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US" sz="1400" dirty="0"/>
                        <a:t>Media Bias/Fact Check (MBFC) database</a:t>
                      </a:r>
                      <a:endParaRPr lang="en-US" sz="1400" dirty="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US" sz="1400"/>
                        <a:t>Large database, includes bias + accuracy metrics</a:t>
                      </a:r>
                      <a:endParaRPr lang="en-US" sz="1400">
                        <a:latin typeface="Times New Roman" panose="02020603050405020304" pitchFamily="18" charset="0"/>
                        <a:cs typeface="Times New Roman" panose="02020603050405020304" pitchFamily="18" charset="0"/>
                      </a:endParaRPr>
                    </a:p>
                  </a:txBody>
                  <a:tcPr marL="32625" marR="32625" marT="16312" marB="16312" anchor="ctr"/>
                </a:tc>
                <a:tc>
                  <a:txBody>
                    <a:bodyPr/>
                    <a:lstStyle/>
                    <a:p>
                      <a:pPr>
                        <a:buNone/>
                      </a:pPr>
                      <a:r>
                        <a:rPr lang="en-US" sz="1400" dirty="0"/>
                        <a:t>Source-level only, includes subjective elements</a:t>
                      </a:r>
                      <a:endParaRPr lang="en-US" sz="1400" dirty="0">
                        <a:latin typeface="Times New Roman" panose="02020603050405020304" pitchFamily="18" charset="0"/>
                        <a:cs typeface="Times New Roman" panose="02020603050405020304" pitchFamily="18" charset="0"/>
                      </a:endParaRPr>
                    </a:p>
                  </a:txBody>
                  <a:tcPr marL="32625" marR="32625" marT="16312" marB="16312" anchor="ctr"/>
                </a:tc>
                <a:extLst>
                  <a:ext uri="{0D108BD9-81ED-4DB2-BD59-A6C34878D82A}">
                    <a16:rowId xmlns:a16="http://schemas.microsoft.com/office/drawing/2014/main" val="1885669435"/>
                  </a:ext>
                </a:extLst>
              </a:tr>
            </a:tbl>
          </a:graphicData>
        </a:graphic>
      </p:graphicFrame>
    </p:spTree>
    <p:extLst>
      <p:ext uri="{BB962C8B-B14F-4D97-AF65-F5344CB8AC3E}">
        <p14:creationId xmlns:p14="http://schemas.microsoft.com/office/powerpoint/2010/main" val="2446844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1533-4BE1-DF5E-D485-BD167C2BD85D}"/>
              </a:ext>
            </a:extLst>
          </p:cNvPr>
          <p:cNvSpPr>
            <a:spLocks noGrp="1"/>
          </p:cNvSpPr>
          <p:nvPr>
            <p:ph type="title"/>
          </p:nvPr>
        </p:nvSpPr>
        <p:spPr>
          <a:xfrm>
            <a:off x="961478" y="809171"/>
            <a:ext cx="10515600" cy="1325563"/>
          </a:xfrm>
        </p:spPr>
        <p:txBody>
          <a:bodyPr spcFirstLastPara="1" wrap="square" lIns="91425" tIns="91425" rIns="91425" bIns="91425" anchor="t" anchorCtr="0">
            <a:normAutofit/>
          </a:bodyPr>
          <a:lstStyle/>
          <a:p>
            <a:r>
              <a:rPr lang="en-IN"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CB024CC5-00AF-876C-F7CA-146754384CB0}"/>
              </a:ext>
            </a:extLst>
          </p:cNvPr>
          <p:cNvSpPr>
            <a:spLocks noGrp="1"/>
          </p:cNvSpPr>
          <p:nvPr>
            <p:ph idx="1"/>
          </p:nvPr>
        </p:nvSpPr>
        <p:spPr>
          <a:xfrm>
            <a:off x="961478" y="1825625"/>
            <a:ext cx="10515600" cy="4351338"/>
          </a:xfrm>
        </p:spPr>
        <p:txBody>
          <a:bodyPr/>
          <a:lstStyle/>
          <a:p>
            <a:pPr marL="0" indent="0">
              <a:spcAft>
                <a:spcPts val="600"/>
              </a:spcAft>
              <a:buNone/>
            </a:pPr>
            <a:r>
              <a:rPr lang="en-US" dirty="0">
                <a:latin typeface="Times New Roman" panose="02020603050405020304" pitchFamily="18" charset="0"/>
                <a:cs typeface="Times New Roman" panose="02020603050405020304" pitchFamily="18" charset="0"/>
              </a:rPr>
              <a:t>Rapidly spreading misinformation on online platforms threatens public trust, informed discourse, and societal stability, while existing detection systems remain limited and biased</a:t>
            </a:r>
            <a:endParaRPr lang="en-IN"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7AEDD597-069C-6254-4A31-D7DF63D85CC8}"/>
              </a:ext>
            </a:extLst>
          </p:cNvPr>
          <p:cNvSpPr txBox="1">
            <a:spLocks/>
          </p:cNvSpPr>
          <p:nvPr/>
        </p:nvSpPr>
        <p:spPr>
          <a:xfrm>
            <a:off x="838133" y="4417516"/>
            <a:ext cx="10289999" cy="1475284"/>
          </a:xfrm>
          <a:prstGeom prst="rect">
            <a:avLst/>
          </a:prstGeom>
          <a:noFill/>
          <a:ln>
            <a:noFill/>
          </a:ln>
        </p:spPr>
        <p:txBody>
          <a:bodyPr spcFirstLastPara="1" vert="horz" wrap="square" lIns="91425" tIns="91425" rIns="91425" bIns="91425" rtlCol="0" anchor="b" anchorCtr="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04800">
              <a:spcBef>
                <a:spcPts val="0"/>
              </a:spcBef>
              <a:spcAft>
                <a:spcPts val="600"/>
              </a:spcAft>
              <a:buClr>
                <a:schemeClr val="dk1"/>
              </a:buClr>
              <a:buSzPts val="2400"/>
              <a:buNone/>
            </a:pPr>
            <a:r>
              <a:rPr lang="en-US" dirty="0">
                <a:solidFill>
                  <a:schemeClr val="dk1"/>
                </a:solidFill>
                <a:latin typeface="Times New Roman" panose="02020603050405020304" pitchFamily="18" charset="0"/>
                <a:cs typeface="Times New Roman" panose="02020603050405020304" pitchFamily="18" charset="0"/>
                <a:sym typeface="Poppins ExtraBold"/>
              </a:rPr>
              <a:t>An AI-powered hybrid system combining automated detection and</a:t>
            </a:r>
          </a:p>
          <a:p>
            <a:pPr marL="457200" indent="-304800">
              <a:spcBef>
                <a:spcPts val="0"/>
              </a:spcBef>
              <a:spcAft>
                <a:spcPts val="600"/>
              </a:spcAft>
              <a:buClr>
                <a:schemeClr val="dk1"/>
              </a:buClr>
              <a:buSzPts val="2400"/>
              <a:buNone/>
            </a:pPr>
            <a:r>
              <a:rPr lang="en-US" dirty="0">
                <a:solidFill>
                  <a:schemeClr val="dk1"/>
                </a:solidFill>
                <a:latin typeface="Times New Roman" panose="02020603050405020304" pitchFamily="18" charset="0"/>
                <a:cs typeface="Times New Roman" panose="02020603050405020304" pitchFamily="18" charset="0"/>
                <a:sym typeface="Poppins ExtraBold"/>
              </a:rPr>
              <a:t>human verification to identify, analyze, and flag misinformation</a:t>
            </a:r>
          </a:p>
          <a:p>
            <a:pPr marL="457200" indent="-304800">
              <a:spcBef>
                <a:spcPts val="0"/>
              </a:spcBef>
              <a:spcAft>
                <a:spcPts val="600"/>
              </a:spcAft>
              <a:buClr>
                <a:schemeClr val="dk1"/>
              </a:buClr>
              <a:buSzPts val="2400"/>
              <a:buNone/>
            </a:pPr>
            <a:r>
              <a:rPr lang="en-US" dirty="0">
                <a:solidFill>
                  <a:schemeClr val="dk1"/>
                </a:solidFill>
                <a:latin typeface="Times New Roman" panose="02020603050405020304" pitchFamily="18" charset="0"/>
                <a:cs typeface="Times New Roman" panose="02020603050405020304" pitchFamily="18" charset="0"/>
                <a:sym typeface="Poppins ExtraBold"/>
              </a:rPr>
              <a:t>across multiple platforms in real time</a:t>
            </a:r>
          </a:p>
        </p:txBody>
      </p:sp>
      <p:sp>
        <p:nvSpPr>
          <p:cNvPr id="4" name="Title 1">
            <a:extLst>
              <a:ext uri="{FF2B5EF4-FFF2-40B4-BE49-F238E27FC236}">
                <a16:creationId xmlns:a16="http://schemas.microsoft.com/office/drawing/2014/main" id="{6891BE23-5392-6EFE-D271-CC47485541BF}"/>
              </a:ext>
            </a:extLst>
          </p:cNvPr>
          <p:cNvSpPr txBox="1">
            <a:spLocks/>
          </p:cNvSpPr>
          <p:nvPr/>
        </p:nvSpPr>
        <p:spPr>
          <a:xfrm>
            <a:off x="961478" y="3284385"/>
            <a:ext cx="10393800" cy="12589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IN" sz="4300" dirty="0">
                <a:latin typeface="Times New Roman" panose="02020603050405020304" pitchFamily="18" charset="0"/>
                <a:cs typeface="Times New Roman" panose="02020603050405020304" pitchFamily="18" charset="0"/>
              </a:rPr>
              <a:t>Proposed Solution</a:t>
            </a:r>
          </a:p>
        </p:txBody>
      </p:sp>
    </p:spTree>
    <p:extLst>
      <p:ext uri="{BB962C8B-B14F-4D97-AF65-F5344CB8AC3E}">
        <p14:creationId xmlns:p14="http://schemas.microsoft.com/office/powerpoint/2010/main" val="2374707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C66CBD-FC59-BE59-2070-B5315E2C8921}"/>
              </a:ext>
            </a:extLst>
          </p:cNvPr>
          <p:cNvSpPr>
            <a:spLocks noGrp="1"/>
          </p:cNvSpPr>
          <p:nvPr>
            <p:ph type="title"/>
          </p:nvPr>
        </p:nvSpPr>
        <p:spPr>
          <a:xfrm>
            <a:off x="838200" y="365125"/>
            <a:ext cx="10515600" cy="1325563"/>
          </a:xfrm>
        </p:spPr>
        <p:txBody>
          <a:bodyPr vert="horz" lIns="91440" tIns="45720" rIns="91440" bIns="45720" rtlCol="0" anchor="ctr">
            <a:normAutofit/>
          </a:bodyPr>
          <a:lstStyle/>
          <a:p>
            <a:pPr>
              <a:spcBef>
                <a:spcPct val="0"/>
              </a:spcBef>
            </a:pPr>
            <a:r>
              <a:rPr lang="en-US" sz="4400" kern="1200" dirty="0">
                <a:solidFill>
                  <a:schemeClr val="tx1"/>
                </a:solidFill>
                <a:latin typeface="+mj-lt"/>
                <a:ea typeface="+mj-ea"/>
                <a:cs typeface="+mj-cs"/>
              </a:rPr>
              <a:t>Objective</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E3E25AA-71BA-D0F6-3993-32491BD06DD7}"/>
              </a:ext>
            </a:extLst>
          </p:cNvPr>
          <p:cNvSpPr>
            <a:spLocks noGrp="1"/>
          </p:cNvSpPr>
          <p:nvPr>
            <p:ph type="subTitle" idx="1"/>
          </p:nvPr>
        </p:nvSpPr>
        <p:spPr>
          <a:xfrm>
            <a:off x="838200" y="1929384"/>
            <a:ext cx="10515600" cy="4251960"/>
          </a:xfrm>
        </p:spPr>
        <p:txBody>
          <a:bodyPr vert="horz" lIns="91440" tIns="45720" rIns="91440" bIns="45720" rtlCol="0">
            <a:normAutofit/>
          </a:bodyPr>
          <a:lstStyle/>
          <a:p>
            <a:pPr marL="514350">
              <a:lnSpc>
                <a:spcPct val="90000"/>
              </a:lnSpc>
              <a:spcAft>
                <a:spcPts val="600"/>
              </a:spcAft>
              <a:buFont typeface="Arial" panose="020B0604020202020204" pitchFamily="34" charset="0"/>
              <a:buChar char="•"/>
            </a:pPr>
            <a:r>
              <a:rPr lang="en-US" sz="2200" b="1"/>
              <a:t>Claim Detection: </a:t>
            </a:r>
            <a:r>
              <a:rPr lang="en-US" sz="2200"/>
              <a:t>Automatically collect and aggregate online content from various sources for analysis</a:t>
            </a:r>
          </a:p>
          <a:p>
            <a:pPr marL="514350">
              <a:lnSpc>
                <a:spcPct val="90000"/>
              </a:lnSpc>
              <a:spcAft>
                <a:spcPts val="600"/>
              </a:spcAft>
              <a:buFont typeface="Arial" panose="020B0604020202020204" pitchFamily="34" charset="0"/>
              <a:buChar char="•"/>
            </a:pPr>
            <a:r>
              <a:rPr lang="en-US" sz="2200" b="1"/>
              <a:t>Claim Verification: </a:t>
            </a:r>
            <a:r>
              <a:rPr lang="en-US" sz="2200"/>
              <a:t>Detect and flag potential misinformation using AI-driven techniques.</a:t>
            </a:r>
          </a:p>
          <a:p>
            <a:pPr marL="514350">
              <a:lnSpc>
                <a:spcPct val="90000"/>
              </a:lnSpc>
              <a:spcAft>
                <a:spcPts val="600"/>
              </a:spcAft>
              <a:buFont typeface="Arial" panose="020B0604020202020204" pitchFamily="34" charset="0"/>
              <a:buChar char="•"/>
            </a:pPr>
            <a:r>
              <a:rPr lang="en-US" sz="2200" b="1"/>
              <a:t>Enhance Coverage:</a:t>
            </a:r>
            <a:r>
              <a:rPr lang="en-US" sz="2200"/>
              <a:t> Extend detection capabilities to rural and low-resource linguistic contexts through multilingual NLP models </a:t>
            </a:r>
          </a:p>
          <a:p>
            <a:pPr marL="514350">
              <a:lnSpc>
                <a:spcPct val="90000"/>
              </a:lnSpc>
              <a:spcAft>
                <a:spcPts val="600"/>
              </a:spcAft>
              <a:buFont typeface="Arial" panose="020B0604020202020204" pitchFamily="34" charset="0"/>
              <a:buChar char="•"/>
            </a:pPr>
            <a:r>
              <a:rPr lang="en-US" sz="2200" b="1"/>
              <a:t>Hybrid Verification:</a:t>
            </a:r>
            <a:r>
              <a:rPr lang="en-US" sz="2200"/>
              <a:t> Combine </a:t>
            </a:r>
            <a:r>
              <a:rPr lang="en-US" sz="2200" b="1"/>
              <a:t>automated AI checks</a:t>
            </a:r>
            <a:r>
              <a:rPr lang="en-US" sz="2200"/>
              <a:t> with </a:t>
            </a:r>
            <a:r>
              <a:rPr lang="en-US" sz="2200" b="1"/>
              <a:t>community-driven fact-checking</a:t>
            </a:r>
            <a:r>
              <a:rPr lang="en-US" sz="2200"/>
              <a:t> to increase contextual accuracy and adaptability.</a:t>
            </a:r>
          </a:p>
          <a:p>
            <a:pPr marL="514350">
              <a:lnSpc>
                <a:spcPct val="90000"/>
              </a:lnSpc>
              <a:spcAft>
                <a:spcPts val="600"/>
              </a:spcAft>
              <a:buFont typeface="Arial" panose="020B0604020202020204" pitchFamily="34" charset="0"/>
              <a:buChar char="•"/>
            </a:pPr>
            <a:r>
              <a:rPr lang="en-US" sz="2200" b="1"/>
              <a:t>Human-in-the-Loop:</a:t>
            </a:r>
            <a:r>
              <a:rPr lang="en-US" sz="2200"/>
              <a:t> Involve verified local fact-checkers for complex or ambiguous cases, ensuring reliability and cultural relevance.</a:t>
            </a:r>
          </a:p>
          <a:p>
            <a:pPr marL="0">
              <a:lnSpc>
                <a:spcPct val="90000"/>
              </a:lnSpc>
              <a:spcAft>
                <a:spcPts val="600"/>
              </a:spcAft>
              <a:buFont typeface="Arial" panose="020B0604020202020204" pitchFamily="34" charset="0"/>
              <a:buChar char="•"/>
            </a:pPr>
            <a:endParaRPr lang="en-US" sz="2200"/>
          </a:p>
        </p:txBody>
      </p:sp>
    </p:spTree>
    <p:extLst>
      <p:ext uri="{BB962C8B-B14F-4D97-AF65-F5344CB8AC3E}">
        <p14:creationId xmlns:p14="http://schemas.microsoft.com/office/powerpoint/2010/main" val="3547097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C2C796-D371-7EE6-056A-4956DC25840D}"/>
              </a:ext>
            </a:extLst>
          </p:cNvPr>
          <p:cNvSpPr>
            <a:spLocks noGrp="1"/>
          </p:cNvSpPr>
          <p:nvPr>
            <p:ph type="title"/>
          </p:nvPr>
        </p:nvSpPr>
        <p:spPr>
          <a:xfrm>
            <a:off x="838200" y="365125"/>
            <a:ext cx="10515600" cy="1325563"/>
          </a:xfrm>
        </p:spPr>
        <p:txBody>
          <a:bodyPr>
            <a:normAutofit/>
          </a:bodyPr>
          <a:lstStyle/>
          <a:p>
            <a:r>
              <a:rPr lang="en-IN" dirty="0"/>
              <a:t>Proposed Methodology</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61A5D3E3-36EF-8D0D-6585-446CE1788012}"/>
              </a:ext>
            </a:extLst>
          </p:cNvPr>
          <p:cNvGraphicFramePr>
            <a:graphicFrameLocks noGrp="1"/>
          </p:cNvGraphicFramePr>
          <p:nvPr>
            <p:ph idx="1"/>
            <p:extLst>
              <p:ext uri="{D42A27DB-BD31-4B8C-83A1-F6EECF244321}">
                <p14:modId xmlns:p14="http://schemas.microsoft.com/office/powerpoint/2010/main" val="2854845812"/>
              </p:ext>
            </p:extLst>
          </p:nvPr>
        </p:nvGraphicFramePr>
        <p:xfrm>
          <a:off x="838200" y="2417756"/>
          <a:ext cx="10515601" cy="3569544"/>
        </p:xfrm>
        <a:graphic>
          <a:graphicData uri="http://schemas.openxmlformats.org/drawingml/2006/table">
            <a:tbl>
              <a:tblPr>
                <a:tableStyleId>{9DCAF9ED-07DC-4A11-8D7F-57B35C25682E}</a:tableStyleId>
              </a:tblPr>
              <a:tblGrid>
                <a:gridCol w="5190959">
                  <a:extLst>
                    <a:ext uri="{9D8B030D-6E8A-4147-A177-3AD203B41FA5}">
                      <a16:colId xmlns:a16="http://schemas.microsoft.com/office/drawing/2014/main" val="3459611056"/>
                    </a:ext>
                  </a:extLst>
                </a:gridCol>
                <a:gridCol w="5324642">
                  <a:extLst>
                    <a:ext uri="{9D8B030D-6E8A-4147-A177-3AD203B41FA5}">
                      <a16:colId xmlns:a16="http://schemas.microsoft.com/office/drawing/2014/main" val="3735018999"/>
                    </a:ext>
                  </a:extLst>
                </a:gridCol>
              </a:tblGrid>
              <a:tr h="351518">
                <a:tc>
                  <a:txBody>
                    <a:bodyPr/>
                    <a:lstStyle/>
                    <a:p>
                      <a:pPr>
                        <a:buNone/>
                      </a:pPr>
                      <a:r>
                        <a:rPr lang="en-IN" sz="1600" b="1"/>
                        <a:t>Layer</a:t>
                      </a:r>
                      <a:endParaRPr lang="en-IN" sz="1600">
                        <a:latin typeface="Times New Roman" panose="02020603050405020304" pitchFamily="18" charset="0"/>
                        <a:cs typeface="Times New Roman" panose="02020603050405020304" pitchFamily="18" charset="0"/>
                      </a:endParaRPr>
                    </a:p>
                  </a:txBody>
                  <a:tcPr marL="71600" marR="71600" marT="35800" marB="35800" anchor="ctr"/>
                </a:tc>
                <a:tc>
                  <a:txBody>
                    <a:bodyPr/>
                    <a:lstStyle/>
                    <a:p>
                      <a:pPr>
                        <a:buNone/>
                      </a:pPr>
                      <a:r>
                        <a:rPr lang="en-IN" sz="1600" b="1"/>
                        <a:t>Description</a:t>
                      </a:r>
                      <a:endParaRPr lang="en-IN" sz="1600">
                        <a:latin typeface="Times New Roman" panose="02020603050405020304" pitchFamily="18" charset="0"/>
                        <a:cs typeface="Times New Roman" panose="02020603050405020304" pitchFamily="18" charset="0"/>
                      </a:endParaRPr>
                    </a:p>
                  </a:txBody>
                  <a:tcPr marL="71600" marR="71600" marT="35800" marB="35800" anchor="ctr"/>
                </a:tc>
                <a:extLst>
                  <a:ext uri="{0D108BD9-81ED-4DB2-BD59-A6C34878D82A}">
                    <a16:rowId xmlns:a16="http://schemas.microsoft.com/office/drawing/2014/main" val="2570652518"/>
                  </a:ext>
                </a:extLst>
              </a:tr>
              <a:tr h="594924">
                <a:tc>
                  <a:txBody>
                    <a:bodyPr/>
                    <a:lstStyle/>
                    <a:p>
                      <a:pPr>
                        <a:buNone/>
                      </a:pPr>
                      <a:r>
                        <a:rPr lang="en-IN" sz="1600" b="1" dirty="0"/>
                        <a:t>Website (Frontend)</a:t>
                      </a:r>
                      <a:endParaRPr lang="en-IN" sz="1600" dirty="0">
                        <a:latin typeface="Times New Roman" panose="02020603050405020304" pitchFamily="18" charset="0"/>
                        <a:cs typeface="Times New Roman" panose="02020603050405020304" pitchFamily="18" charset="0"/>
                      </a:endParaRPr>
                    </a:p>
                  </a:txBody>
                  <a:tcPr marL="71600" marR="71600" marT="35800" marB="35800" anchor="ctr"/>
                </a:tc>
                <a:tc>
                  <a:txBody>
                    <a:bodyPr/>
                    <a:lstStyle/>
                    <a:p>
                      <a:pPr>
                        <a:buNone/>
                      </a:pPr>
                      <a:r>
                        <a:rPr lang="en-US" sz="1600" dirty="0"/>
                        <a:t>Provides real-time credibility results through an interactive interface.</a:t>
                      </a:r>
                      <a:endParaRPr lang="en-US" sz="1600" dirty="0">
                        <a:latin typeface="Times New Roman" panose="02020603050405020304" pitchFamily="18" charset="0"/>
                        <a:cs typeface="Times New Roman" panose="02020603050405020304" pitchFamily="18" charset="0"/>
                      </a:endParaRPr>
                    </a:p>
                  </a:txBody>
                  <a:tcPr marL="71600" marR="71600" marT="35800" marB="35800" anchor="ctr"/>
                </a:tc>
                <a:extLst>
                  <a:ext uri="{0D108BD9-81ED-4DB2-BD59-A6C34878D82A}">
                    <a16:rowId xmlns:a16="http://schemas.microsoft.com/office/drawing/2014/main" val="3367182435"/>
                  </a:ext>
                </a:extLst>
              </a:tr>
              <a:tr h="838330">
                <a:tc>
                  <a:txBody>
                    <a:bodyPr/>
                    <a:lstStyle/>
                    <a:p>
                      <a:pPr>
                        <a:buNone/>
                      </a:pPr>
                      <a:r>
                        <a:rPr lang="en-IN" sz="1600" b="1" dirty="0"/>
                        <a:t>Local Processing (Client-Side)</a:t>
                      </a:r>
                      <a:endParaRPr lang="en-IN" sz="1600" dirty="0">
                        <a:latin typeface="Times New Roman" panose="02020603050405020304" pitchFamily="18" charset="0"/>
                        <a:cs typeface="Times New Roman" panose="02020603050405020304" pitchFamily="18" charset="0"/>
                      </a:endParaRPr>
                    </a:p>
                  </a:txBody>
                  <a:tcPr marL="71600" marR="71600" marT="35800" marB="35800" anchor="ctr"/>
                </a:tc>
                <a:tc>
                  <a:txBody>
                    <a:bodyPr/>
                    <a:lstStyle/>
                    <a:p>
                      <a:pPr>
                        <a:buNone/>
                      </a:pPr>
                      <a:r>
                        <a:rPr lang="en-US" sz="1600" dirty="0"/>
                        <a:t>Performs preprocessing and feature extraction before sending data to the backend </a:t>
                      </a:r>
                      <a:endParaRPr lang="en-US" sz="1600" dirty="0">
                        <a:latin typeface="Times New Roman" panose="02020603050405020304" pitchFamily="18" charset="0"/>
                        <a:cs typeface="Times New Roman" panose="02020603050405020304" pitchFamily="18" charset="0"/>
                      </a:endParaRPr>
                    </a:p>
                  </a:txBody>
                  <a:tcPr marL="71600" marR="71600" marT="35800" marB="35800" anchor="ctr"/>
                </a:tc>
                <a:extLst>
                  <a:ext uri="{0D108BD9-81ED-4DB2-BD59-A6C34878D82A}">
                    <a16:rowId xmlns:a16="http://schemas.microsoft.com/office/drawing/2014/main" val="3919301077"/>
                  </a:ext>
                </a:extLst>
              </a:tr>
              <a:tr h="594924">
                <a:tc>
                  <a:txBody>
                    <a:bodyPr/>
                    <a:lstStyle/>
                    <a:p>
                      <a:pPr>
                        <a:buNone/>
                      </a:pPr>
                      <a:r>
                        <a:rPr lang="en-IN" sz="1600" b="1" dirty="0"/>
                        <a:t>Backend API (NodeJS)</a:t>
                      </a:r>
                      <a:endParaRPr lang="en-IN" sz="1600" dirty="0">
                        <a:latin typeface="Times New Roman" panose="02020603050405020304" pitchFamily="18" charset="0"/>
                        <a:cs typeface="Times New Roman" panose="02020603050405020304" pitchFamily="18" charset="0"/>
                      </a:endParaRPr>
                    </a:p>
                  </a:txBody>
                  <a:tcPr marL="71600" marR="71600" marT="35800" marB="35800" anchor="ctr"/>
                </a:tc>
                <a:tc>
                  <a:txBody>
                    <a:bodyPr/>
                    <a:lstStyle/>
                    <a:p>
                      <a:pPr>
                        <a:buNone/>
                      </a:pPr>
                      <a:r>
                        <a:rPr lang="en-US" sz="1600" dirty="0"/>
                        <a:t>Orchestrating the flow between NLP analysis, verification, and fact-checking APIs.</a:t>
                      </a:r>
                      <a:endParaRPr lang="en-US" sz="1600" dirty="0">
                        <a:latin typeface="Times New Roman" panose="02020603050405020304" pitchFamily="18" charset="0"/>
                        <a:cs typeface="Times New Roman" panose="02020603050405020304" pitchFamily="18" charset="0"/>
                      </a:endParaRPr>
                    </a:p>
                  </a:txBody>
                  <a:tcPr marL="71600" marR="71600" marT="35800" marB="35800" anchor="ctr"/>
                </a:tc>
                <a:extLst>
                  <a:ext uri="{0D108BD9-81ED-4DB2-BD59-A6C34878D82A}">
                    <a16:rowId xmlns:a16="http://schemas.microsoft.com/office/drawing/2014/main" val="1020448339"/>
                  </a:ext>
                </a:extLst>
              </a:tr>
              <a:tr h="594924">
                <a:tc>
                  <a:txBody>
                    <a:bodyPr/>
                    <a:lstStyle/>
                    <a:p>
                      <a:pPr>
                        <a:buNone/>
                      </a:pPr>
                      <a:r>
                        <a:rPr lang="en-IN" sz="1600" b="1" dirty="0"/>
                        <a:t>Fact-Checking </a:t>
                      </a:r>
                      <a:endParaRPr lang="en-IN" sz="1600" dirty="0">
                        <a:latin typeface="Times New Roman" panose="02020603050405020304" pitchFamily="18" charset="0"/>
                        <a:cs typeface="Times New Roman" panose="02020603050405020304" pitchFamily="18" charset="0"/>
                      </a:endParaRPr>
                    </a:p>
                  </a:txBody>
                  <a:tcPr marL="71600" marR="71600" marT="35800" marB="35800" anchor="ctr"/>
                </a:tc>
                <a:tc>
                  <a:txBody>
                    <a:bodyPr/>
                    <a:lstStyle/>
                    <a:p>
                      <a:pPr>
                        <a:buNone/>
                      </a:pPr>
                      <a:r>
                        <a:rPr lang="en-IN" sz="1600" dirty="0"/>
                        <a:t>Includes multilingual NLP and community-driven fact-checkers for localized insights.</a:t>
                      </a:r>
                      <a:endParaRPr lang="en-IN" sz="1600" dirty="0">
                        <a:latin typeface="Times New Roman" panose="02020603050405020304" pitchFamily="18" charset="0"/>
                        <a:cs typeface="Times New Roman" panose="02020603050405020304" pitchFamily="18" charset="0"/>
                      </a:endParaRPr>
                    </a:p>
                  </a:txBody>
                  <a:tcPr marL="71600" marR="71600" marT="35800" marB="35800" anchor="ctr"/>
                </a:tc>
                <a:extLst>
                  <a:ext uri="{0D108BD9-81ED-4DB2-BD59-A6C34878D82A}">
                    <a16:rowId xmlns:a16="http://schemas.microsoft.com/office/drawing/2014/main" val="1201680907"/>
                  </a:ext>
                </a:extLst>
              </a:tr>
              <a:tr h="594924">
                <a:tc>
                  <a:txBody>
                    <a:bodyPr/>
                    <a:lstStyle/>
                    <a:p>
                      <a:pPr>
                        <a:buNone/>
                      </a:pPr>
                      <a:r>
                        <a:rPr lang="en-IN" sz="1600" b="1"/>
                        <a:t>Result Aggregation Layer</a:t>
                      </a:r>
                      <a:endParaRPr lang="en-IN" sz="1600">
                        <a:latin typeface="Times New Roman" panose="02020603050405020304" pitchFamily="18" charset="0"/>
                        <a:cs typeface="Times New Roman" panose="02020603050405020304" pitchFamily="18" charset="0"/>
                      </a:endParaRPr>
                    </a:p>
                  </a:txBody>
                  <a:tcPr marL="71600" marR="71600" marT="35800" marB="35800" anchor="ctr"/>
                </a:tc>
                <a:tc>
                  <a:txBody>
                    <a:bodyPr/>
                    <a:lstStyle/>
                    <a:p>
                      <a:pPr>
                        <a:buNone/>
                      </a:pPr>
                      <a:r>
                        <a:rPr lang="en-US" sz="1600" dirty="0"/>
                        <a:t>Aggregates results from multiple sources to generate a credibility score and explanation for user understanding.</a:t>
                      </a:r>
                      <a:endParaRPr lang="en-US" sz="1600" dirty="0">
                        <a:latin typeface="Times New Roman" panose="02020603050405020304" pitchFamily="18" charset="0"/>
                        <a:cs typeface="Times New Roman" panose="02020603050405020304" pitchFamily="18" charset="0"/>
                      </a:endParaRPr>
                    </a:p>
                  </a:txBody>
                  <a:tcPr marL="71600" marR="71600" marT="35800" marB="35800" anchor="ctr"/>
                </a:tc>
                <a:extLst>
                  <a:ext uri="{0D108BD9-81ED-4DB2-BD59-A6C34878D82A}">
                    <a16:rowId xmlns:a16="http://schemas.microsoft.com/office/drawing/2014/main" val="2293652624"/>
                  </a:ext>
                </a:extLst>
              </a:tr>
            </a:tbl>
          </a:graphicData>
        </a:graphic>
      </p:graphicFrame>
    </p:spTree>
    <p:extLst>
      <p:ext uri="{BB962C8B-B14F-4D97-AF65-F5344CB8AC3E}">
        <p14:creationId xmlns:p14="http://schemas.microsoft.com/office/powerpoint/2010/main" val="1077724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15EC74-2801-980E-B449-A2982FA8F9EB}"/>
              </a:ext>
            </a:extLst>
          </p:cNvPr>
          <p:cNvSpPr>
            <a:spLocks noGrp="1"/>
          </p:cNvSpPr>
          <p:nvPr>
            <p:ph type="title"/>
          </p:nvPr>
        </p:nvSpPr>
        <p:spPr>
          <a:xfrm>
            <a:off x="838200" y="365125"/>
            <a:ext cx="10515600" cy="1325563"/>
          </a:xfrm>
        </p:spPr>
        <p:txBody>
          <a:bodyPr>
            <a:normAutofit/>
          </a:bodyPr>
          <a:lstStyle/>
          <a:p>
            <a:r>
              <a:rPr lang="en-US" dirty="0">
                <a:latin typeface="Times New Roman" panose="02020603050405020304" pitchFamily="18" charset="0"/>
                <a:cs typeface="Times New Roman" panose="02020603050405020304" pitchFamily="18" charset="0"/>
              </a:rPr>
              <a:t>Workflow</a:t>
            </a:r>
            <a:endParaRPr lang="en-IN" dirty="0">
              <a:latin typeface="Times New Roman" panose="02020603050405020304" pitchFamily="18" charset="0"/>
              <a:cs typeface="Times New Roman" panose="02020603050405020304" pitchFamily="18" charset="0"/>
            </a:endParaRPr>
          </a:p>
        </p:txBody>
      </p:sp>
      <p:sp>
        <p:nvSpPr>
          <p:cNvPr id="12"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5">
            <a:extLst>
              <a:ext uri="{FF2B5EF4-FFF2-40B4-BE49-F238E27FC236}">
                <a16:creationId xmlns:a16="http://schemas.microsoft.com/office/drawing/2014/main" id="{8A74883E-3B60-B996-03E7-33CBF61DE8B9}"/>
              </a:ext>
            </a:extLst>
          </p:cNvPr>
          <p:cNvGraphicFramePr>
            <a:graphicFrameLocks noGrp="1"/>
          </p:cNvGraphicFramePr>
          <p:nvPr>
            <p:ph idx="1"/>
            <p:extLst>
              <p:ext uri="{D42A27DB-BD31-4B8C-83A1-F6EECF244321}">
                <p14:modId xmlns:p14="http://schemas.microsoft.com/office/powerpoint/2010/main" val="3268167688"/>
              </p:ext>
            </p:extLst>
          </p:nvPr>
        </p:nvGraphicFramePr>
        <p:xfrm>
          <a:off x="1082040" y="4414828"/>
          <a:ext cx="4616395" cy="16271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7">
            <a:extLst>
              <a:ext uri="{FF2B5EF4-FFF2-40B4-BE49-F238E27FC236}">
                <a16:creationId xmlns:a16="http://schemas.microsoft.com/office/drawing/2014/main" id="{70E3EEB0-1827-FA1F-4026-ECDD487A663A}"/>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291148" y="2220686"/>
            <a:ext cx="9068659" cy="4272189"/>
          </a:xfrm>
          <a:prstGeom prst="rect">
            <a:avLst/>
          </a:prstGeom>
        </p:spPr>
      </p:pic>
    </p:spTree>
    <p:extLst>
      <p:ext uri="{BB962C8B-B14F-4D97-AF65-F5344CB8AC3E}">
        <p14:creationId xmlns:p14="http://schemas.microsoft.com/office/powerpoint/2010/main" val="36719655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8886A6-5426-494B-96D8-D962D2BA08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A3ED336-C09E-46E8-9774-B977D15FC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52347"/>
            <a:ext cx="12191999" cy="6105653"/>
          </a:xfrm>
          <a:custGeom>
            <a:avLst/>
            <a:gdLst>
              <a:gd name="connsiteX0" fmla="*/ 7538181 w 12191999"/>
              <a:gd name="connsiteY0" fmla="*/ 484 h 6105653"/>
              <a:gd name="connsiteX1" fmla="*/ 7569993 w 12191999"/>
              <a:gd name="connsiteY1" fmla="*/ 5527 h 6105653"/>
              <a:gd name="connsiteX2" fmla="*/ 7587853 w 12191999"/>
              <a:gd name="connsiteY2" fmla="*/ 84028 h 6105653"/>
              <a:gd name="connsiteX3" fmla="*/ 7559278 w 12191999"/>
              <a:gd name="connsiteY3" fmla="*/ 325347 h 6105653"/>
              <a:gd name="connsiteX4" fmla="*/ 7795021 w 12191999"/>
              <a:gd name="connsiteY4" fmla="*/ 25878 h 6105653"/>
              <a:gd name="connsiteX5" fmla="*/ 7759302 w 12191999"/>
              <a:gd name="connsiteY5" fmla="*/ 249752 h 6105653"/>
              <a:gd name="connsiteX6" fmla="*/ 7852171 w 12191999"/>
              <a:gd name="connsiteY6" fmla="*/ 313717 h 6105653"/>
              <a:gd name="connsiteX7" fmla="*/ 8002190 w 12191999"/>
              <a:gd name="connsiteY7" fmla="*/ 418385 h 6105653"/>
              <a:gd name="connsiteX8" fmla="*/ 8084343 w 12191999"/>
              <a:gd name="connsiteY8" fmla="*/ 491072 h 6105653"/>
              <a:gd name="connsiteX9" fmla="*/ 8348662 w 12191999"/>
              <a:gd name="connsiteY9" fmla="*/ 520146 h 6105653"/>
              <a:gd name="connsiteX10" fmla="*/ 8637984 w 12191999"/>
              <a:gd name="connsiteY10" fmla="*/ 459090 h 6105653"/>
              <a:gd name="connsiteX11" fmla="*/ 8784431 w 12191999"/>
              <a:gd name="connsiteY11" fmla="*/ 290457 h 6105653"/>
              <a:gd name="connsiteX12" fmla="*/ 8948737 w 12191999"/>
              <a:gd name="connsiteY12" fmla="*/ 339884 h 6105653"/>
              <a:gd name="connsiteX13" fmla="*/ 8848725 w 12191999"/>
              <a:gd name="connsiteY13" fmla="*/ 697501 h 6105653"/>
              <a:gd name="connsiteX14" fmla="*/ 9238059 w 12191999"/>
              <a:gd name="connsiteY14" fmla="*/ 165437 h 6105653"/>
              <a:gd name="connsiteX15" fmla="*/ 9255919 w 12191999"/>
              <a:gd name="connsiteY15" fmla="*/ 255567 h 6105653"/>
              <a:gd name="connsiteX16" fmla="*/ 9477374 w 12191999"/>
              <a:gd name="connsiteY16" fmla="*/ 578295 h 6105653"/>
              <a:gd name="connsiteX17" fmla="*/ 9488091 w 12191999"/>
              <a:gd name="connsiteY17" fmla="*/ 595740 h 6105653"/>
              <a:gd name="connsiteX18" fmla="*/ 9627393 w 12191999"/>
              <a:gd name="connsiteY18" fmla="*/ 650981 h 6105653"/>
              <a:gd name="connsiteX19" fmla="*/ 9648824 w 12191999"/>
              <a:gd name="connsiteY19" fmla="*/ 825429 h 6105653"/>
              <a:gd name="connsiteX20" fmla="*/ 9616678 w 12191999"/>
              <a:gd name="connsiteY20" fmla="*/ 970802 h 6105653"/>
              <a:gd name="connsiteX21" fmla="*/ 9655968 w 12191999"/>
              <a:gd name="connsiteY21" fmla="*/ 1127805 h 6105653"/>
              <a:gd name="connsiteX22" fmla="*/ 9638109 w 12191999"/>
              <a:gd name="connsiteY22" fmla="*/ 1267362 h 6105653"/>
              <a:gd name="connsiteX23" fmla="*/ 9663111 w 12191999"/>
              <a:gd name="connsiteY23" fmla="*/ 1386568 h 6105653"/>
              <a:gd name="connsiteX24" fmla="*/ 9780984 w 12191999"/>
              <a:gd name="connsiteY24" fmla="*/ 1270269 h 6105653"/>
              <a:gd name="connsiteX25" fmla="*/ 9780984 w 12191999"/>
              <a:gd name="connsiteY25" fmla="*/ 1107452 h 6105653"/>
              <a:gd name="connsiteX26" fmla="*/ 9855993 w 12191999"/>
              <a:gd name="connsiteY26" fmla="*/ 991154 h 6105653"/>
              <a:gd name="connsiteX27" fmla="*/ 9991724 w 12191999"/>
              <a:gd name="connsiteY27" fmla="*/ 880670 h 6105653"/>
              <a:gd name="connsiteX28" fmla="*/ 10209609 w 12191999"/>
              <a:gd name="connsiteY28" fmla="*/ 491071 h 6105653"/>
              <a:gd name="connsiteX29" fmla="*/ 10291762 w 12191999"/>
              <a:gd name="connsiteY29" fmla="*/ 421292 h 6105653"/>
              <a:gd name="connsiteX30" fmla="*/ 9973865 w 12191999"/>
              <a:gd name="connsiteY30" fmla="*/ 1531941 h 6105653"/>
              <a:gd name="connsiteX31" fmla="*/ 10106024 w 12191999"/>
              <a:gd name="connsiteY31" fmla="*/ 1188861 h 6105653"/>
              <a:gd name="connsiteX32" fmla="*/ 10081022 w 12191999"/>
              <a:gd name="connsiteY32" fmla="*/ 1421458 h 6105653"/>
              <a:gd name="connsiteX33" fmla="*/ 10170318 w 12191999"/>
              <a:gd name="connsiteY33" fmla="*/ 1549385 h 6105653"/>
              <a:gd name="connsiteX34" fmla="*/ 10198893 w 12191999"/>
              <a:gd name="connsiteY34" fmla="*/ 1549385 h 6105653"/>
              <a:gd name="connsiteX35" fmla="*/ 10281046 w 12191999"/>
              <a:gd name="connsiteY35" fmla="*/ 1453439 h 6105653"/>
              <a:gd name="connsiteX36" fmla="*/ 10334625 w 12191999"/>
              <a:gd name="connsiteY36" fmla="*/ 1398198 h 6105653"/>
              <a:gd name="connsiteX37" fmla="*/ 10527506 w 12191999"/>
              <a:gd name="connsiteY37" fmla="*/ 1247010 h 6105653"/>
              <a:gd name="connsiteX38" fmla="*/ 10548937 w 12191999"/>
              <a:gd name="connsiteY38" fmla="*/ 1354586 h 6105653"/>
              <a:gd name="connsiteX39" fmla="*/ 10588228 w 12191999"/>
              <a:gd name="connsiteY39" fmla="*/ 1395290 h 6105653"/>
              <a:gd name="connsiteX40" fmla="*/ 10645378 w 12191999"/>
              <a:gd name="connsiteY40" fmla="*/ 1366216 h 6105653"/>
              <a:gd name="connsiteX41" fmla="*/ 10820400 w 12191999"/>
              <a:gd name="connsiteY41" fmla="*/ 1031858 h 6105653"/>
              <a:gd name="connsiteX42" fmla="*/ 10956131 w 12191999"/>
              <a:gd name="connsiteY42" fmla="*/ 1005691 h 6105653"/>
              <a:gd name="connsiteX43" fmla="*/ 10977562 w 12191999"/>
              <a:gd name="connsiteY43" fmla="*/ 1069655 h 6105653"/>
              <a:gd name="connsiteX44" fmla="*/ 10966847 w 12191999"/>
              <a:gd name="connsiteY44" fmla="*/ 1142341 h 6105653"/>
              <a:gd name="connsiteX45" fmla="*/ 11074003 w 12191999"/>
              <a:gd name="connsiteY45" fmla="*/ 1084192 h 6105653"/>
              <a:gd name="connsiteX46" fmla="*/ 11181159 w 12191999"/>
              <a:gd name="connsiteY46" fmla="*/ 848688 h 6105653"/>
              <a:gd name="connsiteX47" fmla="*/ 11238309 w 12191999"/>
              <a:gd name="connsiteY47" fmla="*/ 805077 h 6105653"/>
              <a:gd name="connsiteX48" fmla="*/ 11266884 w 12191999"/>
              <a:gd name="connsiteY48" fmla="*/ 863226 h 6105653"/>
              <a:gd name="connsiteX49" fmla="*/ 11277600 w 12191999"/>
              <a:gd name="connsiteY49" fmla="*/ 906838 h 6105653"/>
              <a:gd name="connsiteX50" fmla="*/ 11724084 w 12191999"/>
              <a:gd name="connsiteY50" fmla="*/ 5527 h 6105653"/>
              <a:gd name="connsiteX51" fmla="*/ 11727656 w 12191999"/>
              <a:gd name="connsiteY51" fmla="*/ 209048 h 6105653"/>
              <a:gd name="connsiteX52" fmla="*/ 11656218 w 12191999"/>
              <a:gd name="connsiteY52" fmla="*/ 409663 h 6105653"/>
              <a:gd name="connsiteX53" fmla="*/ 11666934 w 12191999"/>
              <a:gd name="connsiteY53" fmla="*/ 621907 h 6105653"/>
              <a:gd name="connsiteX54" fmla="*/ 11631215 w 12191999"/>
              <a:gd name="connsiteY54" fmla="*/ 822521 h 6105653"/>
              <a:gd name="connsiteX55" fmla="*/ 11631215 w 12191999"/>
              <a:gd name="connsiteY55" fmla="*/ 996969 h 6105653"/>
              <a:gd name="connsiteX56" fmla="*/ 11684793 w 12191999"/>
              <a:gd name="connsiteY56" fmla="*/ 834151 h 6105653"/>
              <a:gd name="connsiteX57" fmla="*/ 11774090 w 12191999"/>
              <a:gd name="connsiteY57" fmla="*/ 773095 h 6105653"/>
              <a:gd name="connsiteX58" fmla="*/ 11856243 w 12191999"/>
              <a:gd name="connsiteY58" fmla="*/ 793447 h 6105653"/>
              <a:gd name="connsiteX59" fmla="*/ 11831240 w 12191999"/>
              <a:gd name="connsiteY59" fmla="*/ 860319 h 6105653"/>
              <a:gd name="connsiteX60" fmla="*/ 11738371 w 12191999"/>
              <a:gd name="connsiteY60" fmla="*/ 938820 h 6105653"/>
              <a:gd name="connsiteX61" fmla="*/ 11795521 w 12191999"/>
              <a:gd name="connsiteY61" fmla="*/ 956264 h 6105653"/>
              <a:gd name="connsiteX62" fmla="*/ 11838384 w 12191999"/>
              <a:gd name="connsiteY62" fmla="*/ 1002784 h 6105653"/>
              <a:gd name="connsiteX63" fmla="*/ 11816952 w 12191999"/>
              <a:gd name="connsiteY63" fmla="*/ 1270269 h 6105653"/>
              <a:gd name="connsiteX64" fmla="*/ 11999118 w 12191999"/>
              <a:gd name="connsiteY64" fmla="*/ 1092915 h 6105653"/>
              <a:gd name="connsiteX65" fmla="*/ 12027693 w 12191999"/>
              <a:gd name="connsiteY65" fmla="*/ 979524 h 6105653"/>
              <a:gd name="connsiteX66" fmla="*/ 12102703 w 12191999"/>
              <a:gd name="connsiteY66" fmla="*/ 953357 h 6105653"/>
              <a:gd name="connsiteX67" fmla="*/ 12120562 w 12191999"/>
              <a:gd name="connsiteY67" fmla="*/ 1005691 h 6105653"/>
              <a:gd name="connsiteX68" fmla="*/ 12056268 w 12191999"/>
              <a:gd name="connsiteY68" fmla="*/ 1267362 h 6105653"/>
              <a:gd name="connsiteX69" fmla="*/ 12081272 w 12191999"/>
              <a:gd name="connsiteY69" fmla="*/ 1310974 h 6105653"/>
              <a:gd name="connsiteX70" fmla="*/ 12191999 w 12191999"/>
              <a:gd name="connsiteY70" fmla="*/ 1008598 h 6105653"/>
              <a:gd name="connsiteX71" fmla="*/ 12191999 w 12191999"/>
              <a:gd name="connsiteY71" fmla="*/ 6105653 h 6105653"/>
              <a:gd name="connsiteX72" fmla="*/ 0 w 12191999"/>
              <a:gd name="connsiteY72" fmla="*/ 6105653 h 6105653"/>
              <a:gd name="connsiteX73" fmla="*/ 0 w 12191999"/>
              <a:gd name="connsiteY73" fmla="*/ 927116 h 6105653"/>
              <a:gd name="connsiteX74" fmla="*/ 61930 w 12191999"/>
              <a:gd name="connsiteY74" fmla="*/ 902578 h 6105653"/>
              <a:gd name="connsiteX75" fmla="*/ 155971 w 12191999"/>
              <a:gd name="connsiteY75" fmla="*/ 883588 h 6105653"/>
              <a:gd name="connsiteX76" fmla="*/ 277414 w 12191999"/>
              <a:gd name="connsiteY76" fmla="*/ 802179 h 6105653"/>
              <a:gd name="connsiteX77" fmla="*/ 638174 w 12191999"/>
              <a:gd name="connsiteY77" fmla="*/ 430025 h 6105653"/>
              <a:gd name="connsiteX78" fmla="*/ 477440 w 12191999"/>
              <a:gd name="connsiteY78" fmla="*/ 784735 h 6105653"/>
              <a:gd name="connsiteX79" fmla="*/ 827483 w 12191999"/>
              <a:gd name="connsiteY79" fmla="*/ 418395 h 6105653"/>
              <a:gd name="connsiteX80" fmla="*/ 956071 w 12191999"/>
              <a:gd name="connsiteY80" fmla="*/ 241040 h 6105653"/>
              <a:gd name="connsiteX81" fmla="*/ 999268 w 12191999"/>
              <a:gd name="connsiteY81" fmla="*/ 192386 h 6105653"/>
              <a:gd name="connsiteX82" fmla="*/ 1031080 w 12191999"/>
              <a:gd name="connsiteY82" fmla="*/ 197429 h 6105653"/>
              <a:gd name="connsiteX83" fmla="*/ 1048940 w 12191999"/>
              <a:gd name="connsiteY83" fmla="*/ 275930 h 6105653"/>
              <a:gd name="connsiteX84" fmla="*/ 1020365 w 12191999"/>
              <a:gd name="connsiteY84" fmla="*/ 517249 h 6105653"/>
              <a:gd name="connsiteX85" fmla="*/ 1256108 w 12191999"/>
              <a:gd name="connsiteY85" fmla="*/ 217780 h 6105653"/>
              <a:gd name="connsiteX86" fmla="*/ 1220389 w 12191999"/>
              <a:gd name="connsiteY86" fmla="*/ 441654 h 6105653"/>
              <a:gd name="connsiteX87" fmla="*/ 1313258 w 12191999"/>
              <a:gd name="connsiteY87" fmla="*/ 505619 h 6105653"/>
              <a:gd name="connsiteX88" fmla="*/ 1463277 w 12191999"/>
              <a:gd name="connsiteY88" fmla="*/ 610287 h 6105653"/>
              <a:gd name="connsiteX89" fmla="*/ 1545430 w 12191999"/>
              <a:gd name="connsiteY89" fmla="*/ 682974 h 6105653"/>
              <a:gd name="connsiteX90" fmla="*/ 1809749 w 12191999"/>
              <a:gd name="connsiteY90" fmla="*/ 712048 h 6105653"/>
              <a:gd name="connsiteX91" fmla="*/ 2099071 w 12191999"/>
              <a:gd name="connsiteY91" fmla="*/ 650992 h 6105653"/>
              <a:gd name="connsiteX92" fmla="*/ 2245518 w 12191999"/>
              <a:gd name="connsiteY92" fmla="*/ 482359 h 6105653"/>
              <a:gd name="connsiteX93" fmla="*/ 2409824 w 12191999"/>
              <a:gd name="connsiteY93" fmla="*/ 531786 h 6105653"/>
              <a:gd name="connsiteX94" fmla="*/ 2309812 w 12191999"/>
              <a:gd name="connsiteY94" fmla="*/ 889403 h 6105653"/>
              <a:gd name="connsiteX95" fmla="*/ 2699146 w 12191999"/>
              <a:gd name="connsiteY95" fmla="*/ 357339 h 6105653"/>
              <a:gd name="connsiteX96" fmla="*/ 2717006 w 12191999"/>
              <a:gd name="connsiteY96" fmla="*/ 447469 h 6105653"/>
              <a:gd name="connsiteX97" fmla="*/ 2938461 w 12191999"/>
              <a:gd name="connsiteY97" fmla="*/ 770197 h 6105653"/>
              <a:gd name="connsiteX98" fmla="*/ 2949178 w 12191999"/>
              <a:gd name="connsiteY98" fmla="*/ 787642 h 6105653"/>
              <a:gd name="connsiteX99" fmla="*/ 3088480 w 12191999"/>
              <a:gd name="connsiteY99" fmla="*/ 842883 h 6105653"/>
              <a:gd name="connsiteX100" fmla="*/ 3109911 w 12191999"/>
              <a:gd name="connsiteY100" fmla="*/ 1017331 h 6105653"/>
              <a:gd name="connsiteX101" fmla="*/ 3077765 w 12191999"/>
              <a:gd name="connsiteY101" fmla="*/ 1162704 h 6105653"/>
              <a:gd name="connsiteX102" fmla="*/ 3117055 w 12191999"/>
              <a:gd name="connsiteY102" fmla="*/ 1319707 h 6105653"/>
              <a:gd name="connsiteX103" fmla="*/ 3099196 w 12191999"/>
              <a:gd name="connsiteY103" fmla="*/ 1459264 h 6105653"/>
              <a:gd name="connsiteX104" fmla="*/ 3124198 w 12191999"/>
              <a:gd name="connsiteY104" fmla="*/ 1578470 h 6105653"/>
              <a:gd name="connsiteX105" fmla="*/ 3242071 w 12191999"/>
              <a:gd name="connsiteY105" fmla="*/ 1462171 h 6105653"/>
              <a:gd name="connsiteX106" fmla="*/ 3242071 w 12191999"/>
              <a:gd name="connsiteY106" fmla="*/ 1299354 h 6105653"/>
              <a:gd name="connsiteX107" fmla="*/ 3317080 w 12191999"/>
              <a:gd name="connsiteY107" fmla="*/ 1183056 h 6105653"/>
              <a:gd name="connsiteX108" fmla="*/ 3452811 w 12191999"/>
              <a:gd name="connsiteY108" fmla="*/ 1072572 h 6105653"/>
              <a:gd name="connsiteX109" fmla="*/ 3670696 w 12191999"/>
              <a:gd name="connsiteY109" fmla="*/ 682973 h 6105653"/>
              <a:gd name="connsiteX110" fmla="*/ 3752849 w 12191999"/>
              <a:gd name="connsiteY110" fmla="*/ 613194 h 6105653"/>
              <a:gd name="connsiteX111" fmla="*/ 3434952 w 12191999"/>
              <a:gd name="connsiteY111" fmla="*/ 1723843 h 6105653"/>
              <a:gd name="connsiteX112" fmla="*/ 3567111 w 12191999"/>
              <a:gd name="connsiteY112" fmla="*/ 1380763 h 6105653"/>
              <a:gd name="connsiteX113" fmla="*/ 3542109 w 12191999"/>
              <a:gd name="connsiteY113" fmla="*/ 1613360 h 6105653"/>
              <a:gd name="connsiteX114" fmla="*/ 3631405 w 12191999"/>
              <a:gd name="connsiteY114" fmla="*/ 1741287 h 6105653"/>
              <a:gd name="connsiteX115" fmla="*/ 3659980 w 12191999"/>
              <a:gd name="connsiteY115" fmla="*/ 1741287 h 6105653"/>
              <a:gd name="connsiteX116" fmla="*/ 3742133 w 12191999"/>
              <a:gd name="connsiteY116" fmla="*/ 1645341 h 6105653"/>
              <a:gd name="connsiteX117" fmla="*/ 3795712 w 12191999"/>
              <a:gd name="connsiteY117" fmla="*/ 1590100 h 6105653"/>
              <a:gd name="connsiteX118" fmla="*/ 3988593 w 12191999"/>
              <a:gd name="connsiteY118" fmla="*/ 1438912 h 6105653"/>
              <a:gd name="connsiteX119" fmla="*/ 4010024 w 12191999"/>
              <a:gd name="connsiteY119" fmla="*/ 1546488 h 6105653"/>
              <a:gd name="connsiteX120" fmla="*/ 4049315 w 12191999"/>
              <a:gd name="connsiteY120" fmla="*/ 1587192 h 6105653"/>
              <a:gd name="connsiteX121" fmla="*/ 4106465 w 12191999"/>
              <a:gd name="connsiteY121" fmla="*/ 1558118 h 6105653"/>
              <a:gd name="connsiteX122" fmla="*/ 4281487 w 12191999"/>
              <a:gd name="connsiteY122" fmla="*/ 1223760 h 6105653"/>
              <a:gd name="connsiteX123" fmla="*/ 4417219 w 12191999"/>
              <a:gd name="connsiteY123" fmla="*/ 1197593 h 6105653"/>
              <a:gd name="connsiteX124" fmla="*/ 4438649 w 12191999"/>
              <a:gd name="connsiteY124" fmla="*/ 1261557 h 6105653"/>
              <a:gd name="connsiteX125" fmla="*/ 4427935 w 12191999"/>
              <a:gd name="connsiteY125" fmla="*/ 1334243 h 6105653"/>
              <a:gd name="connsiteX126" fmla="*/ 4535090 w 12191999"/>
              <a:gd name="connsiteY126" fmla="*/ 1276094 h 6105653"/>
              <a:gd name="connsiteX127" fmla="*/ 4642246 w 12191999"/>
              <a:gd name="connsiteY127" fmla="*/ 1040590 h 6105653"/>
              <a:gd name="connsiteX128" fmla="*/ 4699396 w 12191999"/>
              <a:gd name="connsiteY128" fmla="*/ 996979 h 6105653"/>
              <a:gd name="connsiteX129" fmla="*/ 4727971 w 12191999"/>
              <a:gd name="connsiteY129" fmla="*/ 1055128 h 6105653"/>
              <a:gd name="connsiteX130" fmla="*/ 4738688 w 12191999"/>
              <a:gd name="connsiteY130" fmla="*/ 1098740 h 6105653"/>
              <a:gd name="connsiteX131" fmla="*/ 5185172 w 12191999"/>
              <a:gd name="connsiteY131" fmla="*/ 197429 h 6105653"/>
              <a:gd name="connsiteX132" fmla="*/ 5188744 w 12191999"/>
              <a:gd name="connsiteY132" fmla="*/ 400950 h 6105653"/>
              <a:gd name="connsiteX133" fmla="*/ 5117306 w 12191999"/>
              <a:gd name="connsiteY133" fmla="*/ 601565 h 6105653"/>
              <a:gd name="connsiteX134" fmla="*/ 5128021 w 12191999"/>
              <a:gd name="connsiteY134" fmla="*/ 813809 h 6105653"/>
              <a:gd name="connsiteX135" fmla="*/ 5092302 w 12191999"/>
              <a:gd name="connsiteY135" fmla="*/ 1014423 h 6105653"/>
              <a:gd name="connsiteX136" fmla="*/ 5092302 w 12191999"/>
              <a:gd name="connsiteY136" fmla="*/ 1188871 h 6105653"/>
              <a:gd name="connsiteX137" fmla="*/ 5145880 w 12191999"/>
              <a:gd name="connsiteY137" fmla="*/ 1026053 h 6105653"/>
              <a:gd name="connsiteX138" fmla="*/ 5235177 w 12191999"/>
              <a:gd name="connsiteY138" fmla="*/ 964997 h 6105653"/>
              <a:gd name="connsiteX139" fmla="*/ 5317331 w 12191999"/>
              <a:gd name="connsiteY139" fmla="*/ 985349 h 6105653"/>
              <a:gd name="connsiteX140" fmla="*/ 5292327 w 12191999"/>
              <a:gd name="connsiteY140" fmla="*/ 1052221 h 6105653"/>
              <a:gd name="connsiteX141" fmla="*/ 5199458 w 12191999"/>
              <a:gd name="connsiteY141" fmla="*/ 1130722 h 6105653"/>
              <a:gd name="connsiteX142" fmla="*/ 5256608 w 12191999"/>
              <a:gd name="connsiteY142" fmla="*/ 1148166 h 6105653"/>
              <a:gd name="connsiteX143" fmla="*/ 5299471 w 12191999"/>
              <a:gd name="connsiteY143" fmla="*/ 1194686 h 6105653"/>
              <a:gd name="connsiteX144" fmla="*/ 5278039 w 12191999"/>
              <a:gd name="connsiteY144" fmla="*/ 1462171 h 6105653"/>
              <a:gd name="connsiteX145" fmla="*/ 5460205 w 12191999"/>
              <a:gd name="connsiteY145" fmla="*/ 1284817 h 6105653"/>
              <a:gd name="connsiteX146" fmla="*/ 5488780 w 12191999"/>
              <a:gd name="connsiteY146" fmla="*/ 1171426 h 6105653"/>
              <a:gd name="connsiteX147" fmla="*/ 5539513 w 12191999"/>
              <a:gd name="connsiteY147" fmla="*/ 1140353 h 6105653"/>
              <a:gd name="connsiteX148" fmla="*/ 5552720 w 12191999"/>
              <a:gd name="connsiteY148" fmla="*/ 1143022 h 6105653"/>
              <a:gd name="connsiteX149" fmla="*/ 5574208 w 12191999"/>
              <a:gd name="connsiteY149" fmla="*/ 1115811 h 6105653"/>
              <a:gd name="connsiteX150" fmla="*/ 5734050 w 12191999"/>
              <a:gd name="connsiteY150" fmla="*/ 1075470 h 6105653"/>
              <a:gd name="connsiteX151" fmla="*/ 5798343 w 12191999"/>
              <a:gd name="connsiteY151" fmla="*/ 1020228 h 6105653"/>
              <a:gd name="connsiteX152" fmla="*/ 5884068 w 12191999"/>
              <a:gd name="connsiteY152" fmla="*/ 883578 h 6105653"/>
              <a:gd name="connsiteX153" fmla="*/ 6066234 w 12191999"/>
              <a:gd name="connsiteY153" fmla="*/ 645166 h 6105653"/>
              <a:gd name="connsiteX154" fmla="*/ 6109096 w 12191999"/>
              <a:gd name="connsiteY154" fmla="*/ 732391 h 6105653"/>
              <a:gd name="connsiteX155" fmla="*/ 5998368 w 12191999"/>
              <a:gd name="connsiteY155" fmla="*/ 985338 h 6105653"/>
              <a:gd name="connsiteX156" fmla="*/ 5969793 w 12191999"/>
              <a:gd name="connsiteY156" fmla="*/ 1168509 h 6105653"/>
              <a:gd name="connsiteX157" fmla="*/ 6162674 w 12191999"/>
              <a:gd name="connsiteY157" fmla="*/ 909745 h 6105653"/>
              <a:gd name="connsiteX158" fmla="*/ 6412705 w 12191999"/>
              <a:gd name="connsiteY158" fmla="*/ 659704 h 6105653"/>
              <a:gd name="connsiteX159" fmla="*/ 6366271 w 12191999"/>
              <a:gd name="connsiteY159" fmla="*/ 851596 h 6105653"/>
              <a:gd name="connsiteX160" fmla="*/ 6398418 w 12191999"/>
              <a:gd name="connsiteY160" fmla="*/ 860319 h 6105653"/>
              <a:gd name="connsiteX161" fmla="*/ 6694884 w 12191999"/>
              <a:gd name="connsiteY161" fmla="*/ 691686 h 6105653"/>
              <a:gd name="connsiteX162" fmla="*/ 6816327 w 12191999"/>
              <a:gd name="connsiteY162" fmla="*/ 610277 h 6105653"/>
              <a:gd name="connsiteX163" fmla="*/ 7177087 w 12191999"/>
              <a:gd name="connsiteY163" fmla="*/ 238123 h 6105653"/>
              <a:gd name="connsiteX164" fmla="*/ 7016353 w 12191999"/>
              <a:gd name="connsiteY164" fmla="*/ 592833 h 6105653"/>
              <a:gd name="connsiteX165" fmla="*/ 7366396 w 12191999"/>
              <a:gd name="connsiteY165" fmla="*/ 226493 h 6105653"/>
              <a:gd name="connsiteX166" fmla="*/ 7494984 w 12191999"/>
              <a:gd name="connsiteY166" fmla="*/ 49138 h 6105653"/>
              <a:gd name="connsiteX167" fmla="*/ 7538181 w 12191999"/>
              <a:gd name="connsiteY167" fmla="*/ 484 h 6105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12191999" h="6105653">
                <a:moveTo>
                  <a:pt x="7538181" y="484"/>
                </a:moveTo>
                <a:cubicBezTo>
                  <a:pt x="7546999" y="-833"/>
                  <a:pt x="7557492" y="439"/>
                  <a:pt x="7569993" y="5527"/>
                </a:cubicBezTo>
                <a:cubicBezTo>
                  <a:pt x="7612855" y="22971"/>
                  <a:pt x="7598567" y="54953"/>
                  <a:pt x="7587853" y="84028"/>
                </a:cubicBezTo>
                <a:cubicBezTo>
                  <a:pt x="7559278" y="153806"/>
                  <a:pt x="7559278" y="229401"/>
                  <a:pt x="7559278" y="325347"/>
                </a:cubicBezTo>
                <a:cubicBezTo>
                  <a:pt x="7695009" y="243938"/>
                  <a:pt x="7652146" y="95658"/>
                  <a:pt x="7795021" y="25878"/>
                </a:cubicBezTo>
                <a:cubicBezTo>
                  <a:pt x="7820024" y="113102"/>
                  <a:pt x="7770018" y="179974"/>
                  <a:pt x="7759302" y="249752"/>
                </a:cubicBezTo>
                <a:cubicBezTo>
                  <a:pt x="7748587" y="313717"/>
                  <a:pt x="7773590" y="328254"/>
                  <a:pt x="7852171" y="313717"/>
                </a:cubicBezTo>
                <a:cubicBezTo>
                  <a:pt x="7973615" y="290457"/>
                  <a:pt x="8034337" y="325347"/>
                  <a:pt x="8002190" y="418385"/>
                </a:cubicBezTo>
                <a:cubicBezTo>
                  <a:pt x="7970043" y="505609"/>
                  <a:pt x="8016478" y="514331"/>
                  <a:pt x="8084343" y="491072"/>
                </a:cubicBezTo>
                <a:cubicBezTo>
                  <a:pt x="8184355" y="456182"/>
                  <a:pt x="8262937" y="493979"/>
                  <a:pt x="8348662" y="520146"/>
                </a:cubicBezTo>
                <a:cubicBezTo>
                  <a:pt x="8477249" y="560851"/>
                  <a:pt x="8541543" y="543406"/>
                  <a:pt x="8637984" y="459090"/>
                </a:cubicBezTo>
                <a:cubicBezTo>
                  <a:pt x="8691561" y="409663"/>
                  <a:pt x="8737996" y="360236"/>
                  <a:pt x="8784431" y="290457"/>
                </a:cubicBezTo>
                <a:cubicBezTo>
                  <a:pt x="8809434" y="450367"/>
                  <a:pt x="8895158" y="284642"/>
                  <a:pt x="8948737" y="339884"/>
                </a:cubicBezTo>
                <a:cubicBezTo>
                  <a:pt x="8970168" y="453274"/>
                  <a:pt x="8798717" y="543406"/>
                  <a:pt x="8848725" y="697501"/>
                </a:cubicBezTo>
                <a:cubicBezTo>
                  <a:pt x="8995171" y="511424"/>
                  <a:pt x="9041606" y="302087"/>
                  <a:pt x="9238059" y="165437"/>
                </a:cubicBezTo>
                <a:cubicBezTo>
                  <a:pt x="9280921" y="197419"/>
                  <a:pt x="9238059" y="229401"/>
                  <a:pt x="9255919" y="255567"/>
                </a:cubicBezTo>
                <a:cubicBezTo>
                  <a:pt x="9266634" y="255567"/>
                  <a:pt x="9198767" y="560851"/>
                  <a:pt x="9477374" y="578295"/>
                </a:cubicBezTo>
                <a:cubicBezTo>
                  <a:pt x="9477374" y="584110"/>
                  <a:pt x="9477374" y="589925"/>
                  <a:pt x="9488091" y="595740"/>
                </a:cubicBezTo>
                <a:cubicBezTo>
                  <a:pt x="9527380" y="627722"/>
                  <a:pt x="9620249" y="598648"/>
                  <a:pt x="9627393" y="650981"/>
                </a:cubicBezTo>
                <a:cubicBezTo>
                  <a:pt x="9634537" y="709131"/>
                  <a:pt x="9666684" y="764373"/>
                  <a:pt x="9648824" y="825429"/>
                </a:cubicBezTo>
                <a:cubicBezTo>
                  <a:pt x="9634537" y="871948"/>
                  <a:pt x="9616678" y="921374"/>
                  <a:pt x="9616678" y="970802"/>
                </a:cubicBezTo>
                <a:cubicBezTo>
                  <a:pt x="9616678" y="1023136"/>
                  <a:pt x="9495233" y="1095822"/>
                  <a:pt x="9655968" y="1127805"/>
                </a:cubicBezTo>
                <a:cubicBezTo>
                  <a:pt x="9663111" y="1127805"/>
                  <a:pt x="9645252" y="1217935"/>
                  <a:pt x="9638109" y="1267362"/>
                </a:cubicBezTo>
                <a:cubicBezTo>
                  <a:pt x="9630965" y="1308066"/>
                  <a:pt x="9598818" y="1357494"/>
                  <a:pt x="9663111" y="1386568"/>
                </a:cubicBezTo>
                <a:cubicBezTo>
                  <a:pt x="9702403" y="1401105"/>
                  <a:pt x="9773840" y="1331326"/>
                  <a:pt x="9780984" y="1270269"/>
                </a:cubicBezTo>
                <a:cubicBezTo>
                  <a:pt x="9788127" y="1215028"/>
                  <a:pt x="9795271" y="1159787"/>
                  <a:pt x="9780984" y="1107452"/>
                </a:cubicBezTo>
                <a:cubicBezTo>
                  <a:pt x="9763125" y="1043488"/>
                  <a:pt x="9791699" y="1008598"/>
                  <a:pt x="9855993" y="991154"/>
                </a:cubicBezTo>
                <a:cubicBezTo>
                  <a:pt x="9923858" y="970802"/>
                  <a:pt x="9959577" y="933005"/>
                  <a:pt x="9991724" y="880670"/>
                </a:cubicBezTo>
                <a:cubicBezTo>
                  <a:pt x="10070305" y="752742"/>
                  <a:pt x="10163174" y="630630"/>
                  <a:pt x="10209609" y="491071"/>
                </a:cubicBezTo>
                <a:cubicBezTo>
                  <a:pt x="10216753" y="464905"/>
                  <a:pt x="10231040" y="432923"/>
                  <a:pt x="10291762" y="421292"/>
                </a:cubicBezTo>
                <a:cubicBezTo>
                  <a:pt x="10198893" y="799262"/>
                  <a:pt x="9959577" y="1142341"/>
                  <a:pt x="9973865" y="1531941"/>
                </a:cubicBezTo>
                <a:cubicBezTo>
                  <a:pt x="10048874" y="1427272"/>
                  <a:pt x="10052446" y="1302252"/>
                  <a:pt x="10106024" y="1188861"/>
                </a:cubicBezTo>
                <a:cubicBezTo>
                  <a:pt x="10145315" y="1270269"/>
                  <a:pt x="10102453" y="1345863"/>
                  <a:pt x="10081022" y="1421458"/>
                </a:cubicBezTo>
                <a:cubicBezTo>
                  <a:pt x="10063162" y="1485421"/>
                  <a:pt x="10059590" y="1543570"/>
                  <a:pt x="10170318" y="1549385"/>
                </a:cubicBezTo>
                <a:cubicBezTo>
                  <a:pt x="10181034" y="1549385"/>
                  <a:pt x="10188178" y="1549385"/>
                  <a:pt x="10198893" y="1549385"/>
                </a:cubicBezTo>
                <a:cubicBezTo>
                  <a:pt x="10245327" y="1526126"/>
                  <a:pt x="10266759" y="1494144"/>
                  <a:pt x="10281046" y="1453439"/>
                </a:cubicBezTo>
                <a:cubicBezTo>
                  <a:pt x="10288190" y="1430180"/>
                  <a:pt x="10302477" y="1398198"/>
                  <a:pt x="10334625" y="1398198"/>
                </a:cubicBezTo>
                <a:cubicBezTo>
                  <a:pt x="10456068" y="1401105"/>
                  <a:pt x="10491787" y="1322604"/>
                  <a:pt x="10527506" y="1247010"/>
                </a:cubicBezTo>
                <a:cubicBezTo>
                  <a:pt x="10588228" y="1287714"/>
                  <a:pt x="10545365" y="1322604"/>
                  <a:pt x="10548937" y="1354586"/>
                </a:cubicBezTo>
                <a:cubicBezTo>
                  <a:pt x="10552509" y="1374938"/>
                  <a:pt x="10556080" y="1395290"/>
                  <a:pt x="10588228" y="1395290"/>
                </a:cubicBezTo>
                <a:cubicBezTo>
                  <a:pt x="10613230" y="1395290"/>
                  <a:pt x="10645378" y="1386568"/>
                  <a:pt x="10645378" y="1366216"/>
                </a:cubicBezTo>
                <a:cubicBezTo>
                  <a:pt x="10648949" y="1238288"/>
                  <a:pt x="10820400" y="1165601"/>
                  <a:pt x="10820400" y="1031858"/>
                </a:cubicBezTo>
                <a:cubicBezTo>
                  <a:pt x="10820400" y="950449"/>
                  <a:pt x="10916840" y="1072563"/>
                  <a:pt x="10956131" y="1005691"/>
                </a:cubicBezTo>
                <a:cubicBezTo>
                  <a:pt x="10966847" y="991154"/>
                  <a:pt x="10981133" y="1046395"/>
                  <a:pt x="10977562" y="1069655"/>
                </a:cubicBezTo>
                <a:cubicBezTo>
                  <a:pt x="10973991" y="1092915"/>
                  <a:pt x="10948987" y="1113267"/>
                  <a:pt x="10966847" y="1142341"/>
                </a:cubicBezTo>
                <a:cubicBezTo>
                  <a:pt x="11031140" y="1156879"/>
                  <a:pt x="11056143" y="1119081"/>
                  <a:pt x="11074003" y="1084192"/>
                </a:cubicBezTo>
                <a:cubicBezTo>
                  <a:pt x="11116865" y="1008598"/>
                  <a:pt x="11166871" y="933005"/>
                  <a:pt x="11181159" y="848688"/>
                </a:cubicBezTo>
                <a:cubicBezTo>
                  <a:pt x="11184730" y="819614"/>
                  <a:pt x="11202590" y="802169"/>
                  <a:pt x="11238309" y="805077"/>
                </a:cubicBezTo>
                <a:cubicBezTo>
                  <a:pt x="11284744" y="810891"/>
                  <a:pt x="11270456" y="839966"/>
                  <a:pt x="11266884" y="863226"/>
                </a:cubicBezTo>
                <a:cubicBezTo>
                  <a:pt x="11263312" y="877763"/>
                  <a:pt x="11252596" y="892300"/>
                  <a:pt x="11277600" y="906838"/>
                </a:cubicBezTo>
                <a:cubicBezTo>
                  <a:pt x="11531203" y="566666"/>
                  <a:pt x="11516915" y="386403"/>
                  <a:pt x="11724084" y="5527"/>
                </a:cubicBezTo>
                <a:cubicBezTo>
                  <a:pt x="11763375" y="89842"/>
                  <a:pt x="11734800" y="150899"/>
                  <a:pt x="11727656" y="209048"/>
                </a:cubicBezTo>
                <a:cubicBezTo>
                  <a:pt x="11709796" y="354421"/>
                  <a:pt x="11677649" y="264290"/>
                  <a:pt x="11656218" y="409663"/>
                </a:cubicBezTo>
                <a:cubicBezTo>
                  <a:pt x="11645503" y="479442"/>
                  <a:pt x="11609784" y="543406"/>
                  <a:pt x="11666934" y="621907"/>
                </a:cubicBezTo>
                <a:cubicBezTo>
                  <a:pt x="11706225" y="674241"/>
                  <a:pt x="11663362" y="758557"/>
                  <a:pt x="11631215" y="822521"/>
                </a:cubicBezTo>
                <a:cubicBezTo>
                  <a:pt x="11602640" y="874856"/>
                  <a:pt x="11595497" y="927190"/>
                  <a:pt x="11631215" y="996969"/>
                </a:cubicBezTo>
                <a:cubicBezTo>
                  <a:pt x="11652646" y="933005"/>
                  <a:pt x="11670505" y="883578"/>
                  <a:pt x="11684793" y="834151"/>
                </a:cubicBezTo>
                <a:cubicBezTo>
                  <a:pt x="11695509" y="793447"/>
                  <a:pt x="11720512" y="770187"/>
                  <a:pt x="11774090" y="773095"/>
                </a:cubicBezTo>
                <a:cubicBezTo>
                  <a:pt x="11802665" y="773095"/>
                  <a:pt x="11841956" y="764373"/>
                  <a:pt x="11856243" y="793447"/>
                </a:cubicBezTo>
                <a:cubicBezTo>
                  <a:pt x="11870531" y="816706"/>
                  <a:pt x="11856243" y="848688"/>
                  <a:pt x="11831240" y="860319"/>
                </a:cubicBezTo>
                <a:cubicBezTo>
                  <a:pt x="11784806" y="874856"/>
                  <a:pt x="11741944" y="889393"/>
                  <a:pt x="11738371" y="938820"/>
                </a:cubicBezTo>
                <a:cubicBezTo>
                  <a:pt x="11731228" y="1005691"/>
                  <a:pt x="11759802" y="967894"/>
                  <a:pt x="11795521" y="956264"/>
                </a:cubicBezTo>
                <a:cubicBezTo>
                  <a:pt x="11834812" y="944634"/>
                  <a:pt x="11845527" y="979524"/>
                  <a:pt x="11838384" y="1002784"/>
                </a:cubicBezTo>
                <a:cubicBezTo>
                  <a:pt x="11806237" y="1090007"/>
                  <a:pt x="11863387" y="1180138"/>
                  <a:pt x="11816952" y="1270269"/>
                </a:cubicBezTo>
                <a:cubicBezTo>
                  <a:pt x="11931252" y="1247010"/>
                  <a:pt x="11981259" y="1197583"/>
                  <a:pt x="11999118" y="1092915"/>
                </a:cubicBezTo>
                <a:cubicBezTo>
                  <a:pt x="12002690" y="1055118"/>
                  <a:pt x="11995547" y="1014413"/>
                  <a:pt x="12027693" y="979524"/>
                </a:cubicBezTo>
                <a:cubicBezTo>
                  <a:pt x="12045553" y="959172"/>
                  <a:pt x="12066984" y="938820"/>
                  <a:pt x="12102703" y="953357"/>
                </a:cubicBezTo>
                <a:cubicBezTo>
                  <a:pt x="12127705" y="962080"/>
                  <a:pt x="12127705" y="985338"/>
                  <a:pt x="12120562" y="1005691"/>
                </a:cubicBezTo>
                <a:cubicBezTo>
                  <a:pt x="12081272" y="1090007"/>
                  <a:pt x="12070555" y="1180138"/>
                  <a:pt x="12056268" y="1267362"/>
                </a:cubicBezTo>
                <a:cubicBezTo>
                  <a:pt x="12052697" y="1281899"/>
                  <a:pt x="12045553" y="1296437"/>
                  <a:pt x="12081272" y="1310974"/>
                </a:cubicBezTo>
                <a:cubicBezTo>
                  <a:pt x="12113418" y="1209213"/>
                  <a:pt x="12156280" y="1110359"/>
                  <a:pt x="12191999" y="1008598"/>
                </a:cubicBezTo>
                <a:lnTo>
                  <a:pt x="12191999" y="6105653"/>
                </a:lnTo>
                <a:lnTo>
                  <a:pt x="0" y="6105653"/>
                </a:lnTo>
                <a:lnTo>
                  <a:pt x="0" y="927116"/>
                </a:lnTo>
                <a:lnTo>
                  <a:pt x="61930" y="902578"/>
                </a:lnTo>
                <a:cubicBezTo>
                  <a:pt x="91454" y="894128"/>
                  <a:pt x="122931" y="887949"/>
                  <a:pt x="155971" y="883588"/>
                </a:cubicBezTo>
                <a:cubicBezTo>
                  <a:pt x="223837" y="877773"/>
                  <a:pt x="245268" y="839976"/>
                  <a:pt x="277414" y="802179"/>
                </a:cubicBezTo>
                <a:cubicBezTo>
                  <a:pt x="388143" y="674251"/>
                  <a:pt x="488155" y="537601"/>
                  <a:pt x="638174" y="430025"/>
                </a:cubicBezTo>
                <a:cubicBezTo>
                  <a:pt x="620315" y="555046"/>
                  <a:pt x="520302" y="653899"/>
                  <a:pt x="477440" y="784735"/>
                </a:cubicBezTo>
                <a:cubicBezTo>
                  <a:pt x="641746" y="680066"/>
                  <a:pt x="727471" y="543415"/>
                  <a:pt x="827483" y="418395"/>
                </a:cubicBezTo>
                <a:cubicBezTo>
                  <a:pt x="873917" y="360246"/>
                  <a:pt x="931068" y="307912"/>
                  <a:pt x="956071" y="241040"/>
                </a:cubicBezTo>
                <a:cubicBezTo>
                  <a:pt x="961429" y="223595"/>
                  <a:pt x="972814" y="196338"/>
                  <a:pt x="999268" y="192386"/>
                </a:cubicBezTo>
                <a:cubicBezTo>
                  <a:pt x="1008086" y="191069"/>
                  <a:pt x="1018579" y="192341"/>
                  <a:pt x="1031080" y="197429"/>
                </a:cubicBezTo>
                <a:cubicBezTo>
                  <a:pt x="1073942" y="214873"/>
                  <a:pt x="1059654" y="246855"/>
                  <a:pt x="1048940" y="275930"/>
                </a:cubicBezTo>
                <a:cubicBezTo>
                  <a:pt x="1020365" y="345708"/>
                  <a:pt x="1020365" y="421303"/>
                  <a:pt x="1020365" y="517249"/>
                </a:cubicBezTo>
                <a:cubicBezTo>
                  <a:pt x="1156096" y="435840"/>
                  <a:pt x="1113233" y="287560"/>
                  <a:pt x="1256108" y="217780"/>
                </a:cubicBezTo>
                <a:cubicBezTo>
                  <a:pt x="1281111" y="305004"/>
                  <a:pt x="1231105" y="371876"/>
                  <a:pt x="1220389" y="441654"/>
                </a:cubicBezTo>
                <a:cubicBezTo>
                  <a:pt x="1209674" y="505619"/>
                  <a:pt x="1234677" y="520156"/>
                  <a:pt x="1313258" y="505619"/>
                </a:cubicBezTo>
                <a:cubicBezTo>
                  <a:pt x="1434702" y="482359"/>
                  <a:pt x="1495424" y="517249"/>
                  <a:pt x="1463277" y="610287"/>
                </a:cubicBezTo>
                <a:cubicBezTo>
                  <a:pt x="1431130" y="697511"/>
                  <a:pt x="1477565" y="706233"/>
                  <a:pt x="1545430" y="682974"/>
                </a:cubicBezTo>
                <a:cubicBezTo>
                  <a:pt x="1645442" y="648084"/>
                  <a:pt x="1724024" y="685881"/>
                  <a:pt x="1809749" y="712048"/>
                </a:cubicBezTo>
                <a:cubicBezTo>
                  <a:pt x="1938336" y="752753"/>
                  <a:pt x="2002630" y="735308"/>
                  <a:pt x="2099071" y="650992"/>
                </a:cubicBezTo>
                <a:cubicBezTo>
                  <a:pt x="2152648" y="601565"/>
                  <a:pt x="2199083" y="552138"/>
                  <a:pt x="2245518" y="482359"/>
                </a:cubicBezTo>
                <a:cubicBezTo>
                  <a:pt x="2270521" y="642269"/>
                  <a:pt x="2356245" y="476544"/>
                  <a:pt x="2409824" y="531786"/>
                </a:cubicBezTo>
                <a:cubicBezTo>
                  <a:pt x="2431255" y="645176"/>
                  <a:pt x="2259804" y="735308"/>
                  <a:pt x="2309812" y="889403"/>
                </a:cubicBezTo>
                <a:cubicBezTo>
                  <a:pt x="2456258" y="703326"/>
                  <a:pt x="2502693" y="493989"/>
                  <a:pt x="2699146" y="357339"/>
                </a:cubicBezTo>
                <a:cubicBezTo>
                  <a:pt x="2742008" y="389321"/>
                  <a:pt x="2699146" y="421303"/>
                  <a:pt x="2717006" y="447469"/>
                </a:cubicBezTo>
                <a:cubicBezTo>
                  <a:pt x="2727721" y="447469"/>
                  <a:pt x="2659854" y="752753"/>
                  <a:pt x="2938461" y="770197"/>
                </a:cubicBezTo>
                <a:cubicBezTo>
                  <a:pt x="2938461" y="776012"/>
                  <a:pt x="2938461" y="781827"/>
                  <a:pt x="2949178" y="787642"/>
                </a:cubicBezTo>
                <a:cubicBezTo>
                  <a:pt x="2988467" y="819624"/>
                  <a:pt x="3081336" y="790550"/>
                  <a:pt x="3088480" y="842883"/>
                </a:cubicBezTo>
                <a:cubicBezTo>
                  <a:pt x="3095624" y="901033"/>
                  <a:pt x="3127771" y="956275"/>
                  <a:pt x="3109911" y="1017331"/>
                </a:cubicBezTo>
                <a:cubicBezTo>
                  <a:pt x="3095624" y="1063850"/>
                  <a:pt x="3077765" y="1113276"/>
                  <a:pt x="3077765" y="1162704"/>
                </a:cubicBezTo>
                <a:cubicBezTo>
                  <a:pt x="3077765" y="1215038"/>
                  <a:pt x="2956320" y="1287724"/>
                  <a:pt x="3117055" y="1319707"/>
                </a:cubicBezTo>
                <a:cubicBezTo>
                  <a:pt x="3124198" y="1319707"/>
                  <a:pt x="3106339" y="1409837"/>
                  <a:pt x="3099196" y="1459264"/>
                </a:cubicBezTo>
                <a:cubicBezTo>
                  <a:pt x="3092052" y="1499968"/>
                  <a:pt x="3059905" y="1549396"/>
                  <a:pt x="3124198" y="1578470"/>
                </a:cubicBezTo>
                <a:cubicBezTo>
                  <a:pt x="3163490" y="1593007"/>
                  <a:pt x="3234927" y="1523228"/>
                  <a:pt x="3242071" y="1462171"/>
                </a:cubicBezTo>
                <a:cubicBezTo>
                  <a:pt x="3249214" y="1406930"/>
                  <a:pt x="3256358" y="1351689"/>
                  <a:pt x="3242071" y="1299354"/>
                </a:cubicBezTo>
                <a:cubicBezTo>
                  <a:pt x="3224212" y="1235390"/>
                  <a:pt x="3252786" y="1200500"/>
                  <a:pt x="3317080" y="1183056"/>
                </a:cubicBezTo>
                <a:cubicBezTo>
                  <a:pt x="3384945" y="1162704"/>
                  <a:pt x="3420664" y="1124907"/>
                  <a:pt x="3452811" y="1072572"/>
                </a:cubicBezTo>
                <a:cubicBezTo>
                  <a:pt x="3531392" y="944644"/>
                  <a:pt x="3624261" y="822532"/>
                  <a:pt x="3670696" y="682973"/>
                </a:cubicBezTo>
                <a:cubicBezTo>
                  <a:pt x="3677840" y="656807"/>
                  <a:pt x="3692127" y="624825"/>
                  <a:pt x="3752849" y="613194"/>
                </a:cubicBezTo>
                <a:cubicBezTo>
                  <a:pt x="3659980" y="991164"/>
                  <a:pt x="3420664" y="1334243"/>
                  <a:pt x="3434952" y="1723843"/>
                </a:cubicBezTo>
                <a:cubicBezTo>
                  <a:pt x="3509961" y="1619174"/>
                  <a:pt x="3513533" y="1494154"/>
                  <a:pt x="3567111" y="1380763"/>
                </a:cubicBezTo>
                <a:cubicBezTo>
                  <a:pt x="3606402" y="1462171"/>
                  <a:pt x="3563540" y="1537765"/>
                  <a:pt x="3542109" y="1613360"/>
                </a:cubicBezTo>
                <a:cubicBezTo>
                  <a:pt x="3524249" y="1677323"/>
                  <a:pt x="3520677" y="1735472"/>
                  <a:pt x="3631405" y="1741287"/>
                </a:cubicBezTo>
                <a:cubicBezTo>
                  <a:pt x="3642121" y="1741287"/>
                  <a:pt x="3649265" y="1741287"/>
                  <a:pt x="3659980" y="1741287"/>
                </a:cubicBezTo>
                <a:cubicBezTo>
                  <a:pt x="3706414" y="1718028"/>
                  <a:pt x="3727846" y="1686046"/>
                  <a:pt x="3742133" y="1645341"/>
                </a:cubicBezTo>
                <a:cubicBezTo>
                  <a:pt x="3749277" y="1622082"/>
                  <a:pt x="3763564" y="1590100"/>
                  <a:pt x="3795712" y="1590100"/>
                </a:cubicBezTo>
                <a:cubicBezTo>
                  <a:pt x="3917155" y="1593007"/>
                  <a:pt x="3952874" y="1514506"/>
                  <a:pt x="3988593" y="1438912"/>
                </a:cubicBezTo>
                <a:cubicBezTo>
                  <a:pt x="4049315" y="1479616"/>
                  <a:pt x="4006452" y="1514506"/>
                  <a:pt x="4010024" y="1546488"/>
                </a:cubicBezTo>
                <a:cubicBezTo>
                  <a:pt x="4013596" y="1566840"/>
                  <a:pt x="4017167" y="1587192"/>
                  <a:pt x="4049315" y="1587192"/>
                </a:cubicBezTo>
                <a:cubicBezTo>
                  <a:pt x="4074317" y="1587192"/>
                  <a:pt x="4106465" y="1578470"/>
                  <a:pt x="4106465" y="1558118"/>
                </a:cubicBezTo>
                <a:cubicBezTo>
                  <a:pt x="4110036" y="1430190"/>
                  <a:pt x="4281487" y="1357503"/>
                  <a:pt x="4281487" y="1223760"/>
                </a:cubicBezTo>
                <a:cubicBezTo>
                  <a:pt x="4281487" y="1142351"/>
                  <a:pt x="4377927" y="1264465"/>
                  <a:pt x="4417219" y="1197593"/>
                </a:cubicBezTo>
                <a:cubicBezTo>
                  <a:pt x="4427935" y="1183056"/>
                  <a:pt x="4442220" y="1238297"/>
                  <a:pt x="4438649" y="1261557"/>
                </a:cubicBezTo>
                <a:cubicBezTo>
                  <a:pt x="4435078" y="1284817"/>
                  <a:pt x="4410074" y="1305169"/>
                  <a:pt x="4427935" y="1334243"/>
                </a:cubicBezTo>
                <a:cubicBezTo>
                  <a:pt x="4492228" y="1348781"/>
                  <a:pt x="4517230" y="1310983"/>
                  <a:pt x="4535090" y="1276094"/>
                </a:cubicBezTo>
                <a:cubicBezTo>
                  <a:pt x="4577952" y="1200500"/>
                  <a:pt x="4627958" y="1124907"/>
                  <a:pt x="4642246" y="1040590"/>
                </a:cubicBezTo>
                <a:cubicBezTo>
                  <a:pt x="4645817" y="1011516"/>
                  <a:pt x="4663677" y="994071"/>
                  <a:pt x="4699396" y="996979"/>
                </a:cubicBezTo>
                <a:cubicBezTo>
                  <a:pt x="4745832" y="1002793"/>
                  <a:pt x="4731544" y="1031868"/>
                  <a:pt x="4727971" y="1055128"/>
                </a:cubicBezTo>
                <a:cubicBezTo>
                  <a:pt x="4724399" y="1069665"/>
                  <a:pt x="4713683" y="1084202"/>
                  <a:pt x="4738688" y="1098740"/>
                </a:cubicBezTo>
                <a:cubicBezTo>
                  <a:pt x="4992291" y="758568"/>
                  <a:pt x="4978002" y="578305"/>
                  <a:pt x="5185172" y="197429"/>
                </a:cubicBezTo>
                <a:cubicBezTo>
                  <a:pt x="5224462" y="281744"/>
                  <a:pt x="5195887" y="342801"/>
                  <a:pt x="5188744" y="400950"/>
                </a:cubicBezTo>
                <a:cubicBezTo>
                  <a:pt x="5170883" y="546323"/>
                  <a:pt x="5138736" y="456192"/>
                  <a:pt x="5117306" y="601565"/>
                </a:cubicBezTo>
                <a:cubicBezTo>
                  <a:pt x="5106590" y="671344"/>
                  <a:pt x="5070871" y="735308"/>
                  <a:pt x="5128021" y="813809"/>
                </a:cubicBezTo>
                <a:cubicBezTo>
                  <a:pt x="5167312" y="866143"/>
                  <a:pt x="5124450" y="950459"/>
                  <a:pt x="5092302" y="1014423"/>
                </a:cubicBezTo>
                <a:cubicBezTo>
                  <a:pt x="5063727" y="1066758"/>
                  <a:pt x="5056585" y="1119092"/>
                  <a:pt x="5092302" y="1188871"/>
                </a:cubicBezTo>
                <a:cubicBezTo>
                  <a:pt x="5113734" y="1124907"/>
                  <a:pt x="5131592" y="1075480"/>
                  <a:pt x="5145880" y="1026053"/>
                </a:cubicBezTo>
                <a:cubicBezTo>
                  <a:pt x="5156596" y="985349"/>
                  <a:pt x="5181600" y="962089"/>
                  <a:pt x="5235177" y="964997"/>
                </a:cubicBezTo>
                <a:cubicBezTo>
                  <a:pt x="5263752" y="964997"/>
                  <a:pt x="5303044" y="956275"/>
                  <a:pt x="5317331" y="985349"/>
                </a:cubicBezTo>
                <a:cubicBezTo>
                  <a:pt x="5331618" y="1008608"/>
                  <a:pt x="5317331" y="1040590"/>
                  <a:pt x="5292327" y="1052221"/>
                </a:cubicBezTo>
                <a:cubicBezTo>
                  <a:pt x="5245894" y="1066758"/>
                  <a:pt x="5203031" y="1081295"/>
                  <a:pt x="5199458" y="1130722"/>
                </a:cubicBezTo>
                <a:cubicBezTo>
                  <a:pt x="5192315" y="1197593"/>
                  <a:pt x="5220889" y="1159796"/>
                  <a:pt x="5256608" y="1148166"/>
                </a:cubicBezTo>
                <a:cubicBezTo>
                  <a:pt x="5295899" y="1136536"/>
                  <a:pt x="5306616" y="1171426"/>
                  <a:pt x="5299471" y="1194686"/>
                </a:cubicBezTo>
                <a:cubicBezTo>
                  <a:pt x="5267324" y="1281909"/>
                  <a:pt x="5324474" y="1372040"/>
                  <a:pt x="5278039" y="1462171"/>
                </a:cubicBezTo>
                <a:cubicBezTo>
                  <a:pt x="5392339" y="1438912"/>
                  <a:pt x="5442347" y="1389485"/>
                  <a:pt x="5460205" y="1284817"/>
                </a:cubicBezTo>
                <a:cubicBezTo>
                  <a:pt x="5463777" y="1247020"/>
                  <a:pt x="5456634" y="1206315"/>
                  <a:pt x="5488780" y="1171426"/>
                </a:cubicBezTo>
                <a:cubicBezTo>
                  <a:pt x="5502175" y="1156162"/>
                  <a:pt x="5517579" y="1140898"/>
                  <a:pt x="5539513" y="1140353"/>
                </a:cubicBezTo>
                <a:lnTo>
                  <a:pt x="5552720" y="1143022"/>
                </a:lnTo>
                <a:lnTo>
                  <a:pt x="5574208" y="1115811"/>
                </a:lnTo>
                <a:cubicBezTo>
                  <a:pt x="5609034" y="1085646"/>
                  <a:pt x="5659040" y="1068202"/>
                  <a:pt x="5734050" y="1075470"/>
                </a:cubicBezTo>
                <a:cubicBezTo>
                  <a:pt x="5776912" y="1078377"/>
                  <a:pt x="5809058" y="1055118"/>
                  <a:pt x="5798343" y="1020228"/>
                </a:cubicBezTo>
                <a:cubicBezTo>
                  <a:pt x="5776912" y="953357"/>
                  <a:pt x="5837634" y="921375"/>
                  <a:pt x="5884068" y="883578"/>
                </a:cubicBezTo>
                <a:cubicBezTo>
                  <a:pt x="5966221" y="816706"/>
                  <a:pt x="6051947" y="752742"/>
                  <a:pt x="6066234" y="645166"/>
                </a:cubicBezTo>
                <a:cubicBezTo>
                  <a:pt x="6130528" y="665519"/>
                  <a:pt x="6123384" y="700408"/>
                  <a:pt x="6109096" y="732391"/>
                </a:cubicBezTo>
                <a:cubicBezTo>
                  <a:pt x="6073377" y="816706"/>
                  <a:pt x="6034087" y="901023"/>
                  <a:pt x="5998368" y="985338"/>
                </a:cubicBezTo>
                <a:cubicBezTo>
                  <a:pt x="5976937" y="1040581"/>
                  <a:pt x="5944790" y="1095822"/>
                  <a:pt x="5969793" y="1168509"/>
                </a:cubicBezTo>
                <a:cubicBezTo>
                  <a:pt x="6098380" y="1104545"/>
                  <a:pt x="6123384" y="996969"/>
                  <a:pt x="6162674" y="909745"/>
                </a:cubicBezTo>
                <a:cubicBezTo>
                  <a:pt x="6212681" y="802169"/>
                  <a:pt x="6305549" y="738205"/>
                  <a:pt x="6412705" y="659704"/>
                </a:cubicBezTo>
                <a:cubicBezTo>
                  <a:pt x="6441280" y="738205"/>
                  <a:pt x="6362699" y="787632"/>
                  <a:pt x="6366271" y="851596"/>
                </a:cubicBezTo>
                <a:cubicBezTo>
                  <a:pt x="6376987" y="854503"/>
                  <a:pt x="6398418" y="860319"/>
                  <a:pt x="6398418" y="860319"/>
                </a:cubicBezTo>
                <a:cubicBezTo>
                  <a:pt x="6455568" y="755650"/>
                  <a:pt x="6562724" y="709131"/>
                  <a:pt x="6694884" y="691686"/>
                </a:cubicBezTo>
                <a:cubicBezTo>
                  <a:pt x="6762750" y="685871"/>
                  <a:pt x="6784181" y="648074"/>
                  <a:pt x="6816327" y="610277"/>
                </a:cubicBezTo>
                <a:cubicBezTo>
                  <a:pt x="6927056" y="482349"/>
                  <a:pt x="7027068" y="345699"/>
                  <a:pt x="7177087" y="238123"/>
                </a:cubicBezTo>
                <a:cubicBezTo>
                  <a:pt x="7159228" y="363144"/>
                  <a:pt x="7059215" y="461997"/>
                  <a:pt x="7016353" y="592833"/>
                </a:cubicBezTo>
                <a:cubicBezTo>
                  <a:pt x="7180659" y="488164"/>
                  <a:pt x="7266384" y="351513"/>
                  <a:pt x="7366396" y="226493"/>
                </a:cubicBezTo>
                <a:cubicBezTo>
                  <a:pt x="7412830" y="168344"/>
                  <a:pt x="7469981" y="116010"/>
                  <a:pt x="7494984" y="49138"/>
                </a:cubicBezTo>
                <a:cubicBezTo>
                  <a:pt x="7500342" y="31693"/>
                  <a:pt x="7511727" y="4436"/>
                  <a:pt x="7538181" y="484"/>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dirty="0">
              <a:solidFill>
                <a:schemeClr val="tx1"/>
              </a:solidFill>
            </a:endParaRPr>
          </a:p>
        </p:txBody>
      </p:sp>
      <p:sp>
        <p:nvSpPr>
          <p:cNvPr id="2" name="Title 1">
            <a:extLst>
              <a:ext uri="{FF2B5EF4-FFF2-40B4-BE49-F238E27FC236}">
                <a16:creationId xmlns:a16="http://schemas.microsoft.com/office/drawing/2014/main" id="{9BE4EF3C-B83C-BBCE-0863-9CD86B179117}"/>
              </a:ext>
            </a:extLst>
          </p:cNvPr>
          <p:cNvSpPr>
            <a:spLocks noGrp="1"/>
          </p:cNvSpPr>
          <p:nvPr>
            <p:ph type="title"/>
          </p:nvPr>
        </p:nvSpPr>
        <p:spPr>
          <a:xfrm>
            <a:off x="838200" y="365125"/>
            <a:ext cx="10515600" cy="1325563"/>
          </a:xfrm>
        </p:spPr>
        <p:txBody>
          <a:bodyPr>
            <a:normAutofit/>
          </a:bodyPr>
          <a:lstStyle/>
          <a:p>
            <a:r>
              <a:rPr lang="en-US">
                <a:latin typeface="Times New Roman" panose="02020603050405020304" pitchFamily="18" charset="0"/>
                <a:cs typeface="Times New Roman" panose="02020603050405020304" pitchFamily="18" charset="0"/>
              </a:rPr>
              <a:t>Technology Stack</a:t>
            </a:r>
            <a:endParaRPr lang="en-IN">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D02D36C6-174E-7A48-6191-F00B6B1EA93C}"/>
              </a:ext>
            </a:extLst>
          </p:cNvPr>
          <p:cNvGraphicFramePr>
            <a:graphicFrameLocks noGrp="1"/>
          </p:cNvGraphicFramePr>
          <p:nvPr>
            <p:ph idx="1"/>
            <p:extLst>
              <p:ext uri="{D42A27DB-BD31-4B8C-83A1-F6EECF244321}">
                <p14:modId xmlns:p14="http://schemas.microsoft.com/office/powerpoint/2010/main" val="3227539605"/>
              </p:ext>
            </p:extLst>
          </p:nvPr>
        </p:nvGraphicFramePr>
        <p:xfrm>
          <a:off x="1546878" y="1690688"/>
          <a:ext cx="9098244" cy="5014538"/>
        </p:xfrm>
        <a:graphic>
          <a:graphicData uri="http://schemas.openxmlformats.org/drawingml/2006/table">
            <a:tbl>
              <a:tblPr>
                <a:tableStyleId>{85BE263C-DBD7-4A20-BB59-AAB30ACAA65A}</a:tableStyleId>
              </a:tblPr>
              <a:tblGrid>
                <a:gridCol w="3092518">
                  <a:extLst>
                    <a:ext uri="{9D8B030D-6E8A-4147-A177-3AD203B41FA5}">
                      <a16:colId xmlns:a16="http://schemas.microsoft.com/office/drawing/2014/main" val="434337476"/>
                    </a:ext>
                  </a:extLst>
                </a:gridCol>
                <a:gridCol w="6005726">
                  <a:extLst>
                    <a:ext uri="{9D8B030D-6E8A-4147-A177-3AD203B41FA5}">
                      <a16:colId xmlns:a16="http://schemas.microsoft.com/office/drawing/2014/main" val="1820870479"/>
                    </a:ext>
                  </a:extLst>
                </a:gridCol>
              </a:tblGrid>
              <a:tr h="697791">
                <a:tc>
                  <a:txBody>
                    <a:bodyPr/>
                    <a:lstStyle/>
                    <a:p>
                      <a:pPr>
                        <a:buNone/>
                      </a:pPr>
                      <a:r>
                        <a:rPr lang="en-IN" sz="3100" b="1"/>
                        <a:t>Component</a:t>
                      </a:r>
                      <a:endParaRPr lang="en-IN" sz="3100">
                        <a:latin typeface="Times New Roman" panose="02020603050405020304" pitchFamily="18" charset="0"/>
                        <a:cs typeface="Times New Roman" panose="02020603050405020304" pitchFamily="18" charset="0"/>
                      </a:endParaRPr>
                    </a:p>
                  </a:txBody>
                  <a:tcPr marL="163355" marR="163355" marT="81678" marB="81678" anchor="ctr"/>
                </a:tc>
                <a:tc>
                  <a:txBody>
                    <a:bodyPr/>
                    <a:lstStyle/>
                    <a:p>
                      <a:pPr>
                        <a:buNone/>
                      </a:pPr>
                      <a:r>
                        <a:rPr lang="en-IN" sz="3100" b="1" dirty="0"/>
                        <a:t>Technologies</a:t>
                      </a:r>
                      <a:endParaRPr lang="en-IN" sz="3100" dirty="0">
                        <a:latin typeface="Times New Roman" panose="02020603050405020304" pitchFamily="18" charset="0"/>
                        <a:cs typeface="Times New Roman" panose="02020603050405020304" pitchFamily="18" charset="0"/>
                      </a:endParaRPr>
                    </a:p>
                  </a:txBody>
                  <a:tcPr marL="163355" marR="163355" marT="81678" marB="81678" anchor="ctr"/>
                </a:tc>
                <a:extLst>
                  <a:ext uri="{0D108BD9-81ED-4DB2-BD59-A6C34878D82A}">
                    <a16:rowId xmlns:a16="http://schemas.microsoft.com/office/drawing/2014/main" val="448802158"/>
                  </a:ext>
                </a:extLst>
              </a:tr>
              <a:tr h="697791">
                <a:tc>
                  <a:txBody>
                    <a:bodyPr/>
                    <a:lstStyle/>
                    <a:p>
                      <a:pPr>
                        <a:buNone/>
                      </a:pPr>
                      <a:r>
                        <a:rPr lang="en-IN" sz="3100" b="1"/>
                        <a:t>Frontend</a:t>
                      </a:r>
                      <a:endParaRPr lang="en-IN" sz="3100">
                        <a:latin typeface="Times New Roman" panose="02020603050405020304" pitchFamily="18" charset="0"/>
                        <a:cs typeface="Times New Roman" panose="02020603050405020304" pitchFamily="18" charset="0"/>
                      </a:endParaRPr>
                    </a:p>
                  </a:txBody>
                  <a:tcPr marL="163355" marR="163355" marT="81678" marB="81678" anchor="ctr"/>
                </a:tc>
                <a:tc>
                  <a:txBody>
                    <a:bodyPr/>
                    <a:lstStyle/>
                    <a:p>
                      <a:pPr>
                        <a:buNone/>
                      </a:pPr>
                      <a:r>
                        <a:rPr lang="en-US" sz="3100"/>
                        <a:t>HTML, CSS, JavaScript, React</a:t>
                      </a:r>
                      <a:endParaRPr lang="en-US" sz="3100">
                        <a:latin typeface="Times New Roman" panose="02020603050405020304" pitchFamily="18" charset="0"/>
                        <a:cs typeface="Times New Roman" panose="02020603050405020304" pitchFamily="18" charset="0"/>
                      </a:endParaRPr>
                    </a:p>
                  </a:txBody>
                  <a:tcPr marL="163355" marR="163355" marT="81678" marB="81678" anchor="ctr"/>
                </a:tc>
                <a:extLst>
                  <a:ext uri="{0D108BD9-81ED-4DB2-BD59-A6C34878D82A}">
                    <a16:rowId xmlns:a16="http://schemas.microsoft.com/office/drawing/2014/main" val="768631556"/>
                  </a:ext>
                </a:extLst>
              </a:tr>
              <a:tr h="697791">
                <a:tc>
                  <a:txBody>
                    <a:bodyPr/>
                    <a:lstStyle/>
                    <a:p>
                      <a:pPr>
                        <a:buNone/>
                      </a:pPr>
                      <a:r>
                        <a:rPr lang="en-IN" sz="3100" b="1"/>
                        <a:t>Backend</a:t>
                      </a:r>
                      <a:endParaRPr lang="en-IN" sz="3100">
                        <a:latin typeface="Times New Roman" panose="02020603050405020304" pitchFamily="18" charset="0"/>
                        <a:cs typeface="Times New Roman" panose="02020603050405020304" pitchFamily="18" charset="0"/>
                      </a:endParaRPr>
                    </a:p>
                  </a:txBody>
                  <a:tcPr marL="163355" marR="163355" marT="81678" marB="81678" anchor="ctr"/>
                </a:tc>
                <a:tc>
                  <a:txBody>
                    <a:bodyPr/>
                    <a:lstStyle/>
                    <a:p>
                      <a:pPr>
                        <a:buNone/>
                      </a:pPr>
                      <a:r>
                        <a:rPr lang="en-US" sz="3100"/>
                        <a:t>N</a:t>
                      </a:r>
                      <a:r>
                        <a:rPr lang="en-IN" sz="3100"/>
                        <a:t>odeJS</a:t>
                      </a:r>
                      <a:endParaRPr lang="en-IN" sz="3100">
                        <a:latin typeface="Times New Roman" panose="02020603050405020304" pitchFamily="18" charset="0"/>
                        <a:cs typeface="Times New Roman" panose="02020603050405020304" pitchFamily="18" charset="0"/>
                      </a:endParaRPr>
                    </a:p>
                  </a:txBody>
                  <a:tcPr marL="163355" marR="163355" marT="81678" marB="81678" anchor="ctr"/>
                </a:tc>
                <a:extLst>
                  <a:ext uri="{0D108BD9-81ED-4DB2-BD59-A6C34878D82A}">
                    <a16:rowId xmlns:a16="http://schemas.microsoft.com/office/drawing/2014/main" val="2732119925"/>
                  </a:ext>
                </a:extLst>
              </a:tr>
              <a:tr h="697791">
                <a:tc>
                  <a:txBody>
                    <a:bodyPr/>
                    <a:lstStyle/>
                    <a:p>
                      <a:pPr>
                        <a:buNone/>
                      </a:pPr>
                      <a:r>
                        <a:rPr lang="en-IN" sz="3100" b="1"/>
                        <a:t>AI/ML Models</a:t>
                      </a:r>
                      <a:endParaRPr lang="en-IN" sz="3100">
                        <a:latin typeface="Times New Roman" panose="02020603050405020304" pitchFamily="18" charset="0"/>
                        <a:cs typeface="Times New Roman" panose="02020603050405020304" pitchFamily="18" charset="0"/>
                      </a:endParaRPr>
                    </a:p>
                  </a:txBody>
                  <a:tcPr marL="163355" marR="163355" marT="81678" marB="81678" anchor="ctr"/>
                </a:tc>
                <a:tc>
                  <a:txBody>
                    <a:bodyPr/>
                    <a:lstStyle/>
                    <a:p>
                      <a:pPr>
                        <a:buNone/>
                      </a:pPr>
                      <a:r>
                        <a:rPr lang="en-US" sz="3100" dirty="0"/>
                        <a:t>G</a:t>
                      </a:r>
                      <a:r>
                        <a:rPr lang="en-IN" sz="3100" dirty="0" err="1"/>
                        <a:t>emini</a:t>
                      </a:r>
                      <a:r>
                        <a:rPr lang="en-IN" sz="3100" dirty="0"/>
                        <a:t> , Google Fact checking API</a:t>
                      </a:r>
                      <a:endParaRPr lang="en-IN" sz="3100" dirty="0">
                        <a:latin typeface="Times New Roman" panose="02020603050405020304" pitchFamily="18" charset="0"/>
                        <a:cs typeface="Times New Roman" panose="02020603050405020304" pitchFamily="18" charset="0"/>
                      </a:endParaRPr>
                    </a:p>
                  </a:txBody>
                  <a:tcPr marL="163355" marR="163355" marT="81678" marB="81678" anchor="ctr"/>
                </a:tc>
                <a:extLst>
                  <a:ext uri="{0D108BD9-81ED-4DB2-BD59-A6C34878D82A}">
                    <a16:rowId xmlns:a16="http://schemas.microsoft.com/office/drawing/2014/main" val="2618662315"/>
                  </a:ext>
                </a:extLst>
              </a:tr>
              <a:tr h="697791">
                <a:tc>
                  <a:txBody>
                    <a:bodyPr/>
                    <a:lstStyle/>
                    <a:p>
                      <a:pPr>
                        <a:buNone/>
                      </a:pPr>
                      <a:r>
                        <a:rPr lang="en-IN" sz="3100" b="1"/>
                        <a:t>Database </a:t>
                      </a:r>
                      <a:endParaRPr lang="en-IN" sz="3100">
                        <a:latin typeface="Times New Roman" panose="02020603050405020304" pitchFamily="18" charset="0"/>
                        <a:cs typeface="Times New Roman" panose="02020603050405020304" pitchFamily="18" charset="0"/>
                      </a:endParaRPr>
                    </a:p>
                  </a:txBody>
                  <a:tcPr marL="163355" marR="163355" marT="81678" marB="81678" anchor="ctr"/>
                </a:tc>
                <a:tc>
                  <a:txBody>
                    <a:bodyPr/>
                    <a:lstStyle/>
                    <a:p>
                      <a:pPr>
                        <a:buNone/>
                      </a:pPr>
                      <a:r>
                        <a:rPr lang="en-US" sz="3100"/>
                        <a:t>M</a:t>
                      </a:r>
                      <a:r>
                        <a:rPr lang="en-IN" sz="3100"/>
                        <a:t>ongoDB</a:t>
                      </a:r>
                      <a:endParaRPr lang="en-IN" sz="3100">
                        <a:latin typeface="Times New Roman" panose="02020603050405020304" pitchFamily="18" charset="0"/>
                        <a:cs typeface="Times New Roman" panose="02020603050405020304" pitchFamily="18" charset="0"/>
                      </a:endParaRPr>
                    </a:p>
                  </a:txBody>
                  <a:tcPr marL="163355" marR="163355" marT="81678" marB="81678" anchor="ctr"/>
                </a:tc>
                <a:extLst>
                  <a:ext uri="{0D108BD9-81ED-4DB2-BD59-A6C34878D82A}">
                    <a16:rowId xmlns:a16="http://schemas.microsoft.com/office/drawing/2014/main" val="1615761814"/>
                  </a:ext>
                </a:extLst>
              </a:tr>
              <a:tr h="1115138">
                <a:tc>
                  <a:txBody>
                    <a:bodyPr/>
                    <a:lstStyle/>
                    <a:p>
                      <a:pPr>
                        <a:buNone/>
                      </a:pPr>
                      <a:r>
                        <a:rPr lang="en-IN" sz="3100" b="1"/>
                        <a:t>Other Tools</a:t>
                      </a:r>
                      <a:endParaRPr lang="en-IN" sz="3100">
                        <a:latin typeface="Times New Roman" panose="02020603050405020304" pitchFamily="18" charset="0"/>
                        <a:cs typeface="Times New Roman" panose="02020603050405020304" pitchFamily="18" charset="0"/>
                      </a:endParaRPr>
                    </a:p>
                  </a:txBody>
                  <a:tcPr marL="163355" marR="163355" marT="81678" marB="81678" anchor="ctr"/>
                </a:tc>
                <a:tc>
                  <a:txBody>
                    <a:bodyPr/>
                    <a:lstStyle/>
                    <a:p>
                      <a:pPr>
                        <a:buNone/>
                      </a:pPr>
                      <a:r>
                        <a:rPr lang="en-US" sz="3100" dirty="0"/>
                        <a:t>Web Scraping(Puppeteer), Docker, </a:t>
                      </a:r>
                      <a:r>
                        <a:rPr lang="en-US" sz="3100" dirty="0" err="1"/>
                        <a:t>Github</a:t>
                      </a:r>
                      <a:endParaRPr lang="en-US" sz="3100" dirty="0">
                        <a:latin typeface="Times New Roman" panose="02020603050405020304" pitchFamily="18" charset="0"/>
                        <a:cs typeface="Times New Roman" panose="02020603050405020304" pitchFamily="18" charset="0"/>
                      </a:endParaRPr>
                    </a:p>
                  </a:txBody>
                  <a:tcPr marL="163355" marR="163355" marT="81678" marB="81678" anchor="ctr"/>
                </a:tc>
                <a:extLst>
                  <a:ext uri="{0D108BD9-81ED-4DB2-BD59-A6C34878D82A}">
                    <a16:rowId xmlns:a16="http://schemas.microsoft.com/office/drawing/2014/main" val="1064069059"/>
                  </a:ext>
                </a:extLst>
              </a:tr>
            </a:tbl>
          </a:graphicData>
        </a:graphic>
      </p:graphicFrame>
    </p:spTree>
    <p:extLst>
      <p:ext uri="{BB962C8B-B14F-4D97-AF65-F5344CB8AC3E}">
        <p14:creationId xmlns:p14="http://schemas.microsoft.com/office/powerpoint/2010/main" val="1701365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7C9FAE-C685-2942-D3D4-216A6AC18B66}"/>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94B33A6-B209-82E0-3AC4-ED0F2117C15F}"/>
              </a:ext>
            </a:extLst>
          </p:cNvPr>
          <p:cNvSpPr>
            <a:spLocks noGrp="1"/>
          </p:cNvSpPr>
          <p:nvPr>
            <p:ph type="title"/>
          </p:nvPr>
        </p:nvSpPr>
        <p:spPr>
          <a:xfrm>
            <a:off x="838200" y="1336390"/>
            <a:ext cx="6155988" cy="1182927"/>
          </a:xfrm>
        </p:spPr>
        <p:txBody>
          <a:bodyPr vert="horz" lIns="91440" tIns="45720" rIns="91440" bIns="45720" rtlCol="0" anchor="b">
            <a:normAutofit/>
          </a:bodyPr>
          <a:lstStyle/>
          <a:p>
            <a:r>
              <a:rPr lang="en-US" kern="1200" dirty="0">
                <a:solidFill>
                  <a:schemeClr val="tx1"/>
                </a:solidFill>
                <a:latin typeface="+mj-lt"/>
                <a:ea typeface="+mj-ea"/>
                <a:cs typeface="+mj-cs"/>
              </a:rPr>
              <a:t>Result </a:t>
            </a:r>
          </a:p>
        </p:txBody>
      </p:sp>
      <p:cxnSp>
        <p:nvCxnSpPr>
          <p:cNvPr id="18" name="Straight Connector 17">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4A5C483-BC96-DFF3-34CE-1BC2AFE1E72A}"/>
              </a:ext>
            </a:extLst>
          </p:cNvPr>
          <p:cNvSpPr txBox="1"/>
          <p:nvPr/>
        </p:nvSpPr>
        <p:spPr>
          <a:xfrm>
            <a:off x="803776" y="2829330"/>
            <a:ext cx="6190412" cy="3344459"/>
          </a:xfrm>
          <a:prstGeom prst="rect">
            <a:avLst/>
          </a:prstGeom>
        </p:spPr>
        <p:txBody>
          <a:bodyPr vert="horz" lIns="91440" tIns="45720" rIns="91440" bIns="45720" rtlCol="0" anchor="t">
            <a:normAutofit/>
          </a:bodyPr>
          <a:lstStyle/>
          <a:p>
            <a:pPr marL="342900" indent="-228600">
              <a:lnSpc>
                <a:spcPct val="90000"/>
              </a:lnSpc>
              <a:spcAft>
                <a:spcPts val="600"/>
              </a:spcAft>
              <a:buFont typeface="Arial" panose="020B0604020202020204" pitchFamily="34" charset="0"/>
              <a:buChar char="•"/>
            </a:pPr>
            <a:r>
              <a:rPr lang="en-US" sz="1900" kern="1200" dirty="0">
                <a:solidFill>
                  <a:schemeClr val="tx1">
                    <a:alpha val="80000"/>
                  </a:schemeClr>
                </a:solidFill>
                <a:latin typeface="+mn-lt"/>
                <a:ea typeface="+mn-ea"/>
                <a:cs typeface="+mn-cs"/>
              </a:rPr>
              <a:t>Successfully scraped and aggregated data from multiple online sources.</a:t>
            </a:r>
          </a:p>
          <a:p>
            <a:pPr marL="342900" indent="-228600">
              <a:lnSpc>
                <a:spcPct val="90000"/>
              </a:lnSpc>
              <a:spcAft>
                <a:spcPts val="600"/>
              </a:spcAft>
              <a:buFont typeface="Arial" panose="020B0604020202020204" pitchFamily="34" charset="0"/>
              <a:buChar char="•"/>
            </a:pPr>
            <a:r>
              <a:rPr lang="en-US" sz="1900" kern="1200" dirty="0">
                <a:solidFill>
                  <a:schemeClr val="tx1">
                    <a:alpha val="80000"/>
                  </a:schemeClr>
                </a:solidFill>
                <a:latin typeface="+mn-lt"/>
                <a:ea typeface="+mn-ea"/>
                <a:cs typeface="+mn-cs"/>
              </a:rPr>
              <a:t>Detected potential misinformation using AI models.</a:t>
            </a:r>
          </a:p>
          <a:p>
            <a:pPr marL="342900" indent="-228600">
              <a:lnSpc>
                <a:spcPct val="90000"/>
              </a:lnSpc>
              <a:spcAft>
                <a:spcPts val="600"/>
              </a:spcAft>
              <a:buFont typeface="Arial" panose="020B0604020202020204" pitchFamily="34" charset="0"/>
              <a:buChar char="•"/>
            </a:pPr>
            <a:r>
              <a:rPr lang="en-US" sz="1900" kern="1200" dirty="0">
                <a:solidFill>
                  <a:schemeClr val="tx1">
                    <a:alpha val="80000"/>
                  </a:schemeClr>
                </a:solidFill>
                <a:latin typeface="+mn-lt"/>
                <a:ea typeface="+mn-ea"/>
                <a:cs typeface="+mn-cs"/>
              </a:rPr>
              <a:t>User can sign in for </a:t>
            </a:r>
            <a:r>
              <a:rPr lang="en-US" sz="1900" kern="1200">
                <a:solidFill>
                  <a:schemeClr val="tx1">
                    <a:alpha val="80000"/>
                  </a:schemeClr>
                </a:solidFill>
                <a:latin typeface="+mn-lt"/>
                <a:ea typeface="+mn-ea"/>
                <a:cs typeface="+mn-cs"/>
              </a:rPr>
              <a:t>more personalization </a:t>
            </a:r>
          </a:p>
          <a:p>
            <a:pPr marL="342900" indent="-228600">
              <a:lnSpc>
                <a:spcPct val="90000"/>
              </a:lnSpc>
              <a:spcAft>
                <a:spcPts val="600"/>
              </a:spcAft>
              <a:buFont typeface="Arial" panose="020B0604020202020204" pitchFamily="34" charset="0"/>
              <a:buChar char="•"/>
            </a:pPr>
            <a:r>
              <a:rPr lang="en-US" sz="1900" kern="1200">
                <a:solidFill>
                  <a:schemeClr val="tx1">
                    <a:alpha val="80000"/>
                  </a:schemeClr>
                </a:solidFill>
                <a:latin typeface="+mn-lt"/>
                <a:ea typeface="+mn-ea"/>
                <a:cs typeface="+mn-cs"/>
              </a:rPr>
              <a:t>Provided </a:t>
            </a:r>
            <a:r>
              <a:rPr lang="en-US" sz="1900" kern="1200" dirty="0">
                <a:solidFill>
                  <a:schemeClr val="tx1">
                    <a:alpha val="80000"/>
                  </a:schemeClr>
                </a:solidFill>
                <a:latin typeface="+mn-lt"/>
                <a:ea typeface="+mn-ea"/>
                <a:cs typeface="+mn-cs"/>
              </a:rPr>
              <a:t>History log of our past queries.</a:t>
            </a:r>
            <a:br>
              <a:rPr lang="en-US" sz="1900" kern="1200" dirty="0">
                <a:solidFill>
                  <a:schemeClr val="tx1">
                    <a:alpha val="80000"/>
                  </a:schemeClr>
                </a:solidFill>
                <a:latin typeface="+mn-lt"/>
                <a:ea typeface="+mn-ea"/>
                <a:cs typeface="+mn-cs"/>
              </a:rPr>
            </a:br>
            <a:endParaRPr lang="en-US" sz="1900" kern="1200" dirty="0">
              <a:solidFill>
                <a:schemeClr val="tx1">
                  <a:alpha val="80000"/>
                </a:schemeClr>
              </a:solidFill>
              <a:latin typeface="+mn-lt"/>
              <a:ea typeface="+mn-ea"/>
              <a:cs typeface="+mn-cs"/>
            </a:endParaRPr>
          </a:p>
        </p:txBody>
      </p:sp>
      <p:pic>
        <p:nvPicPr>
          <p:cNvPr id="5" name="Content Placeholder 4" descr="Screens screenshot of a computer screen&#10;&#10;AI-generated content may be incorrect.">
            <a:extLst>
              <a:ext uri="{FF2B5EF4-FFF2-40B4-BE49-F238E27FC236}">
                <a16:creationId xmlns:a16="http://schemas.microsoft.com/office/drawing/2014/main" id="{961901E0-AA64-999D-EF90-F5951834750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47263" y="975359"/>
            <a:ext cx="3207118" cy="5384795"/>
          </a:xfrm>
          <a:prstGeom prst="rect">
            <a:avLst/>
          </a:prstGeom>
        </p:spPr>
      </p:pic>
      <p:sp>
        <p:nvSpPr>
          <p:cNvPr id="15"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4552" y="189928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1"/>
          </a:solidFill>
          <a:ln w="603" cap="flat">
            <a:noFill/>
            <a:prstDash val="solid"/>
            <a:miter/>
          </a:ln>
        </p:spPr>
        <p:txBody>
          <a:bodyPr rtlCol="0" anchor="ctr"/>
          <a:lstStyle/>
          <a:p>
            <a:endParaRPr lang="en-US"/>
          </a:p>
        </p:txBody>
      </p:sp>
      <p:sp>
        <p:nvSpPr>
          <p:cNvPr id="17"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6862" y="218992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1"/>
          </a:solidFill>
          <a:ln w="422" cap="flat">
            <a:noFill/>
            <a:prstDash val="solid"/>
            <a:miter/>
          </a:ln>
        </p:spPr>
        <p:txBody>
          <a:bodyPr rtlCol="0" anchor="ctr"/>
          <a:lstStyle/>
          <a:p>
            <a:endParaRPr lang="en-US"/>
          </a:p>
        </p:txBody>
      </p:sp>
    </p:spTree>
    <p:extLst>
      <p:ext uri="{BB962C8B-B14F-4D97-AF65-F5344CB8AC3E}">
        <p14:creationId xmlns:p14="http://schemas.microsoft.com/office/powerpoint/2010/main" val="3645671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7D113C6-47D0-0767-6BE0-C48EEDBFE536}"/>
              </a:ext>
            </a:extLst>
          </p:cNvPr>
          <p:cNvPicPr>
            <a:picLocks noChangeAspect="1"/>
          </p:cNvPicPr>
          <p:nvPr/>
        </p:nvPicPr>
        <p:blipFill>
          <a:blip r:embed="rId2">
            <a:duotone>
              <a:schemeClr val="bg2">
                <a:shade val="45000"/>
                <a:satMod val="135000"/>
              </a:schemeClr>
              <a:prstClr val="white"/>
            </a:duotone>
          </a:blip>
          <a:srcRect t="6932" b="8799"/>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6C5325-4A51-AE05-7BE6-440D74D0BCB6}"/>
              </a:ext>
            </a:extLst>
          </p:cNvPr>
          <p:cNvSpPr>
            <a:spLocks noGrp="1"/>
          </p:cNvSpPr>
          <p:nvPr>
            <p:ph type="title"/>
          </p:nvPr>
        </p:nvSpPr>
        <p:spPr>
          <a:xfrm>
            <a:off x="838200" y="365125"/>
            <a:ext cx="10515600" cy="1325563"/>
          </a:xfrm>
        </p:spPr>
        <p:txBody>
          <a:bodyPr>
            <a:normAutofit/>
          </a:bodyPr>
          <a:lstStyle/>
          <a:p>
            <a:r>
              <a:rPr lang="en-US">
                <a:latin typeface="Times New Roman" panose="02020603050405020304" pitchFamily="18" charset="0"/>
                <a:cs typeface="Times New Roman" panose="02020603050405020304" pitchFamily="18" charset="0"/>
              </a:rPr>
              <a:t>R</a:t>
            </a:r>
            <a:r>
              <a:rPr lang="en-IN" err="1">
                <a:latin typeface="Times New Roman" panose="02020603050405020304" pitchFamily="18" charset="0"/>
                <a:cs typeface="Times New Roman" panose="02020603050405020304" pitchFamily="18" charset="0"/>
              </a:rPr>
              <a:t>eferences</a:t>
            </a:r>
            <a:endParaRPr lang="en-IN" dirty="0">
              <a:latin typeface="Times New Roman" panose="02020603050405020304" pitchFamily="18" charset="0"/>
              <a:cs typeface="Times New Roman" panose="02020603050405020304" pitchFamily="18" charset="0"/>
            </a:endParaRPr>
          </a:p>
        </p:txBody>
      </p:sp>
      <p:graphicFrame>
        <p:nvGraphicFramePr>
          <p:cNvPr id="5" name="Content Placeholder 2">
            <a:extLst>
              <a:ext uri="{FF2B5EF4-FFF2-40B4-BE49-F238E27FC236}">
                <a16:creationId xmlns:a16="http://schemas.microsoft.com/office/drawing/2014/main" id="{73EB51F9-3FA5-8C7D-C67E-98223DCD0AC5}"/>
              </a:ext>
            </a:extLst>
          </p:cNvPr>
          <p:cNvGraphicFramePr>
            <a:graphicFrameLocks noGrp="1"/>
          </p:cNvGraphicFramePr>
          <p:nvPr>
            <p:ph idx="1"/>
            <p:extLst>
              <p:ext uri="{D42A27DB-BD31-4B8C-83A1-F6EECF244321}">
                <p14:modId xmlns:p14="http://schemas.microsoft.com/office/powerpoint/2010/main" val="412401921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24917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E92308-75D7-53DB-2C92-0D9E43C46FD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6822AC8-45A5-A6D7-B67F-92BC38E97CAB}"/>
              </a:ext>
            </a:extLst>
          </p:cNvPr>
          <p:cNvPicPr>
            <a:picLocks noChangeAspect="1"/>
          </p:cNvPicPr>
          <p:nvPr/>
        </p:nvPicPr>
        <p:blipFill>
          <a:blip r:embed="rId2">
            <a:duotone>
              <a:schemeClr val="bg2">
                <a:shade val="45000"/>
                <a:satMod val="135000"/>
              </a:schemeClr>
              <a:prstClr val="white"/>
            </a:duotone>
          </a:blip>
          <a:srcRect t="6932" b="8799"/>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CB15B3A7-889E-A2D1-ABE2-3C60D941E4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DAE0A9-574D-FB16-7F6A-2BA45B8E8CAA}"/>
              </a:ext>
            </a:extLst>
          </p:cNvPr>
          <p:cNvSpPr>
            <a:spLocks noGrp="1"/>
          </p:cNvSpPr>
          <p:nvPr>
            <p:ph type="title"/>
          </p:nvPr>
        </p:nvSpPr>
        <p:spPr>
          <a:xfrm>
            <a:off x="838200" y="365125"/>
            <a:ext cx="10515600" cy="1325563"/>
          </a:xfrm>
        </p:spPr>
        <p:txBody>
          <a:bodyPr>
            <a:normAutofit/>
          </a:bodyPr>
          <a:lstStyle/>
          <a:p>
            <a:r>
              <a:rPr lang="en-US">
                <a:latin typeface="Times New Roman" panose="02020603050405020304" pitchFamily="18" charset="0"/>
                <a:cs typeface="Times New Roman" panose="02020603050405020304" pitchFamily="18" charset="0"/>
              </a:rPr>
              <a:t>R</a:t>
            </a:r>
            <a:r>
              <a:rPr lang="en-IN" err="1">
                <a:latin typeface="Times New Roman" panose="02020603050405020304" pitchFamily="18" charset="0"/>
                <a:cs typeface="Times New Roman" panose="02020603050405020304" pitchFamily="18" charset="0"/>
              </a:rPr>
              <a:t>eferences</a:t>
            </a:r>
            <a:endParaRPr lang="en-IN" dirty="0">
              <a:latin typeface="Times New Roman" panose="02020603050405020304" pitchFamily="18" charset="0"/>
              <a:cs typeface="Times New Roman" panose="02020603050405020304" pitchFamily="18" charset="0"/>
            </a:endParaRPr>
          </a:p>
        </p:txBody>
      </p:sp>
      <p:graphicFrame>
        <p:nvGraphicFramePr>
          <p:cNvPr id="5" name="Content Placeholder 2">
            <a:extLst>
              <a:ext uri="{FF2B5EF4-FFF2-40B4-BE49-F238E27FC236}">
                <a16:creationId xmlns:a16="http://schemas.microsoft.com/office/drawing/2014/main" id="{503DD9D3-8D7E-2786-6A96-45F334D06C3A}"/>
              </a:ext>
            </a:extLst>
          </p:cNvPr>
          <p:cNvGraphicFramePr>
            <a:graphicFrameLocks noGrp="1"/>
          </p:cNvGraphicFramePr>
          <p:nvPr>
            <p:ph idx="1"/>
            <p:extLst>
              <p:ext uri="{D42A27DB-BD31-4B8C-83A1-F6EECF244321}">
                <p14:modId xmlns:p14="http://schemas.microsoft.com/office/powerpoint/2010/main" val="375636340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5423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8" name="Freeform: Shape 27">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0" name="Freeform: Shape 29">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C7208BD6-2A31-5677-2B53-FD39A887D102}"/>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spcBef>
                <a:spcPct val="0"/>
              </a:spcBef>
            </a:pPr>
            <a:r>
              <a:rPr lang="en-US" sz="7200" kern="1200" dirty="0">
                <a:solidFill>
                  <a:schemeClr val="tx1"/>
                </a:solidFill>
                <a:latin typeface="+mj-lt"/>
                <a:ea typeface="+mj-ea"/>
                <a:cs typeface="+mj-cs"/>
              </a:rPr>
              <a:t>Thank You</a:t>
            </a:r>
          </a:p>
        </p:txBody>
      </p:sp>
      <p:sp>
        <p:nvSpPr>
          <p:cNvPr id="21" name="Subtitle 2">
            <a:extLst>
              <a:ext uri="{FF2B5EF4-FFF2-40B4-BE49-F238E27FC236}">
                <a16:creationId xmlns:a16="http://schemas.microsoft.com/office/drawing/2014/main" id="{215E38A5-AE54-02D1-2BAE-830EC4F590C1}"/>
              </a:ext>
            </a:extLst>
          </p:cNvPr>
          <p:cNvSpPr>
            <a:spLocks noGrp="1"/>
          </p:cNvSpPr>
          <p:nvPr>
            <p:ph type="subTitle" idx="1"/>
          </p:nvPr>
        </p:nvSpPr>
        <p:spPr>
          <a:xfrm flipV="1">
            <a:off x="12052776" y="-225425"/>
            <a:ext cx="278448" cy="45719"/>
          </a:xfrm>
        </p:spPr>
        <p:txBody>
          <a:bodyPr vert="horz" lIns="91440" tIns="45720" rIns="91440" bIns="45720" rtlCol="0" anchor="ctr">
            <a:normAutofit fontScale="25000" lnSpcReduction="20000"/>
          </a:bodyPr>
          <a:lstStyle/>
          <a:p>
            <a:pPr marL="0" indent="0" algn="ctr">
              <a:lnSpc>
                <a:spcPct val="90000"/>
              </a:lnSpc>
              <a:spcBef>
                <a:spcPts val="1000"/>
              </a:spcBef>
            </a:pPr>
            <a:endParaRPr lang="en-US" sz="2800" kern="1200" dirty="0">
              <a:solidFill>
                <a:schemeClr val="tx1"/>
              </a:solidFill>
              <a:latin typeface="+mn-lt"/>
              <a:ea typeface="+mn-ea"/>
              <a:cs typeface="+mn-cs"/>
            </a:endParaRPr>
          </a:p>
        </p:txBody>
      </p:sp>
      <p:sp>
        <p:nvSpPr>
          <p:cNvPr id="32" name="Rectangle 31">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4710685"/>
      </p:ext>
    </p:extLst>
  </p:cSld>
  <p:clrMapOvr>
    <a:masterClrMapping/>
  </p:clrMapOvr>
</p:sld>
</file>

<file path=ppt/theme/theme1.xml><?xml version="1.0" encoding="utf-8"?>
<a:theme xmlns:a="http://schemas.openxmlformats.org/drawingml/2006/main" name="Lead Funnel by Slidesgo">
  <a:themeElements>
    <a:clrScheme name="Simple Light">
      <a:dk1>
        <a:srgbClr val="15110E"/>
      </a:dk1>
      <a:lt1>
        <a:srgbClr val="FFFAF6"/>
      </a:lt1>
      <a:dk2>
        <a:srgbClr val="C2E5F5"/>
      </a:dk2>
      <a:lt2>
        <a:srgbClr val="5296B8"/>
      </a:lt2>
      <a:accent1>
        <a:srgbClr val="135669"/>
      </a:accent1>
      <a:accent2>
        <a:srgbClr val="FFFFFF"/>
      </a:accent2>
      <a:accent3>
        <a:srgbClr val="FFFFFF"/>
      </a:accent3>
      <a:accent4>
        <a:srgbClr val="FFFFFF"/>
      </a:accent4>
      <a:accent5>
        <a:srgbClr val="FFFFFF"/>
      </a:accent5>
      <a:accent6>
        <a:srgbClr val="FFFFFF"/>
      </a:accent6>
      <a:hlink>
        <a:srgbClr val="15110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Lead Funnel by Slidesgo">
  <a:themeElements>
    <a:clrScheme name="Simple Light">
      <a:dk1>
        <a:srgbClr val="15110E"/>
      </a:dk1>
      <a:lt1>
        <a:srgbClr val="FDF6FF"/>
      </a:lt1>
      <a:dk2>
        <a:srgbClr val="D6C2F5"/>
      </a:dk2>
      <a:lt2>
        <a:srgbClr val="8752B8"/>
      </a:lt2>
      <a:accent1>
        <a:srgbClr val="4B1369"/>
      </a:accent1>
      <a:accent2>
        <a:srgbClr val="FFFFFF"/>
      </a:accent2>
      <a:accent3>
        <a:srgbClr val="FFFFFF"/>
      </a:accent3>
      <a:accent4>
        <a:srgbClr val="FFFFFF"/>
      </a:accent4>
      <a:accent5>
        <a:srgbClr val="FFFFFF"/>
      </a:accent5>
      <a:accent6>
        <a:srgbClr val="FFFFFF"/>
      </a:accent6>
      <a:hlink>
        <a:srgbClr val="15110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2_Lead Funnel by Slidesgo">
  <a:themeElements>
    <a:clrScheme name="Simple Light">
      <a:dk1>
        <a:srgbClr val="15110E"/>
      </a:dk1>
      <a:lt1>
        <a:srgbClr val="FDF6FF"/>
      </a:lt1>
      <a:dk2>
        <a:srgbClr val="D6C2F5"/>
      </a:dk2>
      <a:lt2>
        <a:srgbClr val="8752B8"/>
      </a:lt2>
      <a:accent1>
        <a:srgbClr val="4B1369"/>
      </a:accent1>
      <a:accent2>
        <a:srgbClr val="FFFFFF"/>
      </a:accent2>
      <a:accent3>
        <a:srgbClr val="FFFFFF"/>
      </a:accent3>
      <a:accent4>
        <a:srgbClr val="FFFFFF"/>
      </a:accent4>
      <a:accent5>
        <a:srgbClr val="FFFFFF"/>
      </a:accent5>
      <a:accent6>
        <a:srgbClr val="FFFFFF"/>
      </a:accent6>
      <a:hlink>
        <a:srgbClr val="15110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2_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Minimalist Orange Portfolio by Slidesgo">
  <a:themeElements>
    <a:clrScheme name="Simple Light">
      <a:dk1>
        <a:srgbClr val="191919"/>
      </a:dk1>
      <a:lt1>
        <a:srgbClr val="FFFFFF"/>
      </a:lt1>
      <a:dk2>
        <a:srgbClr val="F5A04F"/>
      </a:dk2>
      <a:lt2>
        <a:srgbClr val="ADACAC"/>
      </a:lt2>
      <a:accent1>
        <a:srgbClr val="6E6D6D"/>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3_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_Minimalist Orange Portfolio by Slidesgo">
  <a:themeElements>
    <a:clrScheme name="Simple Light">
      <a:dk1>
        <a:srgbClr val="191919"/>
      </a:dk1>
      <a:lt1>
        <a:srgbClr val="FFFFFF"/>
      </a:lt1>
      <a:dk2>
        <a:srgbClr val="F5A04F"/>
      </a:dk2>
      <a:lt2>
        <a:srgbClr val="ADACAC"/>
      </a:lt2>
      <a:accent1>
        <a:srgbClr val="6E6D6D"/>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4_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Lead Funnel _ by Slidesgo</Template>
  <TotalTime>431</TotalTime>
  <Words>1425</Words>
  <Application>Microsoft Office PowerPoint</Application>
  <PresentationFormat>Widescreen</PresentationFormat>
  <Paragraphs>148</Paragraphs>
  <Slides>13</Slides>
  <Notes>1</Notes>
  <HiddenSlides>0</HiddenSlides>
  <MMClips>0</MMClips>
  <ScaleCrop>false</ScaleCrop>
  <HeadingPairs>
    <vt:vector size="6" baseType="variant">
      <vt:variant>
        <vt:lpstr>Fonts Used</vt:lpstr>
      </vt:variant>
      <vt:variant>
        <vt:i4>12</vt:i4>
      </vt:variant>
      <vt:variant>
        <vt:lpstr>Theme</vt:lpstr>
      </vt:variant>
      <vt:variant>
        <vt:i4>11</vt:i4>
      </vt:variant>
      <vt:variant>
        <vt:lpstr>Slide Titles</vt:lpstr>
      </vt:variant>
      <vt:variant>
        <vt:i4>13</vt:i4>
      </vt:variant>
    </vt:vector>
  </HeadingPairs>
  <TitlesOfParts>
    <vt:vector size="36" baseType="lpstr">
      <vt:lpstr>Albert Sans</vt:lpstr>
      <vt:lpstr>Alexandria Medium</vt:lpstr>
      <vt:lpstr>Aptos</vt:lpstr>
      <vt:lpstr>Aptos Display</vt:lpstr>
      <vt:lpstr>Arial</vt:lpstr>
      <vt:lpstr>Calibri</vt:lpstr>
      <vt:lpstr>Hanken Grotesk</vt:lpstr>
      <vt:lpstr>Poppins</vt:lpstr>
      <vt:lpstr>Poppins ExtraBold</vt:lpstr>
      <vt:lpstr>Proxima Nova</vt:lpstr>
      <vt:lpstr>Proxima Nova Semibold</vt:lpstr>
      <vt:lpstr>Times New Roman</vt:lpstr>
      <vt:lpstr>Lead Funnel by Slidesgo</vt:lpstr>
      <vt:lpstr>Slidesgo Final Pages</vt:lpstr>
      <vt:lpstr>1_Lead Funnel by Slidesgo</vt:lpstr>
      <vt:lpstr>1_Slidesgo Final Pages</vt:lpstr>
      <vt:lpstr>2_Lead Funnel by Slidesgo</vt:lpstr>
      <vt:lpstr>2_Slidesgo Final Pages</vt:lpstr>
      <vt:lpstr>Minimalist Orange Portfolio by Slidesgo</vt:lpstr>
      <vt:lpstr>3_Slidesgo Final Pages</vt:lpstr>
      <vt:lpstr>1_Minimalist Orange Portfolio by Slidesgo</vt:lpstr>
      <vt:lpstr>4_Slidesgo Final Pages</vt:lpstr>
      <vt:lpstr>Office Theme</vt:lpstr>
      <vt:lpstr>TRUTHSEEKER</vt:lpstr>
      <vt:lpstr>Introduction</vt:lpstr>
      <vt:lpstr>Literature Review</vt:lpstr>
      <vt:lpstr>Literature Review</vt:lpstr>
      <vt:lpstr>Problem Statement</vt:lpstr>
      <vt:lpstr>Objective</vt:lpstr>
      <vt:lpstr>Proposed Methodology</vt:lpstr>
      <vt:lpstr>Workflow</vt:lpstr>
      <vt:lpstr>Technology Stack</vt:lpstr>
      <vt:lpstr>Result </vt:lpstr>
      <vt:lpstr>References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Jadhav [MU - Jaipur]</dc:creator>
  <cp:lastModifiedBy>[BTECH-005-2023-24] ANNWESA DAS</cp:lastModifiedBy>
  <cp:revision>10</cp:revision>
  <dcterms:created xsi:type="dcterms:W3CDTF">2025-09-29T05:03:41Z</dcterms:created>
  <dcterms:modified xsi:type="dcterms:W3CDTF">2026-02-15T15:26:42Z</dcterms:modified>
</cp:coreProperties>
</file>